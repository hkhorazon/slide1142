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7" r:id="rId3"/>
    <p:sldId id="268" r:id="rId4"/>
    <p:sldId id="269" r:id="rId5"/>
    <p:sldId id="274" r:id="rId6"/>
    <p:sldId id="280" r:id="rId7"/>
    <p:sldId id="281" r:id="rId8"/>
    <p:sldId id="279" r:id="rId9"/>
    <p:sldId id="282" r:id="rId10"/>
    <p:sldId id="283" r:id="rId11"/>
    <p:sldId id="284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12</a:t>
            </a:r>
            <a:br>
              <a:rPr lang="en-US" altLang="zh-TW" dirty="0"/>
            </a:br>
            <a:r>
              <a:rPr lang="zh-TW" altLang="en-US" smtClean="0"/>
              <a:t>類別與</a:t>
            </a:r>
            <a:r>
              <a:rPr lang="zh-TW" altLang="en-US" dirty="0" smtClean="0"/>
              <a:t>命名空間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16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2322FEE-912E-4E86-ADE7-75824A1B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概論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BFE61E30-E6D1-4DDC-B034-693D8FCA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C#</a:t>
            </a:r>
            <a:r>
              <a:rPr lang="zh-TW" altLang="en-US" dirty="0"/>
              <a:t>是一種「物件導向程式」</a:t>
            </a:r>
            <a:r>
              <a:rPr lang="en-US" altLang="zh-TW" dirty="0"/>
              <a:t>(Object-oriented programming</a:t>
            </a:r>
            <a:r>
              <a:rPr lang="zh-TW" altLang="en-US" dirty="0"/>
              <a:t>，</a:t>
            </a:r>
            <a:r>
              <a:rPr lang="en-US" altLang="zh-TW" dirty="0"/>
              <a:t>OOP)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OOP</a:t>
            </a:r>
            <a:r>
              <a:rPr lang="zh-TW" altLang="en-US" dirty="0"/>
              <a:t> 將物件</a:t>
            </a:r>
            <a:r>
              <a:rPr lang="en-US" altLang="zh-TW" dirty="0"/>
              <a:t>(class)</a:t>
            </a:r>
            <a:r>
              <a:rPr lang="zh-TW" altLang="en-US" dirty="0"/>
              <a:t>視為基本單元，將數值、程式封裝在其中，以提高軟體的重用性、靈活性和擴充性。</a:t>
            </a:r>
            <a:endParaRPr lang="en-US" altLang="zh-TW" dirty="0"/>
          </a:p>
        </p:txBody>
      </p:sp>
    </p:spTree>
    <p:extLst>
      <p:ext uri="{BB962C8B-B14F-4D97-AF65-F5344CB8AC3E}">
        <p14:creationId xmlns="" xmlns:p14="http://schemas.microsoft.com/office/powerpoint/2010/main" val="350221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FE475BBD-B47E-4F1A-9C08-7E292910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類別</a:t>
            </a:r>
            <a:r>
              <a:rPr lang="en-US" altLang="zh-TW" dirty="0"/>
              <a:t>(Class)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E5E0374D-7F6F-49A5-B903-9477A50A9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類別定義一件事物的抽象特點。類別的定義包含了資料的形式</a:t>
            </a:r>
            <a:r>
              <a:rPr lang="en-US" altLang="zh-TW" dirty="0"/>
              <a:t>(</a:t>
            </a:r>
            <a:r>
              <a:rPr lang="zh-TW" altLang="en-US" dirty="0"/>
              <a:t>屬性</a:t>
            </a:r>
            <a:r>
              <a:rPr lang="en-US" altLang="zh-TW" dirty="0"/>
              <a:t>, Field)</a:t>
            </a:r>
            <a:r>
              <a:rPr lang="zh-TW" altLang="en-US" dirty="0"/>
              <a:t>以及對資料的操作</a:t>
            </a:r>
            <a:r>
              <a:rPr lang="en-US" altLang="zh-TW" dirty="0"/>
              <a:t>(</a:t>
            </a:r>
            <a:r>
              <a:rPr lang="zh-TW" altLang="en-US" dirty="0"/>
              <a:t>方法</a:t>
            </a:r>
            <a:r>
              <a:rPr lang="en-US" altLang="zh-TW" dirty="0"/>
              <a:t>, Method)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可以想像是「藍圖」或「模具」，但並非實際的物品。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="" xmlns:p14="http://schemas.microsoft.com/office/powerpoint/2010/main" val="165012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7CF89299-ED81-4152-B0F1-E57C367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</a:t>
            </a:r>
            <a:r>
              <a:rPr lang="en-US" altLang="zh-TW" dirty="0"/>
              <a:t>(Object)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0A2EA8E5-A16B-4B3B-98FB-E16E5586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類別可以產生實例</a:t>
            </a:r>
            <a:r>
              <a:rPr lang="en-US" altLang="zh-TW" dirty="0"/>
              <a:t>(instance)</a:t>
            </a:r>
            <a:r>
              <a:rPr lang="zh-TW" altLang="en-US" dirty="0"/>
              <a:t>，而那些實例我們稱為物件</a:t>
            </a:r>
            <a:r>
              <a:rPr lang="en-US" altLang="zh-TW" dirty="0"/>
              <a:t>(object)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等於我們可以使用一個模具產生很多物件，每個物件是各自獨立的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也就像</a:t>
            </a:r>
            <a:r>
              <a:rPr lang="en-US" altLang="zh-TW" dirty="0"/>
              <a:t>..</a:t>
            </a:r>
            <a:r>
              <a:rPr lang="zh-TW" altLang="en-US" dirty="0"/>
              <a:t>前面提到的</a:t>
            </a:r>
            <a:r>
              <a:rPr lang="en-US" altLang="zh-TW" dirty="0"/>
              <a:t>Struct</a:t>
            </a:r>
            <a:r>
              <a:rPr lang="zh-TW" altLang="en-US" dirty="0"/>
              <a:t>與宣告</a:t>
            </a:r>
            <a:r>
              <a:rPr lang="en-US" altLang="zh-TW" dirty="0"/>
              <a:t>Struct</a:t>
            </a:r>
            <a:r>
              <a:rPr lang="zh-TW" altLang="en-US" dirty="0"/>
              <a:t>變數的概念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7167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物件與類別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物件 </a:t>
            </a:r>
            <a:r>
              <a:rPr lang="en-US" altLang="zh-TW" dirty="0" smtClean="0"/>
              <a:t>(Object)</a:t>
            </a:r>
          </a:p>
          <a:p>
            <a:pPr lvl="1"/>
            <a:r>
              <a:rPr lang="zh-TW" altLang="en-US" dirty="0" smtClean="0"/>
              <a:t>實際運作的狀態與功能</a:t>
            </a:r>
            <a:endParaRPr lang="en-US" altLang="zh-TW" dirty="0" smtClean="0"/>
          </a:p>
          <a:p>
            <a:r>
              <a:rPr lang="zh-TW" altLang="en-US" dirty="0" smtClean="0"/>
              <a:t>類別 </a:t>
            </a:r>
            <a:r>
              <a:rPr lang="en-US" altLang="zh-TW" dirty="0" smtClean="0"/>
              <a:t>(Class)</a:t>
            </a:r>
          </a:p>
          <a:p>
            <a:pPr lvl="1"/>
            <a:r>
              <a:rPr lang="zh-TW" altLang="en-US" dirty="0" smtClean="0"/>
              <a:t>藍圖</a:t>
            </a:r>
          </a:p>
          <a:p>
            <a:pPr lvl="1"/>
            <a:r>
              <a:rPr lang="zh-TW" altLang="en-US" dirty="0" smtClean="0"/>
              <a:t>定義狀態：成員變數</a:t>
            </a:r>
            <a:r>
              <a:rPr lang="en-US" altLang="zh-TW" dirty="0" smtClean="0"/>
              <a:t>(member variables)</a:t>
            </a:r>
          </a:p>
          <a:p>
            <a:pPr lvl="1"/>
            <a:r>
              <a:rPr lang="zh-TW" altLang="en-US" dirty="0" smtClean="0"/>
              <a:t>定義功能：成員函式</a:t>
            </a:r>
            <a:r>
              <a:rPr lang="en-US" altLang="zh-TW" dirty="0" smtClean="0"/>
              <a:t>(member function)</a:t>
            </a:r>
          </a:p>
          <a:p>
            <a:pPr lvl="1"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新增類別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286000"/>
            <a:ext cx="5183398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352800" y="5029200"/>
            <a:ext cx="4972744" cy="1495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新增類別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類別名稱建議與檔案名稱相同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這個類別</a:t>
            </a:r>
            <a:r>
              <a:rPr lang="zh-TW" altLang="en-US" dirty="0" smtClean="0"/>
              <a:t>叫</a:t>
            </a:r>
            <a:r>
              <a:rPr lang="en-US" altLang="zh-TW" dirty="0" err="1" smtClean="0"/>
              <a:t>FirstClass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不適物件的名稱</a:t>
            </a:r>
            <a:endParaRPr lang="en-US" altLang="zh-TW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4191000"/>
            <a:ext cx="7315200" cy="215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命名空間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在撰寫程式中，有可能會引用別人的程式，此時可能會因此有相同</a:t>
            </a:r>
            <a:r>
              <a:rPr lang="en-US" altLang="zh-TW" dirty="0" smtClean="0"/>
              <a:t>Class</a:t>
            </a:r>
            <a:r>
              <a:rPr lang="zh-TW" altLang="en-US" dirty="0" smtClean="0"/>
              <a:t>名稱</a:t>
            </a:r>
            <a:endParaRPr lang="en-US" altLang="zh-TW" dirty="0" smtClean="0"/>
          </a:p>
          <a:p>
            <a:r>
              <a:rPr lang="zh-TW" altLang="en-US" dirty="0" smtClean="0"/>
              <a:t>我們使用命名空間</a:t>
            </a:r>
            <a:r>
              <a:rPr lang="en-US" altLang="zh-TW" dirty="0" smtClean="0"/>
              <a:t>namespace</a:t>
            </a:r>
            <a:r>
              <a:rPr lang="zh-TW" altLang="en-US" dirty="0" smtClean="0"/>
              <a:t> 做區隔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4191000"/>
            <a:ext cx="7315200" cy="215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命名空間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使用一個</a:t>
            </a:r>
            <a:r>
              <a:rPr lang="en-US" altLang="zh-TW" dirty="0" smtClean="0"/>
              <a:t>class</a:t>
            </a:r>
            <a:r>
              <a:rPr lang="zh-TW" altLang="en-US" dirty="0" smtClean="0"/>
              <a:t>時，</a:t>
            </a:r>
            <a:r>
              <a:rPr lang="zh-TW" altLang="en-US" dirty="0" smtClean="0"/>
              <a:t>你可以直接</a:t>
            </a:r>
            <a:r>
              <a:rPr lang="zh-TW" altLang="en-US" dirty="0" smtClean="0"/>
              <a:t>使用自己</a:t>
            </a:r>
            <a:r>
              <a:rPr lang="en-US" altLang="zh-TW" dirty="0" smtClean="0"/>
              <a:t>namespace</a:t>
            </a:r>
            <a:r>
              <a:rPr lang="zh-TW" altLang="en-US" dirty="0" smtClean="0"/>
              <a:t>下的物件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若是其他</a:t>
            </a:r>
            <a:r>
              <a:rPr lang="en-US" altLang="zh-TW" dirty="0" smtClean="0"/>
              <a:t>namespace</a:t>
            </a:r>
            <a:r>
              <a:rPr lang="zh-TW" altLang="en-US" dirty="0" smtClean="0"/>
              <a:t>，你可以指定正確的路徑來使用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或是</a:t>
            </a:r>
            <a:r>
              <a:rPr lang="zh-TW" altLang="en-US" dirty="0" smtClean="0"/>
              <a:t>使用</a:t>
            </a:r>
            <a:r>
              <a:rPr lang="en-US" altLang="zh-TW" dirty="0" smtClean="0"/>
              <a:t>using</a:t>
            </a:r>
            <a:r>
              <a:rPr lang="zh-TW" altLang="en-US" dirty="0" smtClean="0"/>
              <a:t>來簡化</a:t>
            </a:r>
            <a:endParaRPr lang="en-US" altLang="zh-TW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5943600"/>
            <a:ext cx="47529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5562600"/>
            <a:ext cx="3581400" cy="345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200400"/>
            <a:ext cx="47529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4572000"/>
            <a:ext cx="7954963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命名空間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模擬兩可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如果有相同名字的</a:t>
            </a:r>
            <a:r>
              <a:rPr lang="zh-TW" altLang="en-US" dirty="0" smtClean="0"/>
              <a:t>物件，且都有使用</a:t>
            </a:r>
            <a:r>
              <a:rPr lang="en-US" altLang="zh-TW" dirty="0" smtClean="0"/>
              <a:t>using</a:t>
            </a:r>
            <a:r>
              <a:rPr lang="zh-TW" altLang="en-US" dirty="0" smtClean="0"/>
              <a:t>，則直接使用簡寫</a:t>
            </a:r>
            <a:r>
              <a:rPr lang="en-US" altLang="zh-TW" dirty="0" smtClean="0"/>
              <a:t>Class</a:t>
            </a:r>
            <a:r>
              <a:rPr lang="zh-TW" altLang="en-US" dirty="0" smtClean="0"/>
              <a:t>名稱會出錯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33800"/>
            <a:ext cx="42386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3733800"/>
            <a:ext cx="472440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1" y="5486400"/>
            <a:ext cx="4007556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38400" y="6172200"/>
            <a:ext cx="5540829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命名空間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可以使用精確的方式避免模擬兩可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962400"/>
            <a:ext cx="42386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3990975"/>
            <a:ext cx="472440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096000"/>
            <a:ext cx="9288463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1141</TotalTime>
  <Words>319</Words>
  <Application>Microsoft Office PowerPoint</Application>
  <PresentationFormat>如螢幕大小 (4:3)</PresentationFormat>
  <Paragraphs>44</Paragraphs>
  <Slides>11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都會</vt:lpstr>
      <vt:lpstr>Lesson 12 類別與命名空間</vt:lpstr>
      <vt:lpstr>概論</vt:lpstr>
      <vt:lpstr>類別(Class)</vt:lpstr>
      <vt:lpstr>物件(Object)</vt:lpstr>
      <vt:lpstr>物件與類別</vt:lpstr>
      <vt:lpstr>新增類別</vt:lpstr>
      <vt:lpstr>新增類別</vt:lpstr>
      <vt:lpstr>命名空間</vt:lpstr>
      <vt:lpstr>命名空間</vt:lpstr>
      <vt:lpstr>命名空間</vt:lpstr>
      <vt:lpstr>命名空間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102</cp:revision>
  <dcterms:created xsi:type="dcterms:W3CDTF">2024-11-18T05:57:07Z</dcterms:created>
  <dcterms:modified xsi:type="dcterms:W3CDTF">2025-04-11T18:27:07Z</dcterms:modified>
</cp:coreProperties>
</file>