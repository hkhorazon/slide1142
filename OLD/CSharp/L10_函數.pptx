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67" r:id="rId3"/>
    <p:sldId id="269" r:id="rId4"/>
    <p:sldId id="270" r:id="rId5"/>
    <p:sldId id="271" r:id="rId6"/>
    <p:sldId id="268" r:id="rId7"/>
    <p:sldId id="272" r:id="rId8"/>
    <p:sldId id="273" r:id="rId9"/>
    <p:sldId id="275" r:id="rId10"/>
    <p:sldId id="277" r:id="rId11"/>
    <p:sldId id="278" r:id="rId12"/>
    <p:sldId id="280" r:id="rId13"/>
    <p:sldId id="276" r:id="rId14"/>
    <p:sldId id="281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10</a:t>
            </a:r>
            <a:br>
              <a:rPr lang="en-US" altLang="zh-TW" dirty="0"/>
            </a:br>
            <a:r>
              <a:rPr lang="zh-TW" altLang="en-US" dirty="0"/>
              <a:t>函數</a:t>
            </a:r>
            <a:r>
              <a:rPr lang="en-US" altLang="zh-TW" dirty="0"/>
              <a:t>(Function)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12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659F21-35DE-4E3A-98A0-909D382B7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15E7B1-D310-3085-31A9-8ECAD49C8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指一系列陳述式組成的程式碼區塊。</a:t>
            </a:r>
            <a:r>
              <a:rPr lang="en-US" altLang="zh-TW" dirty="0"/>
              <a:t>C#</a:t>
            </a:r>
            <a:r>
              <a:rPr lang="zh-TW" altLang="en-US" dirty="0"/>
              <a:t>中又稱為方法 </a:t>
            </a:r>
            <a:r>
              <a:rPr lang="en-US" altLang="zh-TW" dirty="0"/>
              <a:t>(Method)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有零至多個輸入參數 </a:t>
            </a:r>
            <a:r>
              <a:rPr lang="en-US" altLang="zh-TW" dirty="0"/>
              <a:t>(</a:t>
            </a:r>
            <a:r>
              <a:rPr lang="zh-TW" altLang="en-US" dirty="0"/>
              <a:t>且必須為設定型態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有零或</a:t>
            </a:r>
            <a:r>
              <a:rPr lang="en-US" altLang="zh-TW" dirty="0"/>
              <a:t>1</a:t>
            </a:r>
            <a:r>
              <a:rPr lang="zh-TW" altLang="en-US" dirty="0"/>
              <a:t>個輸出結果 </a:t>
            </a:r>
            <a:r>
              <a:rPr lang="en-US" altLang="zh-TW" dirty="0"/>
              <a:t>(</a:t>
            </a:r>
            <a:r>
              <a:rPr lang="zh-TW" altLang="en-US" dirty="0"/>
              <a:t>且為設定之型態，嚴格說來可以多個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完全某個特定的需求</a:t>
            </a:r>
          </a:p>
        </p:txBody>
      </p:sp>
    </p:spTree>
    <p:extLst>
      <p:ext uri="{BB962C8B-B14F-4D97-AF65-F5344CB8AC3E}">
        <p14:creationId xmlns:p14="http://schemas.microsoft.com/office/powerpoint/2010/main" val="1444091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4E26F4-6EC3-F800-B951-A8454EEA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函數範例與說明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3AB973-AD3D-7BF8-7AD3-24D3A83D3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平方數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輸入</a:t>
            </a:r>
            <a:endParaRPr lang="en-US" altLang="zh-TW" dirty="0"/>
          </a:p>
          <a:p>
            <a:r>
              <a:rPr lang="zh-TW" altLang="en-US" dirty="0"/>
              <a:t>輸出</a:t>
            </a:r>
            <a:endParaRPr lang="en-US" altLang="zh-TW" dirty="0"/>
          </a:p>
          <a:p>
            <a:r>
              <a:rPr lang="zh-TW" altLang="en-US" dirty="0"/>
              <a:t>名稱</a:t>
            </a:r>
            <a:endParaRPr lang="en-US" altLang="zh-TW" dirty="0"/>
          </a:p>
          <a:p>
            <a:r>
              <a:rPr lang="zh-TW" altLang="en-US" dirty="0"/>
              <a:t>回傳 </a:t>
            </a:r>
            <a:r>
              <a:rPr lang="en-US" altLang="zh-TW" dirty="0"/>
              <a:t>(return)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942BA89-507F-3460-EE4C-3320C529E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2227968"/>
            <a:ext cx="5034952" cy="237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4083C-FE32-7CC2-BA4A-6BE5956CC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呼叫函數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E8FFEE-983A-AB5E-4965-21CEC91B1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輸入必須符合規則</a:t>
            </a:r>
            <a:r>
              <a:rPr lang="en-US" altLang="zh-TW" dirty="0"/>
              <a:t>,</a:t>
            </a:r>
            <a:r>
              <a:rPr lang="zh-TW" altLang="en-US" dirty="0"/>
              <a:t>型態</a:t>
            </a:r>
            <a:endParaRPr lang="en-US" altLang="zh-TW" dirty="0"/>
          </a:p>
          <a:p>
            <a:r>
              <a:rPr lang="zh-TW" altLang="en-US" dirty="0"/>
              <a:t>如果要得到其輸出，也要符合型態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0AAE51B-0DA6-E808-B517-6F6A99BB7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4509120"/>
            <a:ext cx="3072323" cy="43400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C0FBD6E-E400-C2DA-65D7-36F70E927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287" y="2348880"/>
            <a:ext cx="3877216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190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004D7E-BB8C-979E-E76A-400571D2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無輸出</a:t>
            </a:r>
            <a:r>
              <a:rPr lang="en-US" altLang="zh-TW" dirty="0"/>
              <a:t>/</a:t>
            </a:r>
            <a:r>
              <a:rPr lang="zh-TW" altLang="en-US"/>
              <a:t>回</a:t>
            </a:r>
            <a:r>
              <a:rPr lang="zh-TW" altLang="en-US" dirty="0"/>
              <a:t>傳函數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EB0373-1D4D-E266-67EF-0A97C38B6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傳回型別可以使用</a:t>
            </a:r>
            <a:r>
              <a:rPr lang="en-US" altLang="zh-TW" dirty="0"/>
              <a:t>void</a:t>
            </a:r>
          </a:p>
          <a:p>
            <a:r>
              <a:rPr lang="zh-TW" altLang="en-US" dirty="0"/>
              <a:t>仍然可以使用 </a:t>
            </a:r>
            <a:r>
              <a:rPr lang="en-US" altLang="zh-TW" dirty="0"/>
              <a:t>return; </a:t>
            </a:r>
            <a:r>
              <a:rPr lang="zh-TW" altLang="en-US" dirty="0"/>
              <a:t>提前結束函數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B8EBA76-551D-B943-094B-71B98E5EF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132856"/>
            <a:ext cx="5649502" cy="178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33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FD0620-7CDB-6D21-482D-53F6B1C0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方法簽章 </a:t>
            </a:r>
            <a:r>
              <a:rPr lang="en-US" altLang="zh-TW" dirty="0"/>
              <a:t>(Method Signature)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E8E8F8-922C-0A37-3623-CA28529F2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範例：平方數 立方數</a:t>
            </a:r>
            <a:endParaRPr lang="en-US" altLang="zh-TW" dirty="0"/>
          </a:p>
          <a:p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方法簽章，以上除了名稱以外的內容即為方法簽章。</a:t>
            </a:r>
            <a:endParaRPr lang="en-US" altLang="zh-TW" dirty="0"/>
          </a:p>
          <a:p>
            <a:pPr lvl="1"/>
            <a:r>
              <a:rPr lang="zh-TW" altLang="en-US" dirty="0"/>
              <a:t>以上兩個函數有相同的簽章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582EB0-87C1-9479-F84C-DE11E4BCB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924944"/>
            <a:ext cx="3528392" cy="196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75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CEF6F8-E325-9FB2-E434-DF6C21BA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函數間的呼叫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51FE1C-CF04-44B2-1A20-2B2CF8514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函數可以呼叫另一個函數</a:t>
            </a:r>
            <a:endParaRPr lang="en-US" altLang="zh-TW" dirty="0"/>
          </a:p>
          <a:p>
            <a:pPr lvl="1"/>
            <a:r>
              <a:rPr lang="en-US" altLang="zh-TW" dirty="0"/>
              <a:t>A-&gt;B</a:t>
            </a:r>
          </a:p>
          <a:p>
            <a:endParaRPr lang="en-US" altLang="zh-TW" dirty="0"/>
          </a:p>
          <a:p>
            <a:r>
              <a:rPr lang="zh-TW" altLang="en-US" dirty="0"/>
              <a:t>函數也可以呼叫自己，稱之為</a:t>
            </a:r>
            <a:r>
              <a:rPr lang="zh-TW" altLang="en-US" b="1" dirty="0"/>
              <a:t>遞迴</a:t>
            </a:r>
            <a:endParaRPr lang="en-US" altLang="zh-TW" b="1" dirty="0"/>
          </a:p>
          <a:p>
            <a:pPr lvl="1"/>
            <a:r>
              <a:rPr lang="en-US" altLang="zh-TW" dirty="0"/>
              <a:t>A-&gt;A-&gt;A-&gt;..</a:t>
            </a:r>
          </a:p>
          <a:p>
            <a:r>
              <a:rPr lang="zh-TW" altLang="en-US" dirty="0"/>
              <a:t>如果有兩個函數互相呼叫多次，也是</a:t>
            </a:r>
            <a:r>
              <a:rPr lang="zh-TW" altLang="en-US" b="1" dirty="0"/>
              <a:t>遞迴</a:t>
            </a:r>
            <a:endParaRPr lang="en-US" altLang="zh-TW" b="1" dirty="0"/>
          </a:p>
          <a:p>
            <a:pPr lvl="1"/>
            <a:r>
              <a:rPr lang="en-US" altLang="zh-TW" dirty="0"/>
              <a:t>A -&gt;B-&gt;A-&gt;B-&gt;A-&gt;…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遞迴本身較為難理解，且容易出現無限遞迴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2411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54FC69-63A5-4444-AA10-EE97E3B74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遞迴範例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A54ED2-71ED-4D0D-8586-9AE51C0CF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平方數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CB33F36-B96D-4A48-AFE3-8BB672963D6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627784" y="2209800"/>
            <a:ext cx="2088232" cy="62504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C1918CB-63FD-762C-A99B-C9DBCDCB1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3068960"/>
            <a:ext cx="5434750" cy="230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56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54FC69-63A5-4444-AA10-EE97E3B74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遞迴範例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A54ED2-71ED-4D0D-8586-9AE51C0CF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費布納西數列</a:t>
            </a:r>
            <a:endParaRPr lang="en-US" altLang="zh-TW" dirty="0"/>
          </a:p>
          <a:p>
            <a:pPr lvl="1"/>
            <a:r>
              <a:rPr lang="en-US" altLang="zh-TW" dirty="0"/>
              <a:t>1,</a:t>
            </a:r>
            <a:r>
              <a:rPr lang="zh-TW" altLang="en-US" dirty="0"/>
              <a:t> </a:t>
            </a:r>
            <a:r>
              <a:rPr lang="en-US" altLang="zh-TW" dirty="0"/>
              <a:t>1,</a:t>
            </a:r>
            <a:r>
              <a:rPr lang="zh-TW" altLang="en-US" dirty="0"/>
              <a:t> </a:t>
            </a:r>
            <a:r>
              <a:rPr lang="en-US" altLang="zh-TW" dirty="0"/>
              <a:t>2,</a:t>
            </a:r>
            <a:r>
              <a:rPr lang="zh-TW" altLang="en-US" dirty="0"/>
              <a:t> </a:t>
            </a:r>
            <a:r>
              <a:rPr lang="en-US" altLang="zh-TW" dirty="0"/>
              <a:t>3,</a:t>
            </a:r>
            <a:r>
              <a:rPr lang="zh-TW" altLang="en-US" dirty="0"/>
              <a:t> </a:t>
            </a:r>
            <a:r>
              <a:rPr lang="en-US" altLang="zh-TW" dirty="0"/>
              <a:t>5,</a:t>
            </a:r>
            <a:r>
              <a:rPr lang="zh-TW" altLang="en-US" dirty="0"/>
              <a:t> </a:t>
            </a:r>
            <a:r>
              <a:rPr lang="en-US" altLang="zh-TW" dirty="0"/>
              <a:t>8,</a:t>
            </a:r>
            <a:r>
              <a:rPr lang="zh-TW" altLang="en-US" dirty="0"/>
              <a:t> </a:t>
            </a:r>
            <a:r>
              <a:rPr lang="en-US" altLang="zh-TW" dirty="0"/>
              <a:t>13,</a:t>
            </a:r>
            <a:r>
              <a:rPr lang="zh-TW" altLang="en-US" dirty="0"/>
              <a:t> </a:t>
            </a:r>
            <a:r>
              <a:rPr lang="en-US" altLang="zh-TW" dirty="0"/>
              <a:t>21,</a:t>
            </a:r>
            <a:r>
              <a:rPr lang="zh-TW" altLang="en-US" dirty="0"/>
              <a:t> </a:t>
            </a:r>
            <a:r>
              <a:rPr lang="en-US" altLang="zh-TW" dirty="0"/>
              <a:t>34,</a:t>
            </a:r>
            <a:r>
              <a:rPr lang="zh-TW" altLang="en-US" dirty="0"/>
              <a:t> </a:t>
            </a:r>
            <a:r>
              <a:rPr lang="en-US" altLang="zh-TW" dirty="0"/>
              <a:t>55,</a:t>
            </a:r>
            <a:r>
              <a:rPr lang="zh-TW" altLang="en-US" dirty="0"/>
              <a:t> </a:t>
            </a:r>
            <a:r>
              <a:rPr lang="en-US" altLang="zh-TW" dirty="0"/>
              <a:t>89,</a:t>
            </a:r>
            <a:r>
              <a:rPr lang="zh-TW" altLang="en-US" dirty="0"/>
              <a:t> </a:t>
            </a:r>
            <a:r>
              <a:rPr lang="en-US" altLang="zh-TW" dirty="0"/>
              <a:t>144,</a:t>
            </a:r>
            <a:r>
              <a:rPr lang="zh-TW" altLang="en-US" dirty="0"/>
              <a:t> </a:t>
            </a:r>
            <a:r>
              <a:rPr lang="en-US" altLang="zh-TW" dirty="0"/>
              <a:t>233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DACE674-52B1-42E3-B20E-FAFE4B8E3D2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995936" y="2249424"/>
            <a:ext cx="3028007" cy="52814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A4B6238-9F44-DD33-F50A-4B2936298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390" y="3429000"/>
            <a:ext cx="5687219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80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653058-B0AA-5981-0D8C-F2C6DF22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傳遞的參數問題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8E873E-665C-EF2A-F606-081198851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傳值呼叫</a:t>
            </a:r>
            <a:endParaRPr lang="en-US" altLang="zh-TW" dirty="0"/>
          </a:p>
          <a:p>
            <a:pPr lvl="1"/>
            <a:r>
              <a:rPr lang="zh-TW" altLang="en-US" dirty="0"/>
              <a:t>在這個函式中，你會發現</a:t>
            </a:r>
            <a:r>
              <a:rPr lang="en-US" altLang="zh-TW" dirty="0"/>
              <a:t>n</a:t>
            </a:r>
            <a:r>
              <a:rPr lang="zh-TW" altLang="en-US" dirty="0"/>
              <a:t>不會實際</a:t>
            </a:r>
            <a:r>
              <a:rPr lang="en-US" altLang="zh-TW" dirty="0"/>
              <a:t>+1</a:t>
            </a:r>
          </a:p>
          <a:p>
            <a:pPr lvl="1"/>
            <a:r>
              <a:rPr lang="zh-TW" altLang="en-US" dirty="0"/>
              <a:t>因為我們傳進去</a:t>
            </a:r>
            <a:r>
              <a:rPr lang="zh-TW" altLang="en-US"/>
              <a:t>的是內容的值，會被額外複製一份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7DF6605-96F3-4BC8-0D0C-17ECB2974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4005064"/>
            <a:ext cx="4764012" cy="250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364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653058-B0AA-5981-0D8C-F2C6DF22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傳遞的參數問題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8E873E-665C-EF2A-F606-081198851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傳址呼叫</a:t>
            </a:r>
            <a:endParaRPr lang="en-US" altLang="zh-TW" dirty="0"/>
          </a:p>
          <a:p>
            <a:pPr lvl="1"/>
            <a:r>
              <a:rPr lang="zh-TW" altLang="en-US" dirty="0"/>
              <a:t>但如果函式對陣列操作，你會發現陣列會被影響</a:t>
            </a:r>
            <a:endParaRPr lang="en-US" altLang="zh-TW" dirty="0"/>
          </a:p>
          <a:p>
            <a:pPr lvl="1"/>
            <a:r>
              <a:rPr lang="zh-TW" altLang="en-US" dirty="0"/>
              <a:t>因為它只傳遞位址進入函式，修改的是傳入的內容本身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F869D28-9178-317F-1BC4-50B8DD7A2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637" y="3712427"/>
            <a:ext cx="5368915" cy="292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314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653058-B0AA-5981-0D8C-F2C6DF22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傳遞的參數問題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8E873E-665C-EF2A-F606-081198851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傳值呼叫</a:t>
            </a:r>
            <a:endParaRPr lang="en-US" altLang="zh-TW" dirty="0"/>
          </a:p>
          <a:p>
            <a:pPr lvl="1"/>
            <a:r>
              <a:rPr lang="zh-TW" altLang="en-US" dirty="0"/>
              <a:t>實值型別使用的是傳值</a:t>
            </a:r>
            <a:endParaRPr lang="en-US" altLang="zh-TW" dirty="0"/>
          </a:p>
          <a:p>
            <a:pPr lvl="1"/>
            <a:r>
              <a:rPr lang="zh-TW" altLang="en-US" dirty="0"/>
              <a:t>內建型態</a:t>
            </a:r>
            <a:r>
              <a:rPr lang="en-US" altLang="zh-TW" dirty="0"/>
              <a:t>(int, float ..</a:t>
            </a:r>
          </a:p>
          <a:p>
            <a:pPr lvl="1"/>
            <a:r>
              <a:rPr lang="en-US" altLang="zh-TW" dirty="0"/>
              <a:t>String, Struct, Enum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傳址呼叫</a:t>
            </a:r>
            <a:endParaRPr lang="en-US" altLang="zh-TW" dirty="0"/>
          </a:p>
          <a:p>
            <a:pPr lvl="1"/>
            <a:r>
              <a:rPr lang="zh-TW" altLang="en-US" dirty="0"/>
              <a:t>參考型別使用的是傳址</a:t>
            </a:r>
            <a:endParaRPr lang="en-US" altLang="zh-TW" dirty="0"/>
          </a:p>
          <a:p>
            <a:pPr lvl="1"/>
            <a:r>
              <a:rPr lang="zh-TW" altLang="en-US" dirty="0"/>
              <a:t>陣列</a:t>
            </a:r>
            <a:endParaRPr lang="en-US" altLang="zh-TW" dirty="0"/>
          </a:p>
          <a:p>
            <a:pPr lvl="1"/>
            <a:r>
              <a:rPr lang="zh-TW" altLang="en-US" dirty="0"/>
              <a:t>其他</a:t>
            </a:r>
            <a:r>
              <a:rPr lang="en-US" altLang="zh-TW" dirty="0"/>
              <a:t>object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1541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3E1140-03F0-CA29-6FC2-FE9A6399A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ref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04D105-4BC8-91DB-F88E-CDB664CFD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實值型別可以使用</a:t>
            </a:r>
            <a:r>
              <a:rPr lang="en-US" altLang="zh-TW" dirty="0"/>
              <a:t>ref</a:t>
            </a:r>
            <a:r>
              <a:rPr lang="zh-TW" altLang="en-US" dirty="0"/>
              <a:t>強制改為傳址</a:t>
            </a:r>
            <a:endParaRPr lang="en-US" altLang="zh-TW" dirty="0"/>
          </a:p>
          <a:p>
            <a:pPr lvl="1"/>
            <a:r>
              <a:rPr lang="zh-TW" altLang="en-US" dirty="0"/>
              <a:t>函數與呼叫都要加上</a:t>
            </a:r>
            <a:r>
              <a:rPr lang="en-US" altLang="zh-TW" dirty="0"/>
              <a:t>ref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1503D9D-CAB2-B64D-9AFB-8C7CD6621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3789040"/>
            <a:ext cx="6579406" cy="239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61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B48079-20AB-1E52-8894-15791D1D5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2D7D73-38F3-80A9-3665-C9B496540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可以使用</a:t>
            </a:r>
            <a:r>
              <a:rPr lang="en-US" altLang="zh-TW" dirty="0"/>
              <a:t>out</a:t>
            </a:r>
            <a:r>
              <a:rPr lang="zh-TW" altLang="en-US" dirty="0"/>
              <a:t>修飾詞來擁有兩三個回傳值</a:t>
            </a:r>
            <a:endParaRPr lang="en-US" altLang="zh-TW" dirty="0"/>
          </a:p>
          <a:p>
            <a:pPr lvl="1"/>
            <a:r>
              <a:rPr lang="zh-TW" altLang="en-US" dirty="0"/>
              <a:t>呼叫時仍然要使用</a:t>
            </a:r>
            <a:r>
              <a:rPr lang="en-US" altLang="zh-TW" dirty="0"/>
              <a:t>out</a:t>
            </a:r>
          </a:p>
          <a:p>
            <a:pPr lvl="1"/>
            <a:r>
              <a:rPr lang="zh-TW" altLang="en-US" dirty="0"/>
              <a:t>若該數值不使用，可以使用</a:t>
            </a:r>
            <a:r>
              <a:rPr lang="en-US" altLang="zh-TW" dirty="0"/>
              <a:t>_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匿名變數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函數中一定要給</a:t>
            </a:r>
            <a:r>
              <a:rPr lang="en-US" altLang="zh-TW" dirty="0"/>
              <a:t>out</a:t>
            </a:r>
            <a:r>
              <a:rPr lang="zh-TW" altLang="en-US" dirty="0"/>
              <a:t>的變數數值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FEE795F-C9DA-E74E-A40D-A2F3BCB57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4149080"/>
            <a:ext cx="7217814" cy="253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53453"/>
      </p:ext>
    </p:extLst>
  </p:cSld>
  <p:clrMapOvr>
    <a:masterClrMapping/>
  </p:clrMapOvr>
</p:sld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1218</TotalTime>
  <Words>435</Words>
  <Application>Microsoft Office PowerPoint</Application>
  <PresentationFormat>如螢幕大小 (4:3)</PresentationFormat>
  <Paragraphs>86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Arial</vt:lpstr>
      <vt:lpstr>Georgia</vt:lpstr>
      <vt:lpstr>Wingdings 2</vt:lpstr>
      <vt:lpstr>都會</vt:lpstr>
      <vt:lpstr>Lesson 10 函數(Function)</vt:lpstr>
      <vt:lpstr>函數</vt:lpstr>
      <vt:lpstr>函數範例與說明</vt:lpstr>
      <vt:lpstr>呼叫函數</vt:lpstr>
      <vt:lpstr>無輸出/回傳函數</vt:lpstr>
      <vt:lpstr>方法簽章 (Method Signature)</vt:lpstr>
      <vt:lpstr>函數間的呼叫</vt:lpstr>
      <vt:lpstr>遞迴範例</vt:lpstr>
      <vt:lpstr>遞迴範例</vt:lpstr>
      <vt:lpstr>傳遞的參數問題</vt:lpstr>
      <vt:lpstr>傳遞的參數問題</vt:lpstr>
      <vt:lpstr>傳遞的參數問題</vt:lpstr>
      <vt:lpstr>ref</vt:lpstr>
      <vt:lpstr>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106</cp:revision>
  <dcterms:created xsi:type="dcterms:W3CDTF">2024-11-18T05:57:07Z</dcterms:created>
  <dcterms:modified xsi:type="dcterms:W3CDTF">2025-04-10T07:23:24Z</dcterms:modified>
</cp:coreProperties>
</file>