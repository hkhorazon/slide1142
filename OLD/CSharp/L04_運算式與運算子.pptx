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6" r:id="rId2"/>
    <p:sldId id="276" r:id="rId3"/>
    <p:sldId id="277" r:id="rId4"/>
    <p:sldId id="278" r:id="rId5"/>
    <p:sldId id="280" r:id="rId6"/>
    <p:sldId id="279" r:id="rId7"/>
    <p:sldId id="283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/>
              <a:t>4</a:t>
            </a:r>
            <a:br>
              <a:rPr lang="en-US" altLang="zh-TW" dirty="0"/>
            </a:br>
            <a:r>
              <a:rPr lang="zh-TW" altLang="en-US" dirty="0"/>
              <a:t>運算式與運算子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4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運算式、運算元、運算子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運算式  </a:t>
            </a:r>
            <a:r>
              <a:rPr lang="en-US" altLang="zh-TW" dirty="0"/>
              <a:t>expression</a:t>
            </a:r>
          </a:p>
          <a:p>
            <a:r>
              <a:rPr lang="zh-TW" altLang="en-US" dirty="0"/>
              <a:t>運算元  </a:t>
            </a:r>
            <a:r>
              <a:rPr lang="en-US" altLang="zh-TW" dirty="0"/>
              <a:t>operand</a:t>
            </a:r>
          </a:p>
          <a:p>
            <a:r>
              <a:rPr lang="zh-TW" altLang="en-US" dirty="0"/>
              <a:t>運算子  </a:t>
            </a:r>
            <a:r>
              <a:rPr lang="en-US" altLang="zh-TW" dirty="0"/>
              <a:t>operator</a:t>
            </a:r>
          </a:p>
          <a:p>
            <a:pPr lvl="1"/>
            <a:r>
              <a:rPr lang="en-US" altLang="zh-TW" dirty="0"/>
              <a:t>N</a:t>
            </a:r>
            <a:r>
              <a:rPr lang="zh-TW" altLang="en-US" dirty="0"/>
              <a:t>元運算子</a:t>
            </a:r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57650" y="4305300"/>
            <a:ext cx="508635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指定運算子 </a:t>
            </a:r>
            <a:r>
              <a:rPr lang="en-US" altLang="zh-TW" dirty="0"/>
              <a:t>(=)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0076" y="2249424"/>
            <a:ext cx="4757742" cy="4325112"/>
          </a:xfrm>
        </p:spPr>
        <p:txBody>
          <a:bodyPr/>
          <a:lstStyle/>
          <a:p>
            <a:r>
              <a:rPr lang="zh-TW" altLang="en-US" dirty="0"/>
              <a:t>將右邊的內容 設定 給左邊的變數</a:t>
            </a:r>
            <a:endParaRPr lang="en-US" altLang="zh-TW" dirty="0"/>
          </a:p>
          <a:p>
            <a:pPr lvl="1"/>
            <a:r>
              <a:rPr lang="zh-TW" altLang="en-US" dirty="0"/>
              <a:t>所以左邊</a:t>
            </a:r>
            <a:r>
              <a:rPr lang="zh-TW" altLang="en-US" dirty="0">
                <a:solidFill>
                  <a:srgbClr val="FF0000"/>
                </a:solidFill>
              </a:rPr>
              <a:t>不能</a:t>
            </a:r>
            <a:r>
              <a:rPr lang="zh-TW" altLang="en-US" dirty="0"/>
              <a:t>寫「非變數」或「運算式」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220" y="4305300"/>
            <a:ext cx="508635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 descr="https://cdn.discordapp.com/attachments/1031816809168523284/1335643087648591956/IMG_20241231_162828_029.jpg?ex=67a435cf&amp;is=67a2e44f&amp;hm=ce192cdfb3ac10b1bad748b1dd4a0c3f0c3c507d8dab7f909d1412a9251687e4&amp;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8" y="2582371"/>
            <a:ext cx="3429023" cy="39184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算術運算子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二元運算子</a:t>
            </a:r>
            <a:endParaRPr lang="en-US" altLang="zh-TW" dirty="0"/>
          </a:p>
          <a:p>
            <a:pPr lvl="1"/>
            <a:r>
              <a:rPr lang="zh-TW" altLang="en-US" dirty="0"/>
              <a:t>加減乘除  </a:t>
            </a:r>
            <a:r>
              <a:rPr lang="en-US" altLang="zh-TW" dirty="0"/>
              <a:t>+, -, *, /</a:t>
            </a:r>
          </a:p>
          <a:p>
            <a:pPr lvl="2"/>
            <a:r>
              <a:rPr lang="zh-TW" altLang="en-US" dirty="0"/>
              <a:t>注意型態 與 隱式轉換</a:t>
            </a:r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1"/>
            <a:r>
              <a:rPr lang="zh-TW" altLang="en-US" dirty="0"/>
              <a:t>取餘數</a:t>
            </a:r>
            <a:r>
              <a:rPr lang="en-US" altLang="zh-TW" dirty="0"/>
              <a:t>(mod)  %</a:t>
            </a:r>
          </a:p>
          <a:p>
            <a:pPr lvl="1"/>
            <a:r>
              <a:rPr lang="zh-TW" altLang="en-US" dirty="0"/>
              <a:t>小心除以</a:t>
            </a:r>
            <a:r>
              <a:rPr lang="en-US" altLang="zh-TW" dirty="0"/>
              <a:t>0</a:t>
            </a:r>
          </a:p>
          <a:p>
            <a:r>
              <a:rPr lang="zh-TW" altLang="en-US" dirty="0"/>
              <a:t>一元運算子</a:t>
            </a:r>
            <a:endParaRPr lang="en-US" altLang="zh-TW" dirty="0"/>
          </a:p>
          <a:p>
            <a:pPr lvl="1"/>
            <a:r>
              <a:rPr lang="en-US" altLang="zh-TW" dirty="0"/>
              <a:t>++</a:t>
            </a:r>
          </a:p>
          <a:p>
            <a:pPr lvl="1"/>
            <a:r>
              <a:rPr lang="en-US" altLang="zh-TW" dirty="0"/>
              <a:t>--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3714752"/>
            <a:ext cx="4384252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算術運算子優先順序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後置</a:t>
            </a:r>
            <a:r>
              <a:rPr lang="en-US" altLang="zh-TW" dirty="0"/>
              <a:t>++</a:t>
            </a:r>
            <a:r>
              <a:rPr lang="zh-TW" altLang="en-US" dirty="0"/>
              <a:t> 或 </a:t>
            </a:r>
            <a:r>
              <a:rPr lang="en-US" altLang="zh-TW" dirty="0"/>
              <a:t>--</a:t>
            </a:r>
          </a:p>
          <a:p>
            <a:r>
              <a:rPr lang="zh-TW" altLang="en-US" dirty="0"/>
              <a:t>前置</a:t>
            </a:r>
            <a:r>
              <a:rPr lang="en-US" altLang="zh-TW" dirty="0"/>
              <a:t>++</a:t>
            </a:r>
            <a:r>
              <a:rPr lang="zh-TW" altLang="en-US" dirty="0"/>
              <a:t> 或 </a:t>
            </a:r>
            <a:r>
              <a:rPr lang="en-US" altLang="zh-TW" dirty="0"/>
              <a:t>–</a:t>
            </a:r>
          </a:p>
          <a:p>
            <a:r>
              <a:rPr lang="zh-TW" altLang="en-US" dirty="0"/>
              <a:t>乘法類 </a:t>
            </a:r>
            <a:r>
              <a:rPr lang="en-US" altLang="zh-TW" dirty="0"/>
              <a:t>* / %</a:t>
            </a:r>
          </a:p>
          <a:p>
            <a:r>
              <a:rPr lang="zh-TW" altLang="en-US" dirty="0"/>
              <a:t>加法類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/>
              <a:t>-</a:t>
            </a:r>
          </a:p>
          <a:p>
            <a:endParaRPr lang="en-US" altLang="zh-TW" dirty="0"/>
          </a:p>
          <a:p>
            <a:r>
              <a:rPr lang="zh-TW" altLang="en-US" dirty="0"/>
              <a:t>先乘除後加減、由左向右、使用括號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算術運算子</a:t>
            </a:r>
            <a:r>
              <a:rPr lang="en-US" altLang="zh-TW" dirty="0"/>
              <a:t>(</a:t>
            </a:r>
            <a:r>
              <a:rPr lang="zh-TW" altLang="en-US" dirty="0"/>
              <a:t>複合指派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屬於一元運算子，也是指派運算子</a:t>
            </a:r>
            <a:endParaRPr lang="en-US" altLang="zh-TW" dirty="0"/>
          </a:p>
          <a:p>
            <a:pPr lvl="1"/>
            <a:r>
              <a:rPr lang="en-US" altLang="zh-TW" dirty="0"/>
              <a:t>+=</a:t>
            </a:r>
          </a:p>
          <a:p>
            <a:pPr lvl="1"/>
            <a:r>
              <a:rPr lang="en-US" altLang="zh-TW" dirty="0"/>
              <a:t>-=</a:t>
            </a:r>
          </a:p>
          <a:p>
            <a:pPr lvl="1"/>
            <a:r>
              <a:rPr lang="en-US" altLang="zh-TW" dirty="0"/>
              <a:t>*=</a:t>
            </a:r>
          </a:p>
          <a:p>
            <a:pPr lvl="1"/>
            <a:r>
              <a:rPr lang="en-US" altLang="zh-TW" dirty="0"/>
              <a:t>/=</a:t>
            </a:r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+, +=</a:t>
            </a:r>
            <a:r>
              <a:rPr lang="zh-TW" altLang="en-US" dirty="0"/>
              <a:t>運算子於字串的運用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正常來說，算術運算子只能使用在整數</a:t>
            </a:r>
            <a:r>
              <a:rPr lang="en-US" altLang="zh-TW" dirty="0"/>
              <a:t>/</a:t>
            </a:r>
            <a:r>
              <a:rPr lang="zh-TW" altLang="en-US" dirty="0"/>
              <a:t>浮點數，但我們可以在</a:t>
            </a:r>
            <a:r>
              <a:rPr lang="en-US" altLang="zh-TW" dirty="0"/>
              <a:t>string</a:t>
            </a:r>
            <a:r>
              <a:rPr lang="zh-TW" altLang="en-US" dirty="0"/>
              <a:t>中使用 </a:t>
            </a:r>
            <a:r>
              <a:rPr lang="en-US" altLang="zh-TW" dirty="0"/>
              <a:t>+ </a:t>
            </a:r>
            <a:r>
              <a:rPr lang="zh-TW" altLang="en-US" dirty="0"/>
              <a:t>及 </a:t>
            </a:r>
            <a:r>
              <a:rPr lang="en-US" altLang="zh-TW" dirty="0"/>
              <a:t>+=</a:t>
            </a:r>
          </a:p>
          <a:p>
            <a:pPr lvl="1"/>
            <a:r>
              <a:rPr lang="zh-TW" altLang="en-US" dirty="0"/>
              <a:t>功能變為「串接字串」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此稱為運算子多載 </a:t>
            </a:r>
            <a:r>
              <a:rPr lang="en-US" altLang="zh-TW" dirty="0"/>
              <a:t>Operator</a:t>
            </a:r>
            <a:r>
              <a:rPr lang="zh-TW" altLang="en-US" dirty="0"/>
              <a:t> </a:t>
            </a:r>
            <a:r>
              <a:rPr lang="en-US" altLang="zh-TW" dirty="0"/>
              <a:t>overloading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3643314"/>
            <a:ext cx="4863868" cy="64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1155</TotalTime>
  <Words>184</Words>
  <Application>Microsoft Office PowerPoint</Application>
  <PresentationFormat>如螢幕大小 (4:3)</PresentationFormat>
  <Paragraphs>44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Georgia</vt:lpstr>
      <vt:lpstr>Wingdings 2</vt:lpstr>
      <vt:lpstr>都會</vt:lpstr>
      <vt:lpstr>Lesson 4 運算式與運算子</vt:lpstr>
      <vt:lpstr>運算式、運算元、運算子</vt:lpstr>
      <vt:lpstr>指定運算子 (=)</vt:lpstr>
      <vt:lpstr>算術運算子</vt:lpstr>
      <vt:lpstr>算術運算子優先順序</vt:lpstr>
      <vt:lpstr>算術運算子(複合指派)</vt:lpstr>
      <vt:lpstr>+, +=運算子於字串的運用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96</cp:revision>
  <dcterms:created xsi:type="dcterms:W3CDTF">2024-11-18T05:57:07Z</dcterms:created>
  <dcterms:modified xsi:type="dcterms:W3CDTF">2025-02-14T01:34:43Z</dcterms:modified>
</cp:coreProperties>
</file>