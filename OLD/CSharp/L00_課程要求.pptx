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C#</a:t>
            </a:r>
            <a:r>
              <a:rPr lang="zh-TW" altLang="en-US" dirty="0"/>
              <a:t>程式設計</a:t>
            </a:r>
            <a:br>
              <a:rPr lang="en-US" altLang="zh-TW" dirty="0"/>
            </a:br>
            <a:r>
              <a:rPr lang="zh-TW" altLang="en-US" dirty="0"/>
              <a:t>課程要求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 dirty="0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成績評量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期中考 </a:t>
            </a:r>
            <a:r>
              <a:rPr lang="en-US" altLang="zh-TW" dirty="0"/>
              <a:t>30%</a:t>
            </a:r>
            <a:r>
              <a:rPr lang="zh-TW" altLang="en-US" dirty="0"/>
              <a:t>   期末考 </a:t>
            </a:r>
            <a:r>
              <a:rPr lang="en-US" altLang="zh-TW" dirty="0"/>
              <a:t>30%</a:t>
            </a:r>
          </a:p>
          <a:p>
            <a:pPr lvl="1"/>
            <a:r>
              <a:rPr lang="zh-TW" altLang="en-US"/>
              <a:t>紙</a:t>
            </a:r>
            <a:r>
              <a:rPr lang="zh-TW" altLang="en-US" dirty="0"/>
              <a:t>筆測驗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平時作業</a:t>
            </a:r>
            <a:r>
              <a:rPr lang="en-US" altLang="zh-TW" dirty="0"/>
              <a:t> 40%</a:t>
            </a:r>
          </a:p>
          <a:p>
            <a:pPr lvl="1"/>
            <a:r>
              <a:rPr lang="zh-TW" altLang="en-US" dirty="0"/>
              <a:t>會有約</a:t>
            </a:r>
            <a:r>
              <a:rPr lang="en-US" altLang="zh-TW" dirty="0"/>
              <a:t>5</a:t>
            </a:r>
            <a:r>
              <a:rPr lang="zh-TW" altLang="en-US" dirty="0"/>
              <a:t>次</a:t>
            </a:r>
            <a:endParaRPr lang="en-US" altLang="zh-TW" dirty="0"/>
          </a:p>
          <a:p>
            <a:pPr lvl="1"/>
            <a:r>
              <a:rPr lang="zh-TW" altLang="en-US" dirty="0"/>
              <a:t>你可以找人、找</a:t>
            </a:r>
            <a:r>
              <a:rPr lang="en-US" altLang="zh-TW" dirty="0"/>
              <a:t>AI</a:t>
            </a:r>
            <a:r>
              <a:rPr lang="zh-TW" altLang="en-US" dirty="0"/>
              <a:t>幫忙，但如果沒有去理解，考試大概都不會寫</a:t>
            </a:r>
            <a:endParaRPr lang="en-US" altLang="zh-TW" dirty="0"/>
          </a:p>
          <a:p>
            <a:pPr lvl="1"/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教科書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C# </a:t>
            </a:r>
            <a:r>
              <a:rPr lang="zh-TW" altLang="en-US" dirty="0"/>
              <a:t>最強入門邁向頂尖高手之路王者歸來</a:t>
            </a:r>
            <a:endParaRPr lang="en-US" altLang="zh-TW" dirty="0"/>
          </a:p>
          <a:p>
            <a:pPr lvl="1"/>
            <a:r>
              <a:rPr lang="zh-TW" altLang="en-US" dirty="0"/>
              <a:t>內容完整</a:t>
            </a:r>
            <a:endParaRPr lang="en-US" altLang="zh-TW" dirty="0"/>
          </a:p>
          <a:p>
            <a:pPr lvl="1"/>
            <a:r>
              <a:rPr lang="zh-TW" altLang="en-US" dirty="0"/>
              <a:t>請保留至高年級，遊戲程式相關課程可以回去查詢</a:t>
            </a:r>
          </a:p>
        </p:txBody>
      </p:sp>
      <p:sp>
        <p:nvSpPr>
          <p:cNvPr id="1026" name="AutoShape 2" descr="C#最強入門邁向頂尖高手之路王者歸來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28" name="AutoShape 4" descr="C#最強入門邁向頂尖高手之路王者歸來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86512" y="3673318"/>
            <a:ext cx="2857488" cy="3184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137</TotalTime>
  <Words>75</Words>
  <Application>Microsoft Office PowerPoint</Application>
  <PresentationFormat>如螢幕大小 (4:3)</PresentationFormat>
  <Paragraphs>16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Arial</vt:lpstr>
      <vt:lpstr>Georgia</vt:lpstr>
      <vt:lpstr>Wingdings 2</vt:lpstr>
      <vt:lpstr>都會</vt:lpstr>
      <vt:lpstr>C#程式設計 課程要求</vt:lpstr>
      <vt:lpstr>成績評量</vt:lpstr>
      <vt:lpstr>教科書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31</cp:revision>
  <dcterms:created xsi:type="dcterms:W3CDTF">2024-11-18T05:57:07Z</dcterms:created>
  <dcterms:modified xsi:type="dcterms:W3CDTF">2025-02-14T01:34:18Z</dcterms:modified>
</cp:coreProperties>
</file>