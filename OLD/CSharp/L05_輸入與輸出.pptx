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66" r:id="rId2"/>
    <p:sldId id="268" r:id="rId3"/>
    <p:sldId id="267" r:id="rId4"/>
    <p:sldId id="269" r:id="rId5"/>
    <p:sldId id="270" r:id="rId6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182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矩形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矩形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矩形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矩形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圓角矩形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圓角矩形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矩形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26" name="日期版面配置區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27" name="投影片編號版面配置區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8" name="頁尾版面配置區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矩形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矩形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矩形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矩形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圓角矩形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圓角矩形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矩形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矩形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矩形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矩形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矩形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矩形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Lesson</a:t>
            </a:r>
            <a:r>
              <a:rPr lang="zh-TW" altLang="en-US" dirty="0"/>
              <a:t> </a:t>
            </a:r>
            <a:r>
              <a:rPr lang="en-US" altLang="zh-TW" dirty="0"/>
              <a:t>5</a:t>
            </a:r>
            <a:br>
              <a:rPr lang="en-US" altLang="zh-TW" dirty="0"/>
            </a:br>
            <a:r>
              <a:rPr lang="zh-TW" altLang="en-US" dirty="0"/>
              <a:t>輸入與輸出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/>
              <a:t>課本第</a:t>
            </a:r>
            <a:r>
              <a:rPr lang="en-US" altLang="zh-TW" dirty="0"/>
              <a:t>6,10</a:t>
            </a:r>
            <a:r>
              <a:rPr lang="zh-TW" altLang="en-US" dirty="0"/>
              <a:t>章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 err="1"/>
              <a:t>Horazon</a:t>
            </a:r>
            <a:endParaRPr lang="en-US" altLang="zh-TW" dirty="0"/>
          </a:p>
          <a:p>
            <a:r>
              <a:rPr lang="en-US" altLang="zh-TW" dirty="0"/>
              <a:t>C#</a:t>
            </a:r>
            <a:r>
              <a:rPr lang="zh-TW" altLang="en-US"/>
              <a:t>程式設計</a:t>
            </a:r>
            <a:endParaRPr lang="zh-TW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輸入與輸出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常見的輸入輸出類型有</a:t>
            </a:r>
            <a:endParaRPr lang="en-US" altLang="zh-TW" dirty="0"/>
          </a:p>
          <a:p>
            <a:pPr lvl="1"/>
            <a:r>
              <a:rPr lang="en-US" altLang="zh-TW" dirty="0"/>
              <a:t>Console </a:t>
            </a:r>
            <a:r>
              <a:rPr lang="zh-TW" altLang="en-US" dirty="0"/>
              <a:t>控制台形式</a:t>
            </a:r>
            <a:endParaRPr lang="en-US" altLang="zh-TW" dirty="0"/>
          </a:p>
          <a:p>
            <a:pPr lvl="1"/>
            <a:r>
              <a:rPr lang="en-US" altLang="zh-TW" dirty="0"/>
              <a:t>(</a:t>
            </a:r>
            <a:r>
              <a:rPr lang="zh-TW" altLang="en-US" dirty="0"/>
              <a:t>文字檔</a:t>
            </a:r>
            <a:r>
              <a:rPr lang="en-US" altLang="zh-TW" dirty="0"/>
              <a:t>)</a:t>
            </a:r>
            <a:r>
              <a:rPr lang="zh-TW" altLang="en-US" dirty="0"/>
              <a:t>檔案讀寫</a:t>
            </a:r>
            <a:endParaRPr lang="en-US" altLang="zh-TW" dirty="0"/>
          </a:p>
          <a:p>
            <a:pPr lvl="1"/>
            <a:endParaRPr lang="en-US" altLang="zh-TW" dirty="0"/>
          </a:p>
          <a:p>
            <a:pPr lvl="1"/>
            <a:r>
              <a:rPr lang="zh-TW" altLang="en-US" dirty="0"/>
              <a:t>輸入：按鈕或</a:t>
            </a:r>
            <a:r>
              <a:rPr lang="en-US" altLang="zh-TW" dirty="0"/>
              <a:t>UI</a:t>
            </a:r>
            <a:r>
              <a:rPr lang="zh-TW" altLang="en-US" dirty="0"/>
              <a:t>操作</a:t>
            </a:r>
            <a:endParaRPr lang="en-US" altLang="zh-TW" dirty="0"/>
          </a:p>
          <a:p>
            <a:pPr lvl="1"/>
            <a:r>
              <a:rPr lang="zh-TW" altLang="en-US" dirty="0"/>
              <a:t>輸出：畫布形式的畫線、矩形等等</a:t>
            </a:r>
            <a:endParaRPr lang="en-US" altLang="zh-TW" dirty="0"/>
          </a:p>
          <a:p>
            <a:pPr lvl="1"/>
            <a:r>
              <a:rPr lang="zh-TW" altLang="en-US" dirty="0"/>
              <a:t>輸出：改變元件的屬性</a:t>
            </a:r>
            <a:endParaRPr lang="en-US" altLang="zh-TW" dirty="0"/>
          </a:p>
          <a:p>
            <a:pPr lvl="1"/>
            <a:endParaRPr lang="zh-TW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輸出至</a:t>
            </a:r>
            <a:r>
              <a:rPr lang="en-US" altLang="zh-TW" dirty="0"/>
              <a:t>Console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Console.WriteLine</a:t>
            </a:r>
            <a:r>
              <a:rPr lang="en-US" altLang="zh-TW" dirty="0"/>
              <a:t>()</a:t>
            </a:r>
          </a:p>
          <a:p>
            <a:pPr>
              <a:buNone/>
            </a:pPr>
            <a:endParaRPr lang="en-US" altLang="zh-TW" dirty="0"/>
          </a:p>
          <a:p>
            <a:r>
              <a:rPr lang="en-US" altLang="zh-TW" dirty="0" err="1"/>
              <a:t>Console.Write</a:t>
            </a:r>
            <a:r>
              <a:rPr lang="en-US" altLang="zh-TW" dirty="0"/>
              <a:t>()</a:t>
            </a:r>
            <a:endParaRPr lang="zh-TW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從</a:t>
            </a:r>
            <a:r>
              <a:rPr lang="en-US" altLang="zh-TW" dirty="0"/>
              <a:t>Console</a:t>
            </a:r>
            <a:r>
              <a:rPr lang="zh-TW" altLang="en-US" dirty="0"/>
              <a:t>輸入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Console.Read</a:t>
            </a:r>
            <a:r>
              <a:rPr lang="en-US" altLang="zh-TW" dirty="0"/>
              <a:t>()</a:t>
            </a:r>
          </a:p>
          <a:p>
            <a:endParaRPr lang="en-US" altLang="zh-TW" dirty="0"/>
          </a:p>
          <a:p>
            <a:r>
              <a:rPr lang="en-US" altLang="zh-TW" dirty="0" err="1"/>
              <a:t>Console.ReadKey</a:t>
            </a:r>
            <a:r>
              <a:rPr lang="en-US" altLang="zh-TW" dirty="0"/>
              <a:t>()</a:t>
            </a:r>
          </a:p>
          <a:p>
            <a:endParaRPr lang="en-US" altLang="zh-TW" dirty="0"/>
          </a:p>
          <a:p>
            <a:r>
              <a:rPr lang="en-US" altLang="zh-TW" dirty="0" err="1"/>
              <a:t>Console.ReadLine</a:t>
            </a:r>
            <a:r>
              <a:rPr lang="en-US" altLang="zh-TW" dirty="0"/>
              <a:t>()</a:t>
            </a:r>
            <a:endParaRPr lang="zh-TW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都會">
  <a:themeElements>
    <a:clrScheme name="自訂 2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53548A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自訂 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都會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1183</TotalTime>
  <Words>79</Words>
  <Application>Microsoft Office PowerPoint</Application>
  <PresentationFormat>如螢幕大小 (4:3)</PresentationFormat>
  <Paragraphs>23</Paragraphs>
  <Slides>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9" baseType="lpstr">
      <vt:lpstr>Arial</vt:lpstr>
      <vt:lpstr>Georgia</vt:lpstr>
      <vt:lpstr>Wingdings 2</vt:lpstr>
      <vt:lpstr>都會</vt:lpstr>
      <vt:lpstr>Lesson 5 輸入與輸出</vt:lpstr>
      <vt:lpstr>輸入與輸出</vt:lpstr>
      <vt:lpstr>輸出至Console</vt:lpstr>
      <vt:lpstr>從Console輸入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 遊戲引擎概論</dc:title>
  <dc:creator>user</dc:creator>
  <cp:lastModifiedBy>horazon</cp:lastModifiedBy>
  <cp:revision>97</cp:revision>
  <dcterms:created xsi:type="dcterms:W3CDTF">2024-11-18T05:57:07Z</dcterms:created>
  <dcterms:modified xsi:type="dcterms:W3CDTF">2025-02-14T01:34:48Z</dcterms:modified>
</cp:coreProperties>
</file>