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6" r:id="rId2"/>
    <p:sldId id="274" r:id="rId3"/>
    <p:sldId id="271" r:id="rId4"/>
    <p:sldId id="267" r:id="rId5"/>
    <p:sldId id="270" r:id="rId6"/>
    <p:sldId id="268" r:id="rId7"/>
    <p:sldId id="269" r:id="rId8"/>
    <p:sldId id="273" r:id="rId9"/>
    <p:sldId id="272" r:id="rId10"/>
    <p:sldId id="275" r:id="rId11"/>
    <p:sldId id="276" r:id="rId12"/>
    <p:sldId id="280" r:id="rId13"/>
    <p:sldId id="277" r:id="rId14"/>
    <p:sldId id="278" r:id="rId15"/>
    <p:sldId id="279" r:id="rId16"/>
    <p:sldId id="281" r:id="rId17"/>
    <p:sldId id="282" r:id="rId1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>
            <a:normAutofit/>
          </a:bodyPr>
          <a:lstStyle/>
          <a:p>
            <a:r>
              <a:rPr lang="en-US" altLang="zh-TW" dirty="0"/>
              <a:t>Lesson</a:t>
            </a:r>
            <a:r>
              <a:rPr lang="zh-TW" altLang="en-US" dirty="0"/>
              <a:t> </a:t>
            </a:r>
            <a:r>
              <a:rPr lang="en-US" altLang="zh-TW" dirty="0"/>
              <a:t>11</a:t>
            </a:r>
            <a:br>
              <a:rPr lang="en-US" altLang="zh-TW" dirty="0"/>
            </a:br>
            <a:r>
              <a:rPr lang="en-US" altLang="zh-TW" dirty="0" err="1"/>
              <a:t>Enum</a:t>
            </a:r>
            <a:r>
              <a:rPr lang="en-US" altLang="zh-TW" dirty="0"/>
              <a:t>(</a:t>
            </a:r>
            <a:r>
              <a:rPr lang="zh-TW" altLang="en-US" dirty="0"/>
              <a:t>列舉</a:t>
            </a:r>
            <a:r>
              <a:rPr lang="en-US" altLang="zh-TW" dirty="0"/>
              <a:t>) </a:t>
            </a:r>
            <a:r>
              <a:rPr lang="zh-TW" altLang="en-US" dirty="0"/>
              <a:t>與 </a:t>
            </a:r>
            <a:r>
              <a:rPr lang="en-US" altLang="zh-TW" dirty="0"/>
              <a:t>Struct(</a:t>
            </a:r>
            <a:r>
              <a:rPr lang="zh-TW" altLang="en-US" dirty="0"/>
              <a:t>結構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課本第</a:t>
            </a:r>
            <a:r>
              <a:rPr lang="en-US" altLang="zh-TW" dirty="0"/>
              <a:t>14,13</a:t>
            </a:r>
            <a:r>
              <a:rPr lang="zh-TW" altLang="en-US" dirty="0"/>
              <a:t>章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en-US" altLang="zh-TW" dirty="0"/>
              <a:t>C#</a:t>
            </a:r>
            <a:r>
              <a:rPr lang="zh-TW" altLang="en-US" dirty="0"/>
              <a:t>程式設計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>
            <a:normAutofit/>
          </a:bodyPr>
          <a:lstStyle/>
          <a:p>
            <a:r>
              <a:rPr lang="en-US" altLang="zh-TW" dirty="0"/>
              <a:t>Lesson</a:t>
            </a:r>
            <a:r>
              <a:rPr lang="zh-TW" altLang="en-US" dirty="0"/>
              <a:t> </a:t>
            </a:r>
            <a:r>
              <a:rPr lang="en-US" altLang="zh-TW" dirty="0"/>
              <a:t>11.1</a:t>
            </a:r>
            <a:br>
              <a:rPr lang="en-US" altLang="zh-TW" dirty="0"/>
            </a:br>
            <a:r>
              <a:rPr lang="en-US" altLang="zh-TW" dirty="0" err="1"/>
              <a:t>Enum</a:t>
            </a:r>
            <a:r>
              <a:rPr lang="en-US" altLang="zh-TW" dirty="0"/>
              <a:t>(</a:t>
            </a:r>
            <a:r>
              <a:rPr lang="zh-TW" altLang="en-US" dirty="0"/>
              <a:t>列舉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課本第</a:t>
            </a:r>
            <a:r>
              <a:rPr lang="en-US" altLang="zh-TW" dirty="0"/>
              <a:t>14</a:t>
            </a:r>
            <a:r>
              <a:rPr lang="zh-TW" altLang="en-US" dirty="0"/>
              <a:t>章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en-US" altLang="zh-TW" dirty="0"/>
              <a:t>C#</a:t>
            </a:r>
            <a:r>
              <a:rPr lang="zh-TW" altLang="en-US" dirty="0"/>
              <a:t>程式設計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12060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CCC8B8-570B-499A-B04B-8B53C490E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列舉的優點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1A9398-D101-46B9-95C3-95EBA2A6C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dirty="0"/>
              <a:t>當你要在程式中要寫「狀態」或是「有限資料」時，你可能需要整數去表示。</a:t>
            </a:r>
            <a:endParaRPr lang="en-US" altLang="zh-TW" dirty="0"/>
          </a:p>
          <a:p>
            <a:pPr marL="109728" indent="0">
              <a:buNone/>
            </a:pPr>
            <a:endParaRPr lang="en-US" altLang="zh-TW" dirty="0"/>
          </a:p>
          <a:p>
            <a:r>
              <a:rPr lang="zh-TW" altLang="en-US" dirty="0"/>
              <a:t>管理一群固定數量、有限的集合特別好用，如</a:t>
            </a:r>
            <a:endParaRPr lang="en-US" altLang="zh-TW" dirty="0"/>
          </a:p>
          <a:p>
            <a:pPr lvl="1"/>
            <a:r>
              <a:rPr lang="zh-TW" altLang="en-US" dirty="0"/>
              <a:t>月份資料（只有十二個月）：成員 </a:t>
            </a:r>
            <a:r>
              <a:rPr lang="en-US" altLang="zh-TW" dirty="0"/>
              <a:t>November </a:t>
            </a:r>
            <a:r>
              <a:rPr lang="zh-TW" altLang="en-US" dirty="0"/>
              <a:t>對應到數值 </a:t>
            </a:r>
            <a:r>
              <a:rPr lang="en-US" altLang="zh-TW" dirty="0"/>
              <a:t>11</a:t>
            </a:r>
          </a:p>
          <a:p>
            <a:pPr lvl="1"/>
            <a:r>
              <a:rPr lang="zh-TW" altLang="en-US" dirty="0"/>
              <a:t>顏色資料（常用的是 </a:t>
            </a:r>
            <a:r>
              <a:rPr lang="en-US" altLang="zh-TW" dirty="0"/>
              <a:t>RGB </a:t>
            </a:r>
            <a:r>
              <a:rPr lang="zh-TW" altLang="en-US" dirty="0"/>
              <a:t>三種原色）：成員 </a:t>
            </a:r>
            <a:r>
              <a:rPr lang="en-US" altLang="zh-TW" dirty="0"/>
              <a:t>Green </a:t>
            </a:r>
            <a:r>
              <a:rPr lang="zh-TW" altLang="en-US" dirty="0"/>
              <a:t>對應到數值 </a:t>
            </a:r>
            <a:r>
              <a:rPr lang="en-US" altLang="zh-TW" dirty="0"/>
              <a:t>2</a:t>
            </a:r>
          </a:p>
          <a:p>
            <a:pPr lvl="1"/>
            <a:r>
              <a:rPr lang="zh-TW" altLang="en-US" dirty="0"/>
              <a:t>衣服尺碼資料（從 </a:t>
            </a:r>
            <a:r>
              <a:rPr lang="en-US" altLang="zh-TW" dirty="0"/>
              <a:t>S </a:t>
            </a:r>
            <a:r>
              <a:rPr lang="zh-TW" altLang="en-US" dirty="0"/>
              <a:t>到 </a:t>
            </a:r>
            <a:r>
              <a:rPr lang="en-US" altLang="zh-TW" dirty="0"/>
              <a:t>XL</a:t>
            </a:r>
            <a:r>
              <a:rPr lang="zh-TW" altLang="en-US" dirty="0"/>
              <a:t>）：成員 </a:t>
            </a:r>
            <a:r>
              <a:rPr lang="en-US" altLang="zh-TW" dirty="0"/>
              <a:t>Small </a:t>
            </a:r>
            <a:r>
              <a:rPr lang="zh-TW" altLang="en-US" dirty="0"/>
              <a:t>對應到數值 </a:t>
            </a:r>
            <a:endParaRPr lang="en-US" altLang="zh-TW" dirty="0"/>
          </a:p>
          <a:p>
            <a:pPr lvl="1"/>
            <a:r>
              <a:rPr lang="zh-TW" altLang="en-US" dirty="0"/>
              <a:t>遊戲角色狀態：建立中、存活、死亡</a:t>
            </a:r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443424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966442-4600-41EC-8FA1-1FE5CF438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建立列舉 </a:t>
            </a:r>
            <a:r>
              <a:rPr lang="en-US" altLang="zh-TW" dirty="0"/>
              <a:t>(</a:t>
            </a:r>
            <a:r>
              <a:rPr lang="zh-TW" altLang="en-US" dirty="0"/>
              <a:t>非宣告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BDD30D-CC0B-44CF-9AE3-C75EFDAA7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由於你在建立一個型態，不能寫在函式中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1B4380D-11D6-4B05-9993-00E7DF31F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924944"/>
            <a:ext cx="5256584" cy="163705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C344749-B775-4CEE-9D19-5A9F8A64F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4077072"/>
            <a:ext cx="3816414" cy="264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672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C94160-7506-492C-ABDF-66EEC491C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建立列舉 </a:t>
            </a:r>
            <a:r>
              <a:rPr lang="en-US" altLang="zh-TW" dirty="0"/>
              <a:t>(</a:t>
            </a:r>
            <a:r>
              <a:rPr lang="zh-TW" altLang="en-US" dirty="0"/>
              <a:t>非宣告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7C29ED-DAE8-4C54-82F7-3F474D55F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關於列舉後面的「數字」</a:t>
            </a:r>
            <a:endParaRPr lang="en-US" altLang="zh-TW" dirty="0"/>
          </a:p>
          <a:p>
            <a:pPr lvl="1"/>
            <a:r>
              <a:rPr lang="zh-TW" altLang="en-US" dirty="0"/>
              <a:t>實際上列舉是整數 </a:t>
            </a:r>
            <a:r>
              <a:rPr lang="en-US" altLang="zh-TW" dirty="0"/>
              <a:t>(</a:t>
            </a:r>
            <a:r>
              <a:rPr lang="zh-TW" altLang="en-US" dirty="0"/>
              <a:t>可選擇其他型態</a:t>
            </a:r>
            <a:r>
              <a:rPr lang="en-US" altLang="zh-TW" dirty="0"/>
              <a:t>)</a:t>
            </a:r>
          </a:p>
          <a:p>
            <a:pPr lvl="1"/>
            <a:endParaRPr lang="en-US" altLang="zh-TW" dirty="0"/>
          </a:p>
          <a:p>
            <a:pPr marL="411480" lvl="1" indent="0">
              <a:buNone/>
            </a:pPr>
            <a:r>
              <a:rPr lang="zh-TW" altLang="en-US" dirty="0"/>
              <a:t> </a:t>
            </a:r>
            <a:endParaRPr lang="en-US" altLang="zh-TW" dirty="0"/>
          </a:p>
          <a:p>
            <a:pPr lvl="1"/>
            <a:r>
              <a:rPr lang="zh-TW" altLang="en-US" dirty="0"/>
              <a:t>如果未指定就是從</a:t>
            </a:r>
            <a:r>
              <a:rPr lang="en-US" altLang="zh-TW" dirty="0"/>
              <a:t>0</a:t>
            </a:r>
            <a:r>
              <a:rPr lang="zh-TW" altLang="en-US" dirty="0"/>
              <a:t>開始的連續整數</a:t>
            </a:r>
            <a:endParaRPr lang="en-US" altLang="zh-TW" dirty="0"/>
          </a:p>
          <a:p>
            <a:pPr lvl="2"/>
            <a:r>
              <a:rPr lang="zh-TW" altLang="en-US" dirty="0"/>
              <a:t>包含負數，常用負數代表「失敗」、正數代表「成功」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可以指定不規則的整數值 </a:t>
            </a:r>
            <a:r>
              <a:rPr lang="en-US" altLang="zh-TW" dirty="0"/>
              <a:t>(</a:t>
            </a:r>
            <a:r>
              <a:rPr lang="zh-TW" altLang="en-US" dirty="0"/>
              <a:t>包含負數</a:t>
            </a:r>
            <a:r>
              <a:rPr lang="en-US" altLang="zh-TW" dirty="0"/>
              <a:t>)</a:t>
            </a:r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0B095C0-795D-461B-98BE-3824F65CF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3171789"/>
            <a:ext cx="6625288" cy="47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068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966442-4600-41EC-8FA1-1FE5CF438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宣告一個列舉值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BDD30D-CC0B-44CF-9AE3-C75EFDAA7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建立列舉後，你就能在需要時宣告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並且做修改、判斷等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18EF825-0E12-4CAF-AC66-F40060483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2926001"/>
            <a:ext cx="5711156" cy="52198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3B435DB-84EF-4568-B657-32FC7BF0A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580" y="4221088"/>
            <a:ext cx="4248472" cy="2057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170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8ECC17-AE93-4DC8-BA84-7E6D17426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使用列舉值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D842E5-9F59-4C87-8D44-91393B269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可以轉換為</a:t>
            </a:r>
            <a:r>
              <a:rPr lang="en-US" altLang="zh-TW" dirty="0"/>
              <a:t>int</a:t>
            </a:r>
            <a:r>
              <a:rPr lang="zh-TW" altLang="en-US" dirty="0"/>
              <a:t>或</a:t>
            </a:r>
            <a:r>
              <a:rPr lang="en-US" altLang="zh-TW" dirty="0"/>
              <a:t>string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可以使用</a:t>
            </a:r>
            <a:r>
              <a:rPr lang="en-US" altLang="zh-TW" dirty="0"/>
              <a:t>for</a:t>
            </a:r>
            <a:r>
              <a:rPr lang="zh-TW" altLang="en-US" dirty="0"/>
              <a:t>迴圈來讀取所有的列舉值</a:t>
            </a:r>
            <a:endParaRPr lang="en-US" altLang="zh-TW" dirty="0"/>
          </a:p>
          <a:p>
            <a:pPr lvl="1"/>
            <a:r>
              <a:rPr lang="zh-TW" altLang="en-US" dirty="0"/>
              <a:t>但要小心不規則整數的部分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95DE905-CDE2-4A03-B2C1-0DA580043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4618728"/>
            <a:ext cx="6481610" cy="114731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C2E57AB-6C36-4614-9D34-AEA3BD33D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2852936"/>
            <a:ext cx="7555391" cy="46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785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>
            <a:normAutofit/>
          </a:bodyPr>
          <a:lstStyle/>
          <a:p>
            <a:r>
              <a:rPr lang="en-US" altLang="zh-TW" dirty="0"/>
              <a:t>Lesson</a:t>
            </a:r>
            <a:r>
              <a:rPr lang="zh-TW" altLang="en-US" dirty="0"/>
              <a:t> </a:t>
            </a:r>
            <a:r>
              <a:rPr lang="en-US" altLang="zh-TW" dirty="0"/>
              <a:t>11.2</a:t>
            </a:r>
            <a:br>
              <a:rPr lang="en-US" altLang="zh-TW" dirty="0"/>
            </a:br>
            <a:r>
              <a:rPr lang="en-US" altLang="zh-TW" dirty="0"/>
              <a:t>Struct(</a:t>
            </a:r>
            <a:r>
              <a:rPr lang="zh-TW" altLang="en-US" dirty="0"/>
              <a:t>結構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課本第</a:t>
            </a:r>
            <a:r>
              <a:rPr lang="en-US" altLang="zh-TW" dirty="0"/>
              <a:t>13</a:t>
            </a:r>
            <a:r>
              <a:rPr lang="zh-TW" altLang="en-US" dirty="0"/>
              <a:t>章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en-US" altLang="zh-TW" dirty="0"/>
              <a:t>C#</a:t>
            </a:r>
            <a:r>
              <a:rPr lang="zh-TW" altLang="en-US" dirty="0"/>
              <a:t>程式設計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92527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A50BEC-A928-474C-864B-E27F718C6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結構的優點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914E33-46B0-42CC-AC34-1302D501D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我們宣告了許多變數、陣列等資源，但變數與變數之間目前無法做聯結。比如說：遊戲角色的血量、攻擊值、防禦值等等很難標記為同一角色所有。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Struct</a:t>
            </a:r>
            <a:r>
              <a:rPr lang="zh-TW" altLang="en-US" dirty="0"/>
              <a:t>結構可以解決這個問題，把同屬一個群體的資料集合起來。</a:t>
            </a:r>
          </a:p>
        </p:txBody>
      </p:sp>
    </p:spTree>
    <p:extLst>
      <p:ext uri="{BB962C8B-B14F-4D97-AF65-F5344CB8AC3E}">
        <p14:creationId xmlns:p14="http://schemas.microsoft.com/office/powerpoint/2010/main" val="1744088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AE4376-E24C-4617-8203-5CB2B40AE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建立一個結構 </a:t>
            </a:r>
            <a:r>
              <a:rPr lang="en-US" altLang="zh-TW" dirty="0"/>
              <a:t>(</a:t>
            </a:r>
            <a:r>
              <a:rPr lang="zh-TW" altLang="en-US" dirty="0"/>
              <a:t>非宣告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2E12595-CC91-4615-93CF-C3EB6AAAB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368856"/>
            <a:ext cx="5544702" cy="155195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09F7B41-8266-4EDD-9BDC-24DF836E7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4221088"/>
            <a:ext cx="3960440" cy="2319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126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6C2E03-E556-4E79-9BC8-FE4C88625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結構的宣告 </a:t>
            </a:r>
            <a:r>
              <a:rPr lang="en-US" altLang="zh-TW" dirty="0"/>
              <a:t>&amp; </a:t>
            </a:r>
            <a:r>
              <a:rPr lang="zh-TW" altLang="en-US" dirty="0"/>
              <a:t>使用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91D886-1F98-4B56-B8BB-D2596684F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宣告一個結構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取值 與 修改值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C1E30B6-170B-441E-8534-0515FC2C4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924944"/>
            <a:ext cx="2592288" cy="68857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724DB49-CB41-4F74-AA1A-51118799C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560" y="836712"/>
            <a:ext cx="3960440" cy="231992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81FD2B9-F6C4-464E-BD84-A54F6A6D7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5976" y="4797152"/>
            <a:ext cx="5706536" cy="102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358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DE53D3-B7CD-401A-89C7-268F14518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宣告一個結構與建立 </a:t>
            </a:r>
            <a:r>
              <a:rPr lang="en-US" altLang="zh-TW" dirty="0"/>
              <a:t>(new)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2DB1F3-2E9F-488A-946B-71ED2302E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當我們宣告結構時，雖然後續是可以使用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但可能會出現</a:t>
            </a:r>
            <a:r>
              <a:rPr lang="en-US" altLang="zh-TW" dirty="0"/>
              <a:t>”</a:t>
            </a:r>
            <a:r>
              <a:rPr lang="zh-TW" altLang="en-US" dirty="0"/>
              <a:t>使用未指派的變數</a:t>
            </a:r>
            <a:r>
              <a:rPr lang="en-US" altLang="zh-TW" dirty="0"/>
              <a:t>”</a:t>
            </a:r>
            <a:r>
              <a:rPr lang="zh-TW" altLang="en-US" dirty="0"/>
              <a:t>，通常我們會給予初始值，使用方法為</a:t>
            </a:r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59C46B7-BDC3-4C3F-9281-F7D4D867C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852936"/>
            <a:ext cx="2592288" cy="68857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6CC573C-8B70-49FD-A1A7-794D57C29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39" y="4653136"/>
            <a:ext cx="4857255" cy="68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125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CC8EB-1782-4BE8-A8A2-B8F0DE83F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巢狀結構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65E60D-3CB7-4805-BB27-19E97C4E1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3584" y="2249424"/>
            <a:ext cx="4762872" cy="4325112"/>
          </a:xfrm>
        </p:spPr>
        <p:txBody>
          <a:bodyPr/>
          <a:lstStyle/>
          <a:p>
            <a:r>
              <a:rPr lang="zh-TW" altLang="en-US" dirty="0"/>
              <a:t>你可以在</a:t>
            </a:r>
            <a:r>
              <a:rPr lang="en-US" altLang="zh-TW" dirty="0"/>
              <a:t>struct</a:t>
            </a:r>
            <a:r>
              <a:rPr lang="zh-TW" altLang="en-US" dirty="0"/>
              <a:t>中使用另一個</a:t>
            </a:r>
            <a:r>
              <a:rPr lang="en-US" altLang="zh-TW" dirty="0"/>
              <a:t>struct</a:t>
            </a:r>
            <a:r>
              <a:rPr lang="zh-TW" altLang="en-US" dirty="0"/>
              <a:t>變數。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你可以使用 </a:t>
            </a:r>
            <a:r>
              <a:rPr lang="en-US" altLang="zh-TW" dirty="0"/>
              <a:t>. </a:t>
            </a:r>
            <a:r>
              <a:rPr lang="zh-TW" altLang="en-US" dirty="0"/>
              <a:t>來取得內層的值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B97E7DC-D6B5-495C-BF91-8D5EF9903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330922"/>
            <a:ext cx="3168352" cy="416211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8D701565-F72B-4525-B327-899F5B77F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160" y="5013176"/>
            <a:ext cx="4757089" cy="115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846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DB638C-916D-47E8-B908-2F233CB1E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不可做</a:t>
            </a:r>
            <a:r>
              <a:rPr lang="en-US" altLang="zh-TW" dirty="0"/>
              <a:t>”</a:t>
            </a:r>
            <a:r>
              <a:rPr lang="zh-TW" altLang="en-US" dirty="0"/>
              <a:t>遞迴</a:t>
            </a:r>
            <a:r>
              <a:rPr lang="en-US" altLang="zh-TW" dirty="0"/>
              <a:t>”</a:t>
            </a:r>
            <a:r>
              <a:rPr lang="zh-TW" altLang="en-US" dirty="0"/>
              <a:t>結構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452A8D-BC24-4BBE-8893-65E736643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除了自己包含自己以外，</a:t>
            </a:r>
            <a:r>
              <a:rPr lang="en-US" altLang="zh-TW" dirty="0"/>
              <a:t>A</a:t>
            </a:r>
            <a:r>
              <a:rPr lang="zh-TW" altLang="en-US" dirty="0"/>
              <a:t>包含</a:t>
            </a:r>
            <a:r>
              <a:rPr lang="en-US" altLang="zh-TW" dirty="0"/>
              <a:t>B</a:t>
            </a:r>
            <a:r>
              <a:rPr lang="zh-TW" altLang="en-US" dirty="0"/>
              <a:t>、</a:t>
            </a:r>
            <a:r>
              <a:rPr lang="en-US" altLang="zh-TW" dirty="0"/>
              <a:t>B</a:t>
            </a:r>
            <a:r>
              <a:rPr lang="zh-TW" altLang="en-US" dirty="0"/>
              <a:t>再包含</a:t>
            </a:r>
            <a:r>
              <a:rPr lang="en-US" altLang="zh-TW" dirty="0"/>
              <a:t>A</a:t>
            </a:r>
            <a:r>
              <a:rPr lang="zh-TW" altLang="en-US" dirty="0"/>
              <a:t>也是不允許的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B7EE9C4-D834-4CD8-9451-B897E980A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3329677"/>
            <a:ext cx="4701910" cy="146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585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AAA2E1-95D5-42D5-A458-8BF1483C1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結構的函數方法 </a:t>
            </a:r>
            <a:r>
              <a:rPr lang="en-US" altLang="zh-TW" sz="3200" dirty="0"/>
              <a:t>(function/method)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5A6E62-5EEA-4E4C-BC02-635493C15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你可以在</a:t>
            </a:r>
            <a:r>
              <a:rPr lang="en-US" altLang="zh-TW" dirty="0"/>
              <a:t>struct</a:t>
            </a:r>
            <a:r>
              <a:rPr lang="zh-TW" altLang="en-US" dirty="0"/>
              <a:t>中撰寫函數 </a:t>
            </a:r>
            <a:r>
              <a:rPr lang="en-US" altLang="zh-TW" dirty="0"/>
              <a:t>(</a:t>
            </a:r>
            <a:r>
              <a:rPr lang="zh-TW" altLang="en-US" dirty="0"/>
              <a:t>稱之為成員方法 </a:t>
            </a:r>
            <a:r>
              <a:rPr lang="en-US" altLang="zh-TW" dirty="0"/>
              <a:t>member method)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7A888C0-D125-4CA1-BF3D-E7A3178DF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7" y="3123679"/>
            <a:ext cx="5468113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849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783F42-1E5A-4223-B252-18FED340E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結構的函數方法 </a:t>
            </a:r>
            <a:r>
              <a:rPr lang="en-US" altLang="zh-TW" dirty="0"/>
              <a:t>(function/method)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1237DE-70EA-4E68-8B85-534F86A45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函數使用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6D9B1BA-8C5D-46C3-BC7D-FE2998251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852936"/>
            <a:ext cx="5904656" cy="180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85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9B08B8-E109-4B7B-87F9-A0EE99B7E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建構子 </a:t>
            </a:r>
            <a:r>
              <a:rPr lang="en-US" altLang="zh-TW" dirty="0"/>
              <a:t>(Constructor)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965AD5-579A-4CC3-BD64-AE826125B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你可以建立一或多個與結構同名的函式 </a:t>
            </a:r>
            <a:r>
              <a:rPr lang="en-US" altLang="zh-TW" dirty="0"/>
              <a:t>(</a:t>
            </a:r>
            <a:r>
              <a:rPr lang="zh-TW" altLang="en-US" dirty="0"/>
              <a:t>無回傳值</a:t>
            </a:r>
            <a:r>
              <a:rPr lang="en-US" altLang="zh-TW" dirty="0"/>
              <a:t>)</a:t>
            </a:r>
            <a:r>
              <a:rPr lang="zh-TW" altLang="en-US" dirty="0"/>
              <a:t>，稱為建構子，為</a:t>
            </a:r>
            <a:endParaRPr lang="en-US" altLang="zh-TW" dirty="0"/>
          </a:p>
          <a:p>
            <a:pPr lvl="1"/>
            <a:r>
              <a:rPr lang="zh-TW" altLang="en-US" dirty="0"/>
              <a:t>預設會有一個空的建構子</a:t>
            </a:r>
            <a:endParaRPr lang="en-US" altLang="zh-TW" dirty="0"/>
          </a:p>
          <a:p>
            <a:r>
              <a:rPr lang="zh-TW" altLang="en-US" dirty="0"/>
              <a:t>在目前</a:t>
            </a:r>
            <a:r>
              <a:rPr lang="en-US" altLang="zh-TW" dirty="0"/>
              <a:t>C#</a:t>
            </a:r>
            <a:r>
              <a:rPr lang="zh-TW" altLang="en-US" dirty="0"/>
              <a:t>版本中，你必須指定所有值的初始值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2BEF86D-68FC-4053-82CD-36EF0BEF0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4077072"/>
            <a:ext cx="4544098" cy="265072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93017C0-5722-4B83-AE9E-EC8E7F8B4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298" y="5700117"/>
            <a:ext cx="4035198" cy="38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0317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1146</TotalTime>
  <Words>550</Words>
  <Application>Microsoft Office PowerPoint</Application>
  <PresentationFormat>如螢幕大小 (4:3)</PresentationFormat>
  <Paragraphs>75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微軟正黑體</vt:lpstr>
      <vt:lpstr>Arial</vt:lpstr>
      <vt:lpstr>Georgia</vt:lpstr>
      <vt:lpstr>Wingdings 2</vt:lpstr>
      <vt:lpstr>都會</vt:lpstr>
      <vt:lpstr>Lesson 11 Enum(列舉) 與 Struct(結構)</vt:lpstr>
      <vt:lpstr>Lesson 11.1 Enum(列舉)</vt:lpstr>
      <vt:lpstr>列舉的優點</vt:lpstr>
      <vt:lpstr>建立列舉 (非宣告)</vt:lpstr>
      <vt:lpstr>建立列舉 (非宣告)</vt:lpstr>
      <vt:lpstr>宣告一個列舉值</vt:lpstr>
      <vt:lpstr>使用列舉值</vt:lpstr>
      <vt:lpstr>Lesson 11.2 Struct(結構)</vt:lpstr>
      <vt:lpstr>結構的優點</vt:lpstr>
      <vt:lpstr>建立一個結構 (非宣告)</vt:lpstr>
      <vt:lpstr>結構的宣告 &amp; 使用</vt:lpstr>
      <vt:lpstr>宣告一個結構與建立 (new)</vt:lpstr>
      <vt:lpstr>巢狀結構</vt:lpstr>
      <vt:lpstr>不可做”遞迴”結構</vt:lpstr>
      <vt:lpstr>結構的函數方法 (function/method)</vt:lpstr>
      <vt:lpstr>結構的函數方法 (function/method)</vt:lpstr>
      <vt:lpstr>建構子 (Constructor)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user</cp:lastModifiedBy>
  <cp:revision>108</cp:revision>
  <dcterms:created xsi:type="dcterms:W3CDTF">2024-11-18T05:57:07Z</dcterms:created>
  <dcterms:modified xsi:type="dcterms:W3CDTF">2025-04-08T11:24:30Z</dcterms:modified>
</cp:coreProperties>
</file>