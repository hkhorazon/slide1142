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71" r:id="rId3"/>
    <p:sldId id="268" r:id="rId4"/>
    <p:sldId id="269" r:id="rId5"/>
    <p:sldId id="267" r:id="rId6"/>
    <p:sldId id="273" r:id="rId7"/>
    <p:sldId id="274" r:id="rId8"/>
    <p:sldId id="272" r:id="rId9"/>
    <p:sldId id="277" r:id="rId10"/>
    <p:sldId id="278" r:id="rId11"/>
    <p:sldId id="279" r:id="rId12"/>
    <p:sldId id="275" r:id="rId13"/>
    <p:sldId id="276" r:id="rId14"/>
    <p:sldId id="280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/>
              <a:t>8</a:t>
            </a:r>
            <a:br>
              <a:rPr lang="en-US" altLang="zh-TW" dirty="0"/>
            </a:br>
            <a:r>
              <a:rPr lang="zh-TW" altLang="en-US" dirty="0"/>
              <a:t>迴圈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8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迴圈的種類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While</a:t>
            </a:r>
          </a:p>
          <a:p>
            <a:r>
              <a:rPr lang="en-US" altLang="zh-TW" dirty="0"/>
              <a:t>do-while</a:t>
            </a:r>
          </a:p>
          <a:p>
            <a:endParaRPr lang="en-US" altLang="zh-TW" dirty="0"/>
          </a:p>
          <a:p>
            <a:r>
              <a:rPr lang="en-US" altLang="zh-TW" dirty="0"/>
              <a:t>for</a:t>
            </a:r>
          </a:p>
          <a:p>
            <a:r>
              <a:rPr lang="en-US" altLang="zh-TW" dirty="0" err="1"/>
              <a:t>foreach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while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/>
              <a:t>while(</a:t>
            </a:r>
            <a:r>
              <a:rPr lang="zh-TW" altLang="en-US" dirty="0"/>
              <a:t>條件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{</a:t>
            </a:r>
          </a:p>
          <a:p>
            <a:pPr>
              <a:buNone/>
            </a:pPr>
            <a:r>
              <a:rPr lang="en-US" altLang="zh-TW" dirty="0"/>
              <a:t>	//</a:t>
            </a:r>
            <a:r>
              <a:rPr lang="zh-TW" altLang="en-US" dirty="0"/>
              <a:t>迴圈內容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}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9058" y="3924572"/>
            <a:ext cx="4643470" cy="2528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do-while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/>
              <a:t>do</a:t>
            </a:r>
          </a:p>
          <a:p>
            <a:pPr>
              <a:buNone/>
            </a:pPr>
            <a:r>
              <a:rPr lang="en-US" altLang="zh-TW" dirty="0"/>
              <a:t>{</a:t>
            </a:r>
          </a:p>
          <a:p>
            <a:pPr>
              <a:buNone/>
            </a:pPr>
            <a:r>
              <a:rPr lang="en-US" altLang="zh-TW" dirty="0"/>
              <a:t>	//</a:t>
            </a:r>
            <a:r>
              <a:rPr lang="zh-TW" altLang="en-US" dirty="0"/>
              <a:t>迴圈內容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}</a:t>
            </a:r>
          </a:p>
          <a:p>
            <a:pPr>
              <a:buNone/>
            </a:pPr>
            <a:r>
              <a:rPr lang="en-US" altLang="zh-TW" dirty="0"/>
              <a:t>while(</a:t>
            </a:r>
            <a:r>
              <a:rPr lang="zh-TW" altLang="en-US" dirty="0"/>
              <a:t>條件</a:t>
            </a:r>
            <a:r>
              <a:rPr lang="en-US" altLang="zh-TW" dirty="0"/>
              <a:t>)</a:t>
            </a:r>
            <a:r>
              <a:rPr lang="en-US" altLang="zh-TW" b="1" dirty="0">
                <a:solidFill>
                  <a:srgbClr val="FF0000"/>
                </a:solidFill>
              </a:rPr>
              <a:t>;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4" y="3811880"/>
            <a:ext cx="3643338" cy="2765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</a:t>
            </a:r>
            <a:r>
              <a:rPr lang="zh-TW" altLang="en-US" dirty="0"/>
              <a:t>迴圈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/>
              <a:t>for(</a:t>
            </a:r>
            <a:r>
              <a:rPr lang="zh-TW" altLang="en-US" dirty="0"/>
              <a:t>初始設定式</a:t>
            </a:r>
            <a:r>
              <a:rPr lang="en-US" altLang="zh-TW" dirty="0"/>
              <a:t>;</a:t>
            </a:r>
            <a:r>
              <a:rPr lang="zh-TW" altLang="en-US" dirty="0"/>
              <a:t>條件區段</a:t>
            </a:r>
            <a:r>
              <a:rPr lang="en-US" altLang="zh-TW" dirty="0"/>
              <a:t>;</a:t>
            </a:r>
            <a:r>
              <a:rPr lang="zh-TW" altLang="en-US" dirty="0"/>
              <a:t>迭代器</a:t>
            </a:r>
            <a:r>
              <a:rPr lang="en-US" altLang="zh-TW" dirty="0"/>
              <a:t>)</a:t>
            </a:r>
          </a:p>
          <a:p>
            <a:pPr>
              <a:buNone/>
            </a:pPr>
            <a:r>
              <a:rPr lang="en-US" altLang="zh-TW" dirty="0"/>
              <a:t>{</a:t>
            </a:r>
          </a:p>
          <a:p>
            <a:pPr>
              <a:buNone/>
            </a:pPr>
            <a:r>
              <a:rPr lang="en-US" altLang="zh-TW" dirty="0"/>
              <a:t>	//</a:t>
            </a:r>
            <a:r>
              <a:rPr lang="zh-TW" altLang="en-US" dirty="0"/>
              <a:t>迴圈內容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6314" y="3071810"/>
            <a:ext cx="4059422" cy="2114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5357826"/>
            <a:ext cx="3929090" cy="1313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785794"/>
            <a:ext cx="4214842" cy="2295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429000"/>
            <a:ext cx="3643338" cy="2765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3929066"/>
            <a:ext cx="4333709" cy="22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思考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只是為了計算</a:t>
            </a:r>
            <a:r>
              <a:rPr lang="en-US" altLang="zh-TW" dirty="0"/>
              <a:t>0</a:t>
            </a:r>
            <a:r>
              <a:rPr lang="zh-TW" altLang="en-US" dirty="0"/>
              <a:t>加到</a:t>
            </a:r>
            <a:r>
              <a:rPr lang="en-US" altLang="zh-TW" dirty="0"/>
              <a:t>9</a:t>
            </a:r>
            <a:r>
              <a:rPr lang="zh-TW" altLang="en-US" dirty="0"/>
              <a:t>，那使用</a:t>
            </a:r>
            <a:r>
              <a:rPr lang="zh-TW" altLang="en-US" b="1" dirty="0"/>
              <a:t>梯形公式</a:t>
            </a:r>
            <a:r>
              <a:rPr lang="zh-TW" altLang="en-US" dirty="0"/>
              <a:t>就好了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643314"/>
            <a:ext cx="7004385" cy="1676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無窮迴圈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因為有意或無意，而使迴圈無法結束，程式會被困在該迴圈。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4500570"/>
            <a:ext cx="2923901" cy="1866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3286124"/>
            <a:ext cx="3000396" cy="10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3214686"/>
            <a:ext cx="3500462" cy="1706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多重迴圈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九九乘法表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576" y="2855795"/>
            <a:ext cx="6096597" cy="1501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15206" y="928670"/>
            <a:ext cx="1000132" cy="2900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15206" y="4429132"/>
            <a:ext cx="1000132" cy="2330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文字方塊 10"/>
          <p:cNvSpPr txBox="1"/>
          <p:nvPr/>
        </p:nvSpPr>
        <p:spPr>
          <a:xfrm>
            <a:off x="7467928" y="3929066"/>
            <a:ext cx="461665" cy="4286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/>
              <a:t>…..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多重迴圈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印出實心正方形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429000"/>
            <a:ext cx="6214141" cy="249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00892" y="4500570"/>
            <a:ext cx="1714512" cy="1493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多重迴圈 與 </a:t>
            </a:r>
            <a:r>
              <a:rPr lang="en-US" altLang="zh-TW" dirty="0"/>
              <a:t>if</a:t>
            </a:r>
            <a:endParaRPr lang="zh-TW" altLang="en-US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印出空心正方形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643314"/>
            <a:ext cx="8145463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00892" y="1643050"/>
            <a:ext cx="1714512" cy="168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跳躍陳述式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continue</a:t>
            </a:r>
          </a:p>
          <a:p>
            <a:pPr lvl="1"/>
            <a:r>
              <a:rPr lang="zh-TW" altLang="en-US" dirty="0"/>
              <a:t>會直接跳到內部迴圈的結束 </a:t>
            </a:r>
            <a:r>
              <a:rPr lang="en-US" altLang="zh-TW" dirty="0"/>
              <a:t>}</a:t>
            </a:r>
            <a:r>
              <a:rPr lang="zh-TW" altLang="en-US" dirty="0"/>
              <a:t>，並</a:t>
            </a:r>
            <a:r>
              <a:rPr lang="zh-TW" altLang="en-US" b="1" dirty="0"/>
              <a:t>開始下一段迴圈</a:t>
            </a:r>
            <a:endParaRPr lang="en-US" altLang="zh-TW" b="1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643314"/>
            <a:ext cx="5304039" cy="2681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2264" y="4214818"/>
            <a:ext cx="2228091" cy="2090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跳躍陳述式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break</a:t>
            </a:r>
          </a:p>
          <a:p>
            <a:pPr lvl="1"/>
            <a:r>
              <a:rPr lang="zh-TW" altLang="en-US" dirty="0"/>
              <a:t>會直接跳到內部迴圈的結束 </a:t>
            </a:r>
            <a:r>
              <a:rPr lang="en-US" altLang="zh-TW" dirty="0"/>
              <a:t>}</a:t>
            </a:r>
            <a:r>
              <a:rPr lang="zh-TW" altLang="en-US" dirty="0"/>
              <a:t>，並</a:t>
            </a:r>
            <a:r>
              <a:rPr lang="zh-TW" altLang="en-US" b="1" dirty="0"/>
              <a:t>結束</a:t>
            </a:r>
            <a:r>
              <a:rPr lang="zh-TW" altLang="en-US" dirty="0"/>
              <a:t>該迴圈</a:t>
            </a:r>
            <a:endParaRPr lang="en-US" altLang="zh-TW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784954"/>
            <a:ext cx="5357850" cy="2568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6578" y="4214818"/>
            <a:ext cx="2083781" cy="2057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跳躍陳述式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如何跳脫多個迴圈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使用</a:t>
            </a:r>
            <a:r>
              <a:rPr lang="en-US" altLang="zh-TW" dirty="0" err="1"/>
              <a:t>goto</a:t>
            </a:r>
            <a:endParaRPr lang="en-US" altLang="zh-TW" dirty="0"/>
          </a:p>
          <a:p>
            <a:pPr lvl="1"/>
            <a:r>
              <a:rPr lang="zh-TW" altLang="en-US" dirty="0"/>
              <a:t>仍然建議不要使用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使用</a:t>
            </a:r>
            <a:r>
              <a:rPr lang="en-US" altLang="zh-TW" dirty="0"/>
              <a:t>return</a:t>
            </a:r>
          </a:p>
          <a:p>
            <a:pPr lvl="1"/>
            <a:r>
              <a:rPr lang="zh-TW" altLang="en-US" dirty="0"/>
              <a:t>可跳脫</a:t>
            </a:r>
            <a:r>
              <a:rPr lang="en-US" altLang="zh-TW" dirty="0"/>
              <a:t>function (</a:t>
            </a:r>
            <a:r>
              <a:rPr lang="zh-TW" altLang="en-US" dirty="0"/>
              <a:t>函數</a:t>
            </a:r>
            <a:r>
              <a:rPr lang="en-US" altLang="zh-TW" dirty="0"/>
              <a:t>)</a:t>
            </a:r>
            <a:r>
              <a:rPr lang="zh-TW" altLang="en-US" dirty="0"/>
              <a:t>，即跳脫所有迴圈</a:t>
            </a:r>
            <a:endParaRPr lang="en-US" altLang="zh-TW" dirty="0"/>
          </a:p>
          <a:p>
            <a:pPr lvl="1"/>
            <a:r>
              <a:rPr lang="zh-TW" altLang="en-US" dirty="0"/>
              <a:t>會在函數中教學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1655</TotalTime>
  <Words>213</Words>
  <Application>Microsoft Office PowerPoint</Application>
  <PresentationFormat>如螢幕大小 (4:3)</PresentationFormat>
  <Paragraphs>54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Georgia</vt:lpstr>
      <vt:lpstr>Wingdings 2</vt:lpstr>
      <vt:lpstr>都會</vt:lpstr>
      <vt:lpstr>Lesson 8 迴圈</vt:lpstr>
      <vt:lpstr>迴圈的種類</vt:lpstr>
      <vt:lpstr>while迴圈</vt:lpstr>
      <vt:lpstr>do-while迴圈</vt:lpstr>
      <vt:lpstr>for迴圈</vt:lpstr>
      <vt:lpstr>比較</vt:lpstr>
      <vt:lpstr>思考</vt:lpstr>
      <vt:lpstr>無窮迴圈</vt:lpstr>
      <vt:lpstr>多重迴圈</vt:lpstr>
      <vt:lpstr>多重迴圈</vt:lpstr>
      <vt:lpstr>多重迴圈 與 if</vt:lpstr>
      <vt:lpstr>跳躍陳述式</vt:lpstr>
      <vt:lpstr>跳躍陳述式</vt:lpstr>
      <vt:lpstr>跳躍陳述式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120</cp:revision>
  <dcterms:created xsi:type="dcterms:W3CDTF">2024-11-18T05:57:07Z</dcterms:created>
  <dcterms:modified xsi:type="dcterms:W3CDTF">2025-03-10T00:32:26Z</dcterms:modified>
</cp:coreProperties>
</file>