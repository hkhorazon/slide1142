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66" r:id="rId2"/>
    <p:sldId id="268" r:id="rId3"/>
    <p:sldId id="269" r:id="rId4"/>
    <p:sldId id="267" r:id="rId5"/>
    <p:sldId id="270" r:id="rId6"/>
    <p:sldId id="276" r:id="rId7"/>
    <p:sldId id="271" r:id="rId8"/>
    <p:sldId id="272" r:id="rId9"/>
    <p:sldId id="278" r:id="rId10"/>
    <p:sldId id="279" r:id="rId11"/>
    <p:sldId id="280" r:id="rId12"/>
    <p:sldId id="273" r:id="rId13"/>
    <p:sldId id="274" r:id="rId14"/>
    <p:sldId id="277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90406-7CC6-4B57-900F-46296DC2997E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04412-728A-4059-B0D7-4256E8913E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04412-728A-4059-B0D7-4256E8913E66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9</a:t>
            </a:r>
            <a:br>
              <a:rPr lang="en-US" altLang="zh-TW" dirty="0"/>
            </a:br>
            <a:r>
              <a:rPr lang="zh-TW" altLang="en-US" dirty="0"/>
              <a:t>字元</a:t>
            </a:r>
            <a:r>
              <a:rPr lang="en-US" altLang="zh-TW" dirty="0"/>
              <a:t>(Char)</a:t>
            </a:r>
            <a:r>
              <a:rPr lang="zh-TW" altLang="en-US" dirty="0"/>
              <a:t>與字串</a:t>
            </a:r>
            <a:r>
              <a:rPr lang="en-US" altLang="zh-TW" dirty="0"/>
              <a:t>(String)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10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char </a:t>
            </a:r>
            <a:r>
              <a:rPr lang="zh-TW" altLang="en-US" dirty="0"/>
              <a:t>或 </a:t>
            </a:r>
            <a:r>
              <a:rPr lang="en-US" altLang="zh-TW" dirty="0" err="1"/>
              <a:t>System.Char</a:t>
            </a:r>
            <a:endParaRPr lang="en-US" altLang="zh-TW" dirty="0"/>
          </a:p>
          <a:p>
            <a:r>
              <a:rPr lang="zh-TW" altLang="en-US" dirty="0"/>
              <a:t>儲存一個字元 </a:t>
            </a:r>
            <a:r>
              <a:rPr lang="en-US" altLang="zh-TW" dirty="0"/>
              <a:t>(Unicode</a:t>
            </a:r>
            <a:r>
              <a:rPr lang="zh-TW" altLang="en-US" dirty="0"/>
              <a:t> </a:t>
            </a:r>
            <a:r>
              <a:rPr lang="en-US" altLang="zh-TW" dirty="0"/>
              <a:t>UTF-16)</a:t>
            </a:r>
          </a:p>
          <a:p>
            <a:endParaRPr lang="en-US" altLang="zh-TW" dirty="0"/>
          </a:p>
          <a:p>
            <a:r>
              <a:rPr lang="zh-TW" altLang="en-US" dirty="0"/>
              <a:t>宣告一個字元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可隱含轉換為大多數的數字型態</a:t>
            </a:r>
            <a:endParaRPr lang="en-US" altLang="zh-TW" dirty="0"/>
          </a:p>
          <a:p>
            <a:pPr lvl="1"/>
            <a:r>
              <a:rPr lang="en-US" altLang="zh-TW" dirty="0" err="1"/>
              <a:t>ushort,int,uint,long,ulong,float,double,decimal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152909"/>
            <a:ext cx="27813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字元的其他賦予值的方式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3786190"/>
            <a:ext cx="4857784" cy="246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內容版面配置區 2"/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英文、中文、其他語言</a:t>
            </a:r>
            <a:endParaRPr kumimoji="0" lang="en-US" altLang="zh-TW" sz="2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編碼或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</a:t>
            </a: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進位編碼</a:t>
            </a:r>
            <a:endParaRPr kumimoji="0" lang="en-US" altLang="zh-TW" sz="2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以數值方式轉換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宣告字串並初始化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string </a:t>
            </a:r>
            <a:r>
              <a:rPr lang="zh-TW" altLang="en-US" dirty="0"/>
              <a:t>或 </a:t>
            </a:r>
            <a:r>
              <a:rPr lang="en-US" altLang="zh-TW" dirty="0" err="1"/>
              <a:t>System.String</a:t>
            </a:r>
            <a:endParaRPr lang="en-US" altLang="zh-TW" dirty="0"/>
          </a:p>
          <a:p>
            <a:r>
              <a:rPr lang="zh-TW" altLang="en-US" dirty="0"/>
              <a:t>儲存字串 </a:t>
            </a:r>
            <a:r>
              <a:rPr lang="en-US" altLang="zh-TW" dirty="0"/>
              <a:t>(</a:t>
            </a:r>
            <a:r>
              <a:rPr lang="zh-TW" altLang="en-US" dirty="0"/>
              <a:t>一串字元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宣告一 個字串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D5864B-1F92-A574-532F-553B2B88E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221088"/>
            <a:ext cx="6863604" cy="16853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字串的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加法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301208"/>
            <a:ext cx="8229600" cy="1273328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同樣是加法，但功能不同，這種概念稱為多載</a:t>
            </a:r>
            <a:r>
              <a:rPr lang="en-US" altLang="zh-TW" dirty="0"/>
              <a:t>(Overloading)</a:t>
            </a:r>
            <a:r>
              <a:rPr lang="zh-TW" altLang="en-US" dirty="0"/>
              <a:t>，由於是加法，又為運算子多載</a:t>
            </a:r>
            <a:r>
              <a:rPr lang="en-US" altLang="zh-TW" dirty="0"/>
              <a:t>(Operator Overloading)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98B648B-3F2B-5BDB-8FFC-FF9FCC748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80928"/>
            <a:ext cx="6523986" cy="10501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E19289A-E632-B1AC-AE67-0307B9121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293096"/>
            <a:ext cx="6470190" cy="783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C941C-3C37-B277-346A-A2131219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ToString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169B4B-A8F1-CBAC-B6EC-503B6C975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所有型態</a:t>
            </a:r>
            <a:r>
              <a:rPr lang="en-US" altLang="zh-TW" dirty="0"/>
              <a:t>/</a:t>
            </a:r>
            <a:r>
              <a:rPr lang="zh-TW" altLang="en-US" dirty="0"/>
              <a:t>物件都有</a:t>
            </a:r>
            <a:r>
              <a:rPr lang="en-US" altLang="zh-TW" dirty="0"/>
              <a:t>.</a:t>
            </a:r>
            <a:r>
              <a:rPr lang="en-US" altLang="zh-TW" dirty="0" err="1"/>
              <a:t>ToString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08AD526-1AA0-EB86-9519-C0673C39A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4" y="4307944"/>
            <a:ext cx="8917671" cy="53591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58EB803-A1AB-79B3-5989-A3905B62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7025"/>
            <a:ext cx="6470190" cy="78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6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字串的格式化 </a:t>
            </a:r>
            <a:r>
              <a:rPr lang="en-US" altLang="zh-TW" dirty="0"/>
              <a:t>(Format)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933056"/>
            <a:ext cx="8229600" cy="2641480"/>
          </a:xfrm>
        </p:spPr>
        <p:txBody>
          <a:bodyPr/>
          <a:lstStyle/>
          <a:p>
            <a:r>
              <a:rPr lang="en-US" altLang="zh-TW" dirty="0" err="1"/>
              <a:t>string.Format</a:t>
            </a:r>
            <a:r>
              <a:rPr lang="en-US" altLang="zh-TW" dirty="0"/>
              <a:t>(</a:t>
            </a:r>
            <a:r>
              <a:rPr lang="zh-TW" altLang="en-US" dirty="0"/>
              <a:t>字串</a:t>
            </a:r>
            <a:r>
              <a:rPr lang="en-US" altLang="zh-TW" dirty="0"/>
              <a:t>,</a:t>
            </a:r>
            <a:r>
              <a:rPr lang="zh-TW" altLang="en-US" dirty="0"/>
              <a:t>參數</a:t>
            </a:r>
            <a:r>
              <a:rPr lang="en-US" altLang="zh-TW" dirty="0"/>
              <a:t>0,</a:t>
            </a:r>
            <a:r>
              <a:rPr lang="zh-TW" altLang="en-US" dirty="0"/>
              <a:t>參數</a:t>
            </a:r>
            <a:r>
              <a:rPr lang="en-US" altLang="zh-TW" dirty="0"/>
              <a:t>1….);</a:t>
            </a:r>
          </a:p>
          <a:p>
            <a:endParaRPr lang="en-US" altLang="zh-TW" dirty="0"/>
          </a:p>
          <a:p>
            <a:r>
              <a:rPr lang="zh-TW" altLang="en-US" dirty="0"/>
              <a:t>將後續參數物件轉換為字串，並取代字串的對應參數中。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AD1F2A4-203A-A96A-87A4-68C428DC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5" y="2636912"/>
            <a:ext cx="9144000" cy="8954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字串的格式化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($)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852080"/>
            <a:ext cx="8229600" cy="2722456"/>
          </a:xfrm>
        </p:spPr>
        <p:txBody>
          <a:bodyPr/>
          <a:lstStyle/>
          <a:p>
            <a:r>
              <a:rPr lang="zh-TW" altLang="en-US" dirty="0"/>
              <a:t>類似於</a:t>
            </a:r>
            <a:r>
              <a:rPr lang="en-US" altLang="zh-TW" dirty="0"/>
              <a:t>Format</a:t>
            </a:r>
            <a:r>
              <a:rPr lang="zh-TW" altLang="en-US" dirty="0"/>
              <a:t>，但這邊可以吃變數名稱，甚至是額外運算。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54B7B4-3851-5969-BB4B-0AC8E5B90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2" y="2290795"/>
            <a:ext cx="8494896" cy="135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20F34A-6EF3-256F-E85D-F0B5C4F1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</a:t>
            </a:r>
            <a:r>
              <a:rPr lang="zh-TW" altLang="en-US" dirty="0"/>
              <a:t>常用函數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F3EF18-CC33-7F77-9ACB-8B836A00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分割</a:t>
            </a:r>
            <a:r>
              <a:rPr lang="en-US" altLang="zh-TW" dirty="0"/>
              <a:t>Split() </a:t>
            </a:r>
            <a:r>
              <a:rPr lang="zh-TW" altLang="en-US" dirty="0"/>
              <a:t>與 合併</a:t>
            </a:r>
            <a:r>
              <a:rPr lang="en-US" altLang="zh-TW" dirty="0"/>
              <a:t>Join()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取代</a:t>
            </a:r>
            <a:r>
              <a:rPr lang="en-US" altLang="zh-TW" dirty="0"/>
              <a:t>Replace()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英文全大寫</a:t>
            </a:r>
            <a:r>
              <a:rPr lang="en-US" altLang="zh-TW" dirty="0" err="1"/>
              <a:t>ToUpper</a:t>
            </a:r>
            <a:r>
              <a:rPr lang="en-US" altLang="zh-TW" dirty="0"/>
              <a:t>(),</a:t>
            </a:r>
            <a:r>
              <a:rPr lang="zh-TW" altLang="en-US" dirty="0"/>
              <a:t>全小寫</a:t>
            </a:r>
            <a:r>
              <a:rPr lang="en-US" altLang="zh-TW" dirty="0" err="1"/>
              <a:t>ToLower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06F5E9-88DB-5997-F6AF-C82931A43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23" y="2780928"/>
            <a:ext cx="7129154" cy="147322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1B46FD4-757D-2F4C-29E9-D4993B8A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157192"/>
            <a:ext cx="6028271" cy="64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68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94EA6-0687-2C3B-E750-A961B607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</a:t>
            </a:r>
            <a:r>
              <a:rPr lang="zh-TW" altLang="en-US" dirty="0"/>
              <a:t>常用函數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FE83DD-18B5-E8EB-90E8-246C64F4F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去除前後字元  </a:t>
            </a:r>
            <a:r>
              <a:rPr lang="en-US" altLang="zh-TW" dirty="0"/>
              <a:t>Trim(), </a:t>
            </a:r>
            <a:r>
              <a:rPr lang="en-US" altLang="zh-TW" dirty="0" err="1"/>
              <a:t>TrimStart</a:t>
            </a:r>
            <a:r>
              <a:rPr lang="en-US" altLang="zh-TW" dirty="0"/>
              <a:t> (), </a:t>
            </a:r>
            <a:r>
              <a:rPr lang="en-US" altLang="zh-TW" dirty="0" err="1"/>
              <a:t>TrimEnd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長度 </a:t>
            </a:r>
            <a:r>
              <a:rPr lang="en-US" altLang="zh-TW" dirty="0"/>
              <a:t>Length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子字串 </a:t>
            </a:r>
            <a:r>
              <a:rPr lang="en-US" altLang="zh-TW" dirty="0" err="1"/>
              <a:t>SubString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23E97C-555B-1ABB-F70E-40006233C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837994"/>
            <a:ext cx="5649301" cy="57690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E3E4FB9-A0F8-A4B1-8F6E-EC9980D3F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1" y="4221088"/>
            <a:ext cx="5614420" cy="68773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60E0BE6-45E5-AD87-1420-71220C968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743" y="5628064"/>
            <a:ext cx="6344593" cy="5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4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8DACD-4585-2B12-7366-D440D079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</a:t>
            </a:r>
            <a:r>
              <a:rPr lang="zh-TW" altLang="en-US" dirty="0"/>
              <a:t>常用函數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DD525E-CDF4-7174-121E-5A2B9FA06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刪除 </a:t>
            </a:r>
            <a:r>
              <a:rPr lang="en-US" altLang="zh-TW" dirty="0"/>
              <a:t>Remove()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插入 </a:t>
            </a:r>
            <a:r>
              <a:rPr lang="en-US" altLang="zh-TW" dirty="0"/>
              <a:t>Insert()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判斷包含 </a:t>
            </a:r>
            <a:r>
              <a:rPr lang="en-US" altLang="zh-TW" dirty="0"/>
              <a:t>Contains()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18F277B-8709-2CFA-DA78-D676C6C6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852936"/>
            <a:ext cx="6279104" cy="57606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2199675-1921-51B0-BED2-82894A900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229775"/>
            <a:ext cx="6048672" cy="50405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299B99-D6E4-BB36-013D-58A7BDA4D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715000"/>
            <a:ext cx="6360131" cy="55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1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C#</a:t>
            </a:r>
            <a:r>
              <a:rPr lang="zh-TW" altLang="en-US" dirty="0"/>
              <a:t>處理</a:t>
            </a:r>
            <a:r>
              <a:rPr lang="zh-TW" altLang="en-US"/>
              <a:t>字串的方式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產生一個從</a:t>
            </a:r>
            <a:r>
              <a:rPr lang="en-US" altLang="zh-TW" dirty="0"/>
              <a:t>0-9</a:t>
            </a:r>
            <a:r>
              <a:rPr lang="zh-TW" altLang="en-US" dirty="0"/>
              <a:t>的字串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此時在記憶體會產生</a:t>
            </a:r>
            <a:r>
              <a:rPr lang="en-US" altLang="zh-TW" dirty="0"/>
              <a:t>19</a:t>
            </a:r>
            <a:r>
              <a:rPr lang="zh-TW" altLang="en-US" dirty="0"/>
              <a:t>個字串</a:t>
            </a:r>
            <a:endParaRPr lang="en-US" altLang="zh-TW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496"/>
            <a:ext cx="6935787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5214950"/>
            <a:ext cx="3929090" cy="448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StringBuilder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StringBuilder</a:t>
            </a:r>
            <a:r>
              <a:rPr lang="zh-TW" altLang="en-US" dirty="0"/>
              <a:t>是一個</a:t>
            </a:r>
            <a:r>
              <a:rPr lang="zh-TW" altLang="en-US" b="1" dirty="0"/>
              <a:t>類別</a:t>
            </a:r>
            <a:r>
              <a:rPr lang="en-US" altLang="zh-TW" b="1" dirty="0"/>
              <a:t>(class)</a:t>
            </a:r>
            <a:r>
              <a:rPr lang="zh-TW" altLang="en-US" dirty="0"/>
              <a:t>，必須先建立一個</a:t>
            </a:r>
            <a:r>
              <a:rPr lang="zh-TW" altLang="en-US" b="1" dirty="0"/>
              <a:t>實例</a:t>
            </a:r>
            <a:r>
              <a:rPr lang="en-US" altLang="zh-TW" b="1" dirty="0"/>
              <a:t>(instance)</a:t>
            </a:r>
            <a:r>
              <a:rPr lang="zh-TW" altLang="en-US" dirty="0"/>
              <a:t>才能使用。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59F03A-85EA-0A5A-1914-548EDE59B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91" y="3284984"/>
            <a:ext cx="7257018" cy="18170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1A2252-BD67-1ABD-97DA-C0071AA1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StringBuilder</a:t>
            </a:r>
            <a:r>
              <a:rPr lang="zh-TW" altLang="en-US" dirty="0"/>
              <a:t>常用函數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25632A-DB57-AF14-DAE1-4D224701B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新增 </a:t>
            </a:r>
            <a:r>
              <a:rPr lang="en-US" altLang="zh-TW" dirty="0"/>
              <a:t>(</a:t>
            </a:r>
            <a:r>
              <a:rPr lang="zh-TW" altLang="en-US" dirty="0"/>
              <a:t>接在後面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Append()</a:t>
            </a:r>
          </a:p>
          <a:p>
            <a:pPr lvl="1"/>
            <a:r>
              <a:rPr lang="en-US" altLang="zh-TW" dirty="0" err="1"/>
              <a:t>AppendLine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 err="1"/>
              <a:t>AppendFormat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 err="1"/>
              <a:t>AppendJoin</a:t>
            </a:r>
            <a:r>
              <a:rPr lang="en-US" altLang="zh-TW" dirty="0"/>
              <a:t>()</a:t>
            </a:r>
          </a:p>
          <a:p>
            <a:r>
              <a:rPr lang="zh-TW" altLang="en-US" dirty="0"/>
              <a:t>取代 </a:t>
            </a:r>
            <a:r>
              <a:rPr lang="en-US" altLang="zh-TW" dirty="0"/>
              <a:t>Replace()</a:t>
            </a:r>
          </a:p>
          <a:p>
            <a:r>
              <a:rPr lang="zh-TW" altLang="en-US" dirty="0"/>
              <a:t>插入 </a:t>
            </a:r>
            <a:r>
              <a:rPr lang="en-US" altLang="zh-TW" dirty="0"/>
              <a:t>Insert()</a:t>
            </a:r>
          </a:p>
          <a:p>
            <a:r>
              <a:rPr lang="zh-TW" altLang="en-US" dirty="0"/>
              <a:t>刪除 </a:t>
            </a:r>
            <a:r>
              <a:rPr lang="en-US" altLang="zh-TW" dirty="0"/>
              <a:t>Remove()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3705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1322</TotalTime>
  <Words>324</Words>
  <Application>Microsoft Office PowerPoint</Application>
  <PresentationFormat>如螢幕大小 (4:3)</PresentationFormat>
  <Paragraphs>82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Wingdings 2</vt:lpstr>
      <vt:lpstr>都會</vt:lpstr>
      <vt:lpstr>Lesson 9 字元(Char)與字串(String)</vt:lpstr>
      <vt:lpstr>字元</vt:lpstr>
      <vt:lpstr>字元的其他賦予值的方式</vt:lpstr>
      <vt:lpstr>宣告字串並初始化</vt:lpstr>
      <vt:lpstr>字串的+ (加法)</vt:lpstr>
      <vt:lpstr>ToString()</vt:lpstr>
      <vt:lpstr>字串的格式化 (Format)</vt:lpstr>
      <vt:lpstr>字串的格式化2 ($)</vt:lpstr>
      <vt:lpstr>String常用函數</vt:lpstr>
      <vt:lpstr>String常用函數</vt:lpstr>
      <vt:lpstr>String常用函數</vt:lpstr>
      <vt:lpstr>C#處理字串的方式</vt:lpstr>
      <vt:lpstr>StringBuilder</vt:lpstr>
      <vt:lpstr>StringBuilder常用函數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108</cp:revision>
  <dcterms:created xsi:type="dcterms:W3CDTF">2024-11-18T05:57:07Z</dcterms:created>
  <dcterms:modified xsi:type="dcterms:W3CDTF">2025-02-14T01:35:22Z</dcterms:modified>
</cp:coreProperties>
</file>