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7" r:id="rId3"/>
    <p:sldId id="268" r:id="rId4"/>
    <p:sldId id="269" r:id="rId5"/>
    <p:sldId id="274" r:id="rId6"/>
    <p:sldId id="270" r:id="rId7"/>
    <p:sldId id="271" r:id="rId8"/>
    <p:sldId id="290" r:id="rId9"/>
    <p:sldId id="272" r:id="rId10"/>
    <p:sldId id="275" r:id="rId11"/>
    <p:sldId id="278" r:id="rId12"/>
    <p:sldId id="277" r:id="rId13"/>
    <p:sldId id="273" r:id="rId14"/>
    <p:sldId id="279" r:id="rId15"/>
    <p:sldId id="286" r:id="rId16"/>
    <p:sldId id="288" r:id="rId17"/>
    <p:sldId id="281" r:id="rId18"/>
    <p:sldId id="289" r:id="rId19"/>
    <p:sldId id="280" r:id="rId20"/>
    <p:sldId id="284" r:id="rId21"/>
    <p:sldId id="282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 smtClean="0"/>
              <a:t>13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物件建構與封裝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16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2322FEE-912E-4E86-ADE7-75824A1B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概論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FE61E30-E6D1-4DDC-B034-693D8FCA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C#</a:t>
            </a:r>
            <a:r>
              <a:rPr lang="zh-TW" altLang="en-US" dirty="0"/>
              <a:t>是一種「物件導向程式」</a:t>
            </a:r>
            <a:r>
              <a:rPr lang="en-US" altLang="zh-TW" dirty="0"/>
              <a:t>(Object-oriented programming</a:t>
            </a:r>
            <a:r>
              <a:rPr lang="zh-TW" altLang="en-US" dirty="0"/>
              <a:t>，</a:t>
            </a:r>
            <a:r>
              <a:rPr lang="en-US" altLang="zh-TW" dirty="0"/>
              <a:t>OOP)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OOP</a:t>
            </a:r>
            <a:r>
              <a:rPr lang="zh-TW" altLang="en-US" dirty="0"/>
              <a:t> 將物件</a:t>
            </a:r>
            <a:r>
              <a:rPr lang="en-US" altLang="zh-TW" dirty="0"/>
              <a:t>(class)</a:t>
            </a:r>
            <a:r>
              <a:rPr lang="zh-TW" altLang="en-US" dirty="0"/>
              <a:t>視為基本單元，將數值、程式封裝在其中，以提高軟體的重用性、靈活性和擴充性。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50221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E475BBD-B47E-4F1A-9C08-7E292910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</a:t>
            </a:r>
            <a:r>
              <a:rPr lang="en-US" altLang="zh-TW" dirty="0"/>
              <a:t>(Class)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5E0374D-7F6F-49A5-B903-9477A50A9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類別定義一件事物的抽象特點。類別的定義包含了資料的形式</a:t>
            </a:r>
            <a:r>
              <a:rPr lang="en-US" altLang="zh-TW" dirty="0"/>
              <a:t>(</a:t>
            </a:r>
            <a:r>
              <a:rPr lang="zh-TW" altLang="en-US" dirty="0"/>
              <a:t>屬性</a:t>
            </a:r>
            <a:r>
              <a:rPr lang="en-US" altLang="zh-TW" dirty="0"/>
              <a:t>, Field)</a:t>
            </a:r>
            <a:r>
              <a:rPr lang="zh-TW" altLang="en-US" dirty="0"/>
              <a:t>以及對資料的操作</a:t>
            </a:r>
            <a:r>
              <a:rPr lang="en-US" altLang="zh-TW" dirty="0"/>
              <a:t>(</a:t>
            </a:r>
            <a:r>
              <a:rPr lang="zh-TW" altLang="en-US" dirty="0"/>
              <a:t>方法</a:t>
            </a:r>
            <a:r>
              <a:rPr lang="en-US" altLang="zh-TW" dirty="0"/>
              <a:t>, Method)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可以想像是「藍圖」或「模具」，但並非實際的物品。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165012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CF89299-ED81-4152-B0F1-E57C367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</a:t>
            </a:r>
            <a:r>
              <a:rPr lang="en-US" altLang="zh-TW" dirty="0"/>
              <a:t>(Object)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0A2EA8E5-A16B-4B3B-98FB-E16E5586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類別可以產生實例</a:t>
            </a:r>
            <a:r>
              <a:rPr lang="en-US" altLang="zh-TW" dirty="0"/>
              <a:t>(instance)</a:t>
            </a:r>
            <a:r>
              <a:rPr lang="zh-TW" altLang="en-US" dirty="0"/>
              <a:t>，而那些實例我們稱為物件</a:t>
            </a:r>
            <a:r>
              <a:rPr lang="en-US" altLang="zh-TW" dirty="0"/>
              <a:t>(object)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等於我們可以使用一個模具產生很多物件，每個物件是各自獨立的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也就像</a:t>
            </a:r>
            <a:r>
              <a:rPr lang="en-US" altLang="zh-TW" dirty="0"/>
              <a:t>..</a:t>
            </a:r>
            <a:r>
              <a:rPr lang="zh-TW" altLang="en-US" dirty="0"/>
              <a:t>前面提到的</a:t>
            </a:r>
            <a:r>
              <a:rPr lang="en-US" altLang="zh-TW" dirty="0"/>
              <a:t>Struct</a:t>
            </a:r>
            <a:r>
              <a:rPr lang="zh-TW" altLang="en-US" dirty="0"/>
              <a:t>與宣告</a:t>
            </a:r>
            <a:r>
              <a:rPr lang="en-US" altLang="zh-TW" dirty="0"/>
              <a:t>Struct</a:t>
            </a:r>
            <a:r>
              <a:rPr lang="zh-TW" altLang="en-US" dirty="0"/>
              <a:t>變數的概念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7167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物件與類別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物件 </a:t>
            </a:r>
            <a:r>
              <a:rPr lang="en-US" altLang="zh-TW" dirty="0" smtClean="0"/>
              <a:t>(Object)</a:t>
            </a:r>
          </a:p>
          <a:p>
            <a:pPr lvl="1"/>
            <a:r>
              <a:rPr lang="zh-TW" altLang="en-US" dirty="0" smtClean="0"/>
              <a:t>實際運作的狀態與功能</a:t>
            </a:r>
            <a:endParaRPr lang="en-US" altLang="zh-TW" dirty="0" smtClean="0"/>
          </a:p>
          <a:p>
            <a:r>
              <a:rPr lang="zh-TW" altLang="en-US" dirty="0" smtClean="0"/>
              <a:t>類別 </a:t>
            </a:r>
            <a:r>
              <a:rPr lang="en-US" altLang="zh-TW" dirty="0" smtClean="0"/>
              <a:t>(Class)</a:t>
            </a:r>
          </a:p>
          <a:p>
            <a:pPr lvl="1"/>
            <a:r>
              <a:rPr lang="zh-TW" altLang="en-US" dirty="0" smtClean="0"/>
              <a:t>藍圖</a:t>
            </a:r>
          </a:p>
          <a:p>
            <a:pPr lvl="1"/>
            <a:r>
              <a:rPr lang="zh-TW" altLang="en-US" dirty="0" smtClean="0"/>
              <a:t>定義狀態：成員變數</a:t>
            </a:r>
            <a:r>
              <a:rPr lang="en-US" altLang="zh-TW" dirty="0" smtClean="0"/>
              <a:t>(member variables)</a:t>
            </a:r>
          </a:p>
          <a:p>
            <a:pPr lvl="1"/>
            <a:r>
              <a:rPr lang="zh-TW" altLang="en-US" dirty="0" smtClean="0"/>
              <a:t>定義功能：成員函式</a:t>
            </a:r>
            <a:r>
              <a:rPr lang="en-US" altLang="zh-TW" dirty="0" smtClean="0"/>
              <a:t>(member function)</a:t>
            </a:r>
          </a:p>
          <a:p>
            <a:pPr lvl="1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F41CEAD-43BD-4F3C-BFA4-18E25D8E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物件的建立 與 宣告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6DE5ED8-A4FD-4803-B664-66AC8DF66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2530624" cy="4325112"/>
          </a:xfrm>
        </p:spPr>
        <p:txBody>
          <a:bodyPr/>
          <a:lstStyle/>
          <a:p>
            <a:r>
              <a:rPr lang="zh-TW" altLang="en-US" dirty="0"/>
              <a:t>目前看起來都和</a:t>
            </a:r>
            <a:r>
              <a:rPr lang="en-US" altLang="zh-TW" dirty="0"/>
              <a:t>Struct</a:t>
            </a:r>
            <a:r>
              <a:rPr lang="zh-TW" altLang="en-US" dirty="0"/>
              <a:t>一樣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231F5691-24AA-44ED-BD52-F274619E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90" y="1988840"/>
            <a:ext cx="5773190" cy="372616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D0227E04-9B2F-4742-B646-5E53C088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13" y="5725119"/>
            <a:ext cx="5277587" cy="10860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2D0E850B-D7B7-4AF2-A4F0-C4010CC3CA4C}"/>
              </a:ext>
            </a:extLst>
          </p:cNvPr>
          <p:cNvSpPr/>
          <p:nvPr/>
        </p:nvSpPr>
        <p:spPr>
          <a:xfrm>
            <a:off x="3131840" y="1988840"/>
            <a:ext cx="1872208" cy="270703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9355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8186389-7038-4F86-B640-A03B326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物件導向的三大特性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B9D4648-CB9B-4F59-B24E-5ECF6265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封裝 </a:t>
            </a:r>
            <a:r>
              <a:rPr lang="en-US" altLang="zh-TW" dirty="0"/>
              <a:t>(Encapsulation)</a:t>
            </a:r>
          </a:p>
          <a:p>
            <a:pPr lvl="1"/>
            <a:r>
              <a:rPr lang="zh-TW" altLang="en-US" dirty="0"/>
              <a:t>將物件的內部資料隱藏起來，只能透過物件提供的方式來修改或取得內容。</a:t>
            </a:r>
            <a:endParaRPr lang="en-US" altLang="zh-TW" dirty="0"/>
          </a:p>
          <a:p>
            <a:pPr lvl="1"/>
            <a:r>
              <a:rPr lang="zh-TW" altLang="en-US" dirty="0"/>
              <a:t>對於外部使用者：對一件物件只需要</a:t>
            </a:r>
            <a:r>
              <a:rPr lang="zh-TW" altLang="en-US" b="1" dirty="0"/>
              <a:t>理解他的外在</a:t>
            </a:r>
            <a:r>
              <a:rPr lang="zh-TW" altLang="en-US" dirty="0"/>
              <a:t>就好，</a:t>
            </a:r>
            <a:r>
              <a:rPr lang="zh-TW" altLang="en-US" dirty="0">
                <a:solidFill>
                  <a:srgbClr val="FF0000"/>
                </a:solidFill>
              </a:rPr>
              <a:t>不需要了解裡面內部的構造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繼承 </a:t>
            </a:r>
            <a:r>
              <a:rPr lang="en-US" altLang="zh-TW" dirty="0"/>
              <a:t>(Inheritance)</a:t>
            </a:r>
          </a:p>
          <a:p>
            <a:r>
              <a:rPr lang="zh-TW" altLang="en-US" dirty="0"/>
              <a:t>多型 </a:t>
            </a:r>
            <a:r>
              <a:rPr lang="en-US" altLang="zh-TW" dirty="0"/>
              <a:t>(Polymorphism)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0530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開放封閉原則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Software entities (classes, modules, functions, etc.) should be open for extension, but closed for modification</a:t>
            </a:r>
          </a:p>
          <a:p>
            <a:endParaRPr lang="en-US" altLang="zh-TW" dirty="0" smtClean="0"/>
          </a:p>
          <a:p>
            <a:r>
              <a:rPr lang="zh-TW" altLang="en-US" smtClean="0"/>
              <a:t>新增功能時開放、修改時關閉</a:t>
            </a:r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C70F85D-7549-41A4-B3AF-D1A8B0E8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物件的建立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1613AAD-E2AA-4854-9830-282C37348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使用存取修</a:t>
            </a:r>
            <a:r>
              <a:rPr lang="zh-TW" altLang="en-US" dirty="0" smtClean="0"/>
              <a:t>飾詞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private</a:t>
            </a:r>
            <a:r>
              <a:rPr lang="zh-TW" altLang="en-US" dirty="0" smtClean="0"/>
              <a:t>類別</a:t>
            </a:r>
            <a:endParaRPr lang="en-US" altLang="zh-TW" dirty="0" smtClean="0"/>
          </a:p>
          <a:p>
            <a:r>
              <a:rPr lang="en-US" altLang="zh-TW" dirty="0" smtClean="0"/>
              <a:t>public</a:t>
            </a:r>
            <a:r>
              <a:rPr lang="zh-TW" altLang="en-US" dirty="0" smtClean="0"/>
              <a:t> 類別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F5985433-F5ED-4285-8153-832FE8ADA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67" y="2708920"/>
            <a:ext cx="5099593" cy="12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25605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成員變數</a:t>
            </a:r>
            <a:r>
              <a:rPr lang="en-US" altLang="zh-TW" dirty="0" smtClean="0"/>
              <a:t>(member variables)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如同宣告變數一樣，我們可以宣告專屬於這個類別的變數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public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width = 10;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而這個變數必須給予存取修飾詞 </a:t>
            </a:r>
            <a:r>
              <a:rPr lang="en-US" altLang="zh-TW" dirty="0" smtClean="0"/>
              <a:t>(</a:t>
            </a:r>
            <a:r>
              <a:rPr lang="zh-TW" altLang="en-US" dirty="0" smtClean="0"/>
              <a:t>預設為</a:t>
            </a:r>
            <a:r>
              <a:rPr lang="en-US" altLang="zh-TW" dirty="0" smtClean="0"/>
              <a:t>private)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zh-TW" alt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成員函式</a:t>
            </a:r>
            <a:r>
              <a:rPr lang="en-US" altLang="zh-TW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(member function)</a:t>
            </a:r>
            <a:endParaRPr lang="zh-TW" alt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除了變數以外，我們可以宣告這個物件專用的函式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一樣需要存取修飾詞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存取修飾詞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private:</a:t>
            </a:r>
            <a:r>
              <a:rPr lang="zh-TW" altLang="en-US" dirty="0" smtClean="0"/>
              <a:t> 成員欄位和方法的資料預設是 </a:t>
            </a:r>
            <a:r>
              <a:rPr lang="en-US" altLang="zh-TW" dirty="0" smtClean="0"/>
              <a:t>private</a:t>
            </a:r>
            <a:r>
              <a:rPr lang="zh-TW" altLang="en-US" dirty="0" smtClean="0"/>
              <a:t>， 只有類別的方法才可以存取。</a:t>
            </a:r>
          </a:p>
          <a:p>
            <a:r>
              <a:rPr lang="en-US" altLang="zh-TW" dirty="0" smtClean="0"/>
              <a:t>public:</a:t>
            </a:r>
            <a:r>
              <a:rPr lang="zh-TW" altLang="en-US" dirty="0" smtClean="0"/>
              <a:t> 這類資料可以讓類別物件存取。</a:t>
            </a:r>
            <a:endParaRPr lang="en-US" altLang="zh-TW" dirty="0" smtClean="0"/>
          </a:p>
          <a:p>
            <a:r>
              <a:rPr lang="en-US" altLang="zh-TW" dirty="0" smtClean="0"/>
              <a:t>internal:</a:t>
            </a:r>
            <a:r>
              <a:rPr lang="zh-TW" altLang="en-US" dirty="0" smtClean="0"/>
              <a:t> 可以供</a:t>
            </a:r>
            <a:r>
              <a:rPr lang="en-US" altLang="zh-TW" dirty="0" smtClean="0"/>
              <a:t>C#</a:t>
            </a:r>
            <a:r>
              <a:rPr lang="zh-TW" altLang="en-US" dirty="0" smtClean="0"/>
              <a:t>同一個專案的程式存取。</a:t>
            </a:r>
          </a:p>
          <a:p>
            <a:r>
              <a:rPr lang="en-US" altLang="zh-TW" dirty="0" smtClean="0"/>
              <a:t>protected:</a:t>
            </a:r>
            <a:r>
              <a:rPr lang="zh-TW" altLang="en-US" dirty="0" smtClean="0"/>
              <a:t> 可以讓類別或是其子類別存取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AC12800C-26F4-49BB-B4FC-F8867E27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93" y="692696"/>
            <a:ext cx="6039693" cy="567769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131CF4B-5BA7-4473-ACE7-D62A0977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0"/>
            <a:ext cx="2819400" cy="1066800"/>
          </a:xfrm>
        </p:spPr>
        <p:txBody>
          <a:bodyPr/>
          <a:lstStyle/>
          <a:p>
            <a:r>
              <a:rPr lang="zh-TW" altLang="en-US" dirty="0" smtClean="0"/>
              <a:t>封裝概念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8016EA8-4D68-4666-BDDA-B6B339819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255193" cy="4325112"/>
          </a:xfrm>
        </p:spPr>
        <p:txBody>
          <a:bodyPr/>
          <a:lstStyle/>
          <a:p>
            <a:r>
              <a:rPr lang="zh-TW" altLang="en-US" dirty="0"/>
              <a:t>我們使用</a:t>
            </a:r>
            <a:r>
              <a:rPr lang="en-US" altLang="zh-TW" dirty="0"/>
              <a:t>private</a:t>
            </a:r>
            <a:r>
              <a:rPr lang="zh-TW" altLang="en-US" dirty="0"/>
              <a:t>將數值封裝起來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只能使用</a:t>
            </a:r>
            <a:r>
              <a:rPr lang="en-US" altLang="zh-TW" dirty="0"/>
              <a:t>Get</a:t>
            </a:r>
            <a:r>
              <a:rPr lang="zh-TW" altLang="en-US" dirty="0"/>
              <a:t>函式來取得值。</a:t>
            </a:r>
            <a:endParaRPr lang="en-US" altLang="zh-TW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xmlns="" id="{BBFC20E3-3DCA-4BD5-ABD9-498CDA4A5820}"/>
              </a:ext>
            </a:extLst>
          </p:cNvPr>
          <p:cNvSpPr/>
          <p:nvPr/>
        </p:nvSpPr>
        <p:spPr>
          <a:xfrm>
            <a:off x="3995936" y="4365104"/>
            <a:ext cx="2736304" cy="18722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xmlns="" id="{CE2111EC-067E-4EDA-8867-C84D10AF93A7}"/>
              </a:ext>
            </a:extLst>
          </p:cNvPr>
          <p:cNvSpPr/>
          <p:nvPr/>
        </p:nvSpPr>
        <p:spPr>
          <a:xfrm>
            <a:off x="3995936" y="1052736"/>
            <a:ext cx="2736304" cy="6480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2823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成員欄位 </a:t>
            </a:r>
            <a:r>
              <a:rPr lang="en-US" altLang="zh-TW" dirty="0" smtClean="0"/>
              <a:t>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</a:t>
            </a:r>
            <a:r>
              <a:rPr lang="en-US" altLang="zh-TW" dirty="0" smtClean="0"/>
              <a:t>Getter / Setter</a:t>
            </a:r>
            <a:r>
              <a:rPr lang="zh-TW" altLang="en-US" dirty="0" smtClean="0"/>
              <a:t> 太常被使用了，</a:t>
            </a:r>
            <a:r>
              <a:rPr lang="en-US" altLang="zh-TW" dirty="0" smtClean="0"/>
              <a:t>C#</a:t>
            </a:r>
            <a:r>
              <a:rPr lang="zh-TW" altLang="en-US" dirty="0" smtClean="0"/>
              <a:t>提供了一種新寫法，可以簡化這個功能。它介於變數與函式之間 </a:t>
            </a:r>
            <a:r>
              <a:rPr lang="en-US" altLang="zh-TW" dirty="0" smtClean="0"/>
              <a:t>(</a:t>
            </a:r>
            <a:r>
              <a:rPr lang="zh-TW" altLang="en-US" dirty="0" smtClean="0"/>
              <a:t>或說有兩者的性質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，稱之為</a:t>
            </a:r>
            <a:r>
              <a:rPr lang="en-US" altLang="zh-TW" dirty="0" smtClean="0"/>
              <a:t>field 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886200"/>
            <a:ext cx="442622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成員欄位 </a:t>
            </a:r>
            <a:r>
              <a:rPr lang="en-US" altLang="zh-TW" dirty="0" smtClean="0"/>
              <a:t>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可以撰寫更完整的</a:t>
            </a:r>
            <a:r>
              <a:rPr lang="en-US" altLang="zh-TW" dirty="0" smtClean="0"/>
              <a:t>field</a:t>
            </a:r>
            <a:r>
              <a:rPr lang="zh-TW" altLang="en-US" dirty="0" smtClean="0"/>
              <a:t>功能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819400"/>
            <a:ext cx="6335713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成員欄位 </a:t>
            </a:r>
            <a:r>
              <a:rPr lang="en-US" altLang="zh-TW" dirty="0" smtClean="0"/>
              <a:t>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運用範例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743200"/>
            <a:ext cx="7145337" cy="3658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建構子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你可以使用</a:t>
            </a:r>
            <a:r>
              <a:rPr lang="en-US" altLang="zh-TW" dirty="0" smtClean="0"/>
              <a:t>”</a:t>
            </a:r>
            <a:r>
              <a:rPr lang="zh-TW" altLang="en-US" dirty="0" smtClean="0"/>
              <a:t>無傳回值</a:t>
            </a:r>
            <a:r>
              <a:rPr lang="en-US" altLang="zh-TW" dirty="0" smtClean="0"/>
              <a:t>”</a:t>
            </a:r>
            <a:r>
              <a:rPr lang="zh-TW" altLang="en-US" dirty="0" smtClean="0"/>
              <a:t> 且 </a:t>
            </a:r>
            <a:r>
              <a:rPr lang="en-US" altLang="zh-TW" dirty="0" smtClean="0"/>
              <a:t>“</a:t>
            </a:r>
            <a:r>
              <a:rPr lang="zh-TW" altLang="en-US" dirty="0" smtClean="0"/>
              <a:t>與物件同名</a:t>
            </a:r>
            <a:r>
              <a:rPr lang="en-US" altLang="zh-TW" dirty="0" smtClean="0"/>
              <a:t>”</a:t>
            </a:r>
            <a:r>
              <a:rPr lang="zh-TW" altLang="en-US" dirty="0" smtClean="0"/>
              <a:t>的方法，此稱為建構子，在物件被建構</a:t>
            </a:r>
            <a:r>
              <a:rPr lang="en-US" altLang="zh-TW" dirty="0" smtClean="0"/>
              <a:t>(new)</a:t>
            </a:r>
            <a:r>
              <a:rPr lang="zh-TW" altLang="en-US" dirty="0" smtClean="0"/>
              <a:t>時，會呼叫該方法。</a:t>
            </a:r>
            <a:endParaRPr lang="en-US" altLang="zh-TW" dirty="0" smtClean="0"/>
          </a:p>
          <a:p>
            <a:r>
              <a:rPr lang="zh-TW" altLang="en-US" dirty="0" smtClean="0"/>
              <a:t>無輸入參數的稱為預設建構子，就算沒有宣告，仍然會存在。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4724400"/>
            <a:ext cx="39624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建構子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建構子也可以使用參數。也可以有多個不同簽名的建構子。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3276600"/>
            <a:ext cx="5973763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物件建構 </a:t>
            </a:r>
            <a:r>
              <a:rPr lang="en-US" altLang="zh-TW" dirty="0" smtClean="0"/>
              <a:t>(new)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物件須使用</a:t>
            </a:r>
            <a:r>
              <a:rPr lang="en-US" altLang="zh-TW" dirty="0" smtClean="0"/>
              <a:t>new</a:t>
            </a:r>
            <a:r>
              <a:rPr lang="zh-TW" altLang="en-US" dirty="0" smtClean="0"/>
              <a:t>的方式，才能創建，此時會呼叫對應之建構子。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2892340"/>
            <a:ext cx="5029200" cy="282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5791200"/>
            <a:ext cx="54673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垃圾回收 </a:t>
            </a:r>
            <a:r>
              <a:rPr lang="en-US" altLang="zh-TW" dirty="0" smtClean="0"/>
              <a:t>(Garbage Collection)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當一個物件沒有人使用時，會自動將該物件的記憶體收回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“</a:t>
            </a:r>
            <a:r>
              <a:rPr lang="zh-TW" altLang="en-US" dirty="0" smtClean="0"/>
              <a:t>沒有人使用</a:t>
            </a:r>
            <a:r>
              <a:rPr lang="en-US" altLang="zh-TW" dirty="0" smtClean="0"/>
              <a:t>”</a:t>
            </a:r>
            <a:r>
              <a:rPr lang="zh-TW" altLang="en-US" dirty="0" smtClean="0"/>
              <a:t>的定義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如果卡住了</a:t>
            </a:r>
            <a:r>
              <a:rPr lang="en-US" altLang="zh-TW" dirty="0" smtClean="0"/>
              <a:t>..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執行時間不一定</a:t>
            </a:r>
            <a:endParaRPr lang="en-US" altLang="zh-TW" dirty="0" smtClean="0"/>
          </a:p>
          <a:p>
            <a:r>
              <a:rPr lang="zh-TW" altLang="en-US" dirty="0" smtClean="0"/>
              <a:t>簡稱</a:t>
            </a:r>
            <a:r>
              <a:rPr lang="en-US" altLang="zh-TW" dirty="0" smtClean="0"/>
              <a:t>GC</a:t>
            </a:r>
          </a:p>
          <a:p>
            <a:r>
              <a:rPr lang="zh-TW" altLang="en-US" dirty="0" smtClean="0"/>
              <a:t>不是每個程式語言都有此功能 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解構子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你可以為你的物件宣告解構子，必須與物件名稱相同的方法，且前方有個 </a:t>
            </a:r>
            <a:r>
              <a:rPr lang="en-US" altLang="zh-TW" dirty="0" smtClean="0"/>
              <a:t>~</a:t>
            </a:r>
            <a:r>
              <a:rPr lang="zh-TW" altLang="en-US" dirty="0" smtClean="0"/>
              <a:t> ，且沒有存取修飾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public,private</a:t>
            </a:r>
            <a:r>
              <a:rPr lang="en-US" altLang="zh-TW" dirty="0" smtClean="0"/>
              <a:t> etc)</a:t>
            </a:r>
          </a:p>
          <a:p>
            <a:r>
              <a:rPr lang="zh-TW" altLang="en-US" dirty="0" smtClean="0"/>
              <a:t>會在該物件被</a:t>
            </a:r>
            <a:r>
              <a:rPr lang="zh-TW" altLang="en-US" b="1" u="sng" dirty="0" smtClean="0"/>
              <a:t>解構前</a:t>
            </a:r>
            <a:r>
              <a:rPr lang="zh-TW" altLang="en-US" dirty="0" smtClean="0"/>
              <a:t>呼叫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199" y="4495800"/>
            <a:ext cx="3472103" cy="135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1175</TotalTime>
  <Words>720</Words>
  <Application>Microsoft Office PowerPoint</Application>
  <PresentationFormat>如螢幕大小 (4:3)</PresentationFormat>
  <Paragraphs>90</Paragraphs>
  <Slides>21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都會</vt:lpstr>
      <vt:lpstr>Lesson 13 物件建構與封裝</vt:lpstr>
      <vt:lpstr>概論</vt:lpstr>
      <vt:lpstr>類別(Class)</vt:lpstr>
      <vt:lpstr>物件(Object)</vt:lpstr>
      <vt:lpstr>物件與類別</vt:lpstr>
      <vt:lpstr>物件的建立 與 宣告</vt:lpstr>
      <vt:lpstr>物件導向的三大特性</vt:lpstr>
      <vt:lpstr>開放封閉原則</vt:lpstr>
      <vt:lpstr>物件的建立</vt:lpstr>
      <vt:lpstr>成員變數(member variables)</vt:lpstr>
      <vt:lpstr>成員函式(member function)</vt:lpstr>
      <vt:lpstr>存取修飾詞</vt:lpstr>
      <vt:lpstr>封裝概念</vt:lpstr>
      <vt:lpstr>成員欄位 field</vt:lpstr>
      <vt:lpstr>成員欄位 field</vt:lpstr>
      <vt:lpstr>成員欄位 field</vt:lpstr>
      <vt:lpstr>建構子</vt:lpstr>
      <vt:lpstr>建構子</vt:lpstr>
      <vt:lpstr>物件建構 (new)</vt:lpstr>
      <vt:lpstr>垃圾回收 (Garbage Collection)</vt:lpstr>
      <vt:lpstr>解構子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108</cp:revision>
  <dcterms:created xsi:type="dcterms:W3CDTF">2024-11-18T05:57:07Z</dcterms:created>
  <dcterms:modified xsi:type="dcterms:W3CDTF">2025-04-12T09:40:25Z</dcterms:modified>
</cp:coreProperties>
</file>