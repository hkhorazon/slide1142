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8" r:id="rId3"/>
    <p:sldId id="267" r:id="rId4"/>
    <p:sldId id="271" r:id="rId5"/>
    <p:sldId id="270" r:id="rId6"/>
    <p:sldId id="269" r:id="rId7"/>
    <p:sldId id="272" r:id="rId8"/>
    <p:sldId id="273" r:id="rId9"/>
    <p:sldId id="278" r:id="rId10"/>
    <p:sldId id="279" r:id="rId11"/>
    <p:sldId id="274" r:id="rId12"/>
    <p:sldId id="275" r:id="rId13"/>
    <p:sldId id="276" r:id="rId14"/>
    <p:sldId id="280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8</a:t>
            </a:r>
            <a:br>
              <a:rPr lang="en-US" altLang="zh-TW" dirty="0"/>
            </a:br>
            <a:r>
              <a:rPr lang="zh-TW" altLang="en-US" dirty="0"/>
              <a:t>陣列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9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什麼是陣列 </a:t>
            </a:r>
            <a:r>
              <a:rPr lang="en-US" altLang="zh-TW" dirty="0"/>
              <a:t>(array)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相同</a:t>
            </a:r>
            <a:r>
              <a:rPr lang="zh-TW" altLang="en-US" b="1" u="sng" dirty="0"/>
              <a:t>類型</a:t>
            </a:r>
            <a:r>
              <a:rPr lang="zh-TW" altLang="en-US" dirty="0"/>
              <a:t>的元素的集合組成的</a:t>
            </a:r>
            <a:r>
              <a:rPr lang="zh-TW" altLang="en-US" b="1" u="sng" dirty="0"/>
              <a:t>資料結構</a:t>
            </a:r>
            <a:endParaRPr lang="en-US" altLang="zh-TW" b="1" u="sng" dirty="0"/>
          </a:p>
          <a:p>
            <a:endParaRPr lang="en-US" altLang="zh-TW" b="1" u="sng" dirty="0"/>
          </a:p>
          <a:p>
            <a:r>
              <a:rPr lang="zh-TW" altLang="en-US" dirty="0"/>
              <a:t>例「十個學生」，每個學生不一定相同，且學生可能有名字、身高、體重等資料</a:t>
            </a:r>
            <a:endParaRPr lang="en-US" altLang="zh-TW" dirty="0"/>
          </a:p>
          <a:p>
            <a:pPr lvl="1"/>
            <a:r>
              <a:rPr lang="zh-TW" altLang="en-US" dirty="0"/>
              <a:t>此時元素的「類型」即為學生</a:t>
            </a:r>
            <a:endParaRPr lang="en-US" altLang="zh-TW" dirty="0"/>
          </a:p>
          <a:p>
            <a:pPr lvl="1"/>
            <a:r>
              <a:rPr lang="zh-TW" altLang="en-US" dirty="0"/>
              <a:t>其陣列</a:t>
            </a:r>
            <a:r>
              <a:rPr lang="zh-TW" altLang="en-US" b="1" u="sng" dirty="0"/>
              <a:t>長度</a:t>
            </a:r>
            <a:r>
              <a:rPr lang="zh-TW" altLang="en-US" dirty="0"/>
              <a:t>為</a:t>
            </a:r>
            <a:r>
              <a:rPr lang="en-US" altLang="zh-TW" dirty="0"/>
              <a:t>10</a:t>
            </a:r>
          </a:p>
          <a:p>
            <a:pPr lvl="1"/>
            <a:r>
              <a:rPr lang="zh-TW" altLang="en-US" dirty="0"/>
              <a:t>可以儲存重複的元素</a:t>
            </a:r>
            <a:endParaRPr lang="en-US" alt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一維陣列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宣告類型為</a:t>
            </a:r>
            <a:r>
              <a:rPr lang="en-US" altLang="zh-TW" dirty="0" err="1"/>
              <a:t>int</a:t>
            </a:r>
            <a:r>
              <a:rPr lang="zh-TW" altLang="en-US" dirty="0"/>
              <a:t>、長度為</a:t>
            </a:r>
            <a:r>
              <a:rPr lang="en-US" altLang="zh-TW" dirty="0"/>
              <a:t>10</a:t>
            </a:r>
            <a:r>
              <a:rPr lang="zh-TW" altLang="en-US" dirty="0"/>
              <a:t>的陣列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初始值為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0)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2400" dirty="0"/>
              <a:t>宣告類型為</a:t>
            </a:r>
            <a:r>
              <a:rPr lang="en-US" altLang="zh-TW" sz="2400" dirty="0" err="1"/>
              <a:t>int</a:t>
            </a:r>
            <a:r>
              <a:rPr lang="zh-TW" altLang="en-US" sz="2400" dirty="0"/>
              <a:t>、長度為</a:t>
            </a:r>
            <a:r>
              <a:rPr lang="en-US" altLang="zh-TW" sz="2400" dirty="0"/>
              <a:t>10</a:t>
            </a:r>
            <a:r>
              <a:rPr lang="zh-TW" altLang="en-US" sz="2400" dirty="0"/>
              <a:t>的陣列，且初始值為</a:t>
            </a:r>
            <a:r>
              <a:rPr lang="en-US" altLang="zh-TW" sz="2400" dirty="0"/>
              <a:t>1-10</a:t>
            </a:r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取值 </a:t>
            </a:r>
            <a:r>
              <a:rPr lang="en-US" altLang="zh-TW" sz="2400" dirty="0"/>
              <a:t>/ </a:t>
            </a:r>
            <a:r>
              <a:rPr lang="zh-TW" altLang="en-US" sz="2400" dirty="0"/>
              <a:t>修改值</a:t>
            </a:r>
            <a:endParaRPr lang="en-US" altLang="zh-TW" sz="2400" dirty="0"/>
          </a:p>
          <a:p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786058"/>
            <a:ext cx="4467256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9" y="4143380"/>
            <a:ext cx="6786610" cy="43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5286388"/>
            <a:ext cx="6183026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陣列延後初始化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延後初始化 </a:t>
            </a:r>
            <a:r>
              <a:rPr lang="en-US" altLang="zh-TW" dirty="0"/>
              <a:t>(</a:t>
            </a:r>
            <a:r>
              <a:rPr lang="zh-TW" altLang="en-US" dirty="0"/>
              <a:t>或重新初始化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未指派的變數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578787"/>
            <a:ext cx="5532809" cy="1993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3" y="2857496"/>
            <a:ext cx="3287509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例外：超出陣列索引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714620"/>
            <a:ext cx="5072098" cy="811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71472" y="3857628"/>
            <a:ext cx="8229600" cy="2392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內容版面配置區 2"/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lvl="0" indent="-256032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</a:pPr>
            <a:r>
              <a:rPr lang="en-US" altLang="zh-TW" sz="2800" dirty="0" err="1"/>
              <a:t>IndexOutOfRangeException</a:t>
            </a:r>
            <a:endParaRPr kumimoji="0" lang="en-US" altLang="zh-TW" sz="28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二維陣列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宣告一個</a:t>
            </a:r>
            <a:r>
              <a:rPr lang="en-US" altLang="zh-TW" dirty="0"/>
              <a:t>3x5</a:t>
            </a:r>
            <a:r>
              <a:rPr lang="zh-TW" altLang="en-US" dirty="0"/>
              <a:t>的</a:t>
            </a:r>
            <a:r>
              <a:rPr lang="en-US" altLang="zh-TW" dirty="0" err="1"/>
              <a:t>int</a:t>
            </a:r>
            <a:r>
              <a:rPr lang="zh-TW" altLang="en-US" dirty="0"/>
              <a:t>陣列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宣告一個</a:t>
            </a:r>
            <a:r>
              <a:rPr lang="en-US" altLang="zh-TW" dirty="0"/>
              <a:t>3x5</a:t>
            </a:r>
            <a:r>
              <a:rPr lang="zh-TW" altLang="en-US" dirty="0"/>
              <a:t>的</a:t>
            </a:r>
            <a:r>
              <a:rPr lang="en-US" altLang="zh-TW" dirty="0" err="1"/>
              <a:t>int</a:t>
            </a:r>
            <a:r>
              <a:rPr lang="zh-TW" altLang="en-US" dirty="0"/>
              <a:t>陣列並初始化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取值 </a:t>
            </a:r>
            <a:r>
              <a:rPr lang="en-US" altLang="zh-TW" dirty="0"/>
              <a:t>/ </a:t>
            </a:r>
            <a:r>
              <a:rPr lang="zh-TW" altLang="en-US" dirty="0"/>
              <a:t>修改值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714620"/>
            <a:ext cx="45053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90683" y="3624274"/>
            <a:ext cx="41243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5500702"/>
            <a:ext cx="45243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多維陣列 與 不規則陣列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多維陣列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不規則陣列初始化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4838866"/>
            <a:ext cx="6500858" cy="1380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2786058"/>
            <a:ext cx="528637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另一種陣列初始化方法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集合運算式： </a:t>
            </a:r>
            <a:r>
              <a:rPr lang="en-US" altLang="zh-TW" dirty="0"/>
              <a:t>C# 12</a:t>
            </a:r>
            <a:r>
              <a:rPr lang="zh-TW" altLang="en-US" dirty="0"/>
              <a:t>版之後才可使用</a:t>
            </a:r>
            <a:endParaRPr lang="en-US" altLang="zh-TW" dirty="0"/>
          </a:p>
          <a:p>
            <a:pPr lvl="1"/>
            <a:r>
              <a:rPr lang="zh-TW" altLang="en-US" dirty="0"/>
              <a:t>但是</a:t>
            </a:r>
            <a:r>
              <a:rPr lang="en-US" altLang="zh-TW" dirty="0"/>
              <a:t>Unity</a:t>
            </a:r>
            <a:r>
              <a:rPr lang="zh-TW" altLang="en-US" dirty="0"/>
              <a:t>遊戲引擎使用的是</a:t>
            </a:r>
            <a:r>
              <a:rPr lang="en-US" altLang="zh-TW" dirty="0"/>
              <a:t>C#</a:t>
            </a:r>
            <a:r>
              <a:rPr lang="zh-TW" altLang="en-US" dirty="0"/>
              <a:t> </a:t>
            </a:r>
            <a:r>
              <a:rPr lang="en-US" altLang="zh-TW" dirty="0"/>
              <a:t>9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474199"/>
            <a:ext cx="5286412" cy="526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</a:t>
            </a:r>
            <a:r>
              <a:rPr lang="en-US" altLang="zh-TW" dirty="0"/>
              <a:t>+</a:t>
            </a:r>
            <a:r>
              <a:rPr lang="zh-TW" altLang="en-US" dirty="0"/>
              <a:t>陣列運用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宣告一個型態為整數、長度為</a:t>
            </a:r>
            <a:r>
              <a:rPr lang="en-US" altLang="zh-TW" dirty="0"/>
              <a:t>10</a:t>
            </a:r>
            <a:r>
              <a:rPr lang="zh-TW" altLang="en-US" dirty="0"/>
              <a:t>、從</a:t>
            </a:r>
            <a:r>
              <a:rPr lang="en-US" altLang="zh-TW" dirty="0"/>
              <a:t>1</a:t>
            </a:r>
            <a:r>
              <a:rPr lang="zh-TW" altLang="en-US" dirty="0"/>
              <a:t>開始皆為單數的陣列。</a:t>
            </a:r>
            <a:r>
              <a:rPr lang="en-US" altLang="zh-TW" dirty="0"/>
              <a:t>(</a:t>
            </a:r>
            <a:r>
              <a:rPr lang="zh-TW" altLang="en-US" dirty="0"/>
              <a:t>即</a:t>
            </a:r>
            <a:r>
              <a:rPr lang="en-US" altLang="zh-TW" dirty="0"/>
              <a:t>1,3,5,…19)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357562"/>
            <a:ext cx="6021387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</a:t>
            </a:r>
            <a:r>
              <a:rPr lang="en-US" altLang="zh-TW" dirty="0"/>
              <a:t>+</a:t>
            </a:r>
            <a:r>
              <a:rPr lang="zh-TW" altLang="en-US" dirty="0"/>
              <a:t>陣列運用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計算陣列中所有整數的總和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857496"/>
            <a:ext cx="5983287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資料結構與演算法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u="sng" dirty="0"/>
              <a:t>資料結構</a:t>
            </a:r>
            <a:r>
              <a:rPr lang="zh-TW" altLang="en-US" dirty="0"/>
              <a:t>是電腦儲存、組織資料的方式。</a:t>
            </a:r>
            <a:endParaRPr lang="en-US" altLang="zh-TW" dirty="0"/>
          </a:p>
          <a:p>
            <a:r>
              <a:rPr lang="zh-TW" altLang="en-US" b="1" dirty="0"/>
              <a:t>陣列</a:t>
            </a:r>
            <a:r>
              <a:rPr lang="zh-TW" altLang="en-US" dirty="0"/>
              <a:t>是目前第一個學到的資料結構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當「解決問題」時，必須挑選合適的資料結構，所以「演算法」常常會和資料結構一起被提到。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演算法是一個</a:t>
            </a:r>
            <a:r>
              <a:rPr lang="zh-TW" altLang="en-US" u="sng" dirty="0"/>
              <a:t>被定義好</a:t>
            </a:r>
            <a:r>
              <a:rPr lang="zh-TW" altLang="en-US" dirty="0"/>
              <a:t>的</a:t>
            </a:r>
            <a:r>
              <a:rPr lang="zh-TW" altLang="en-US" u="sng" dirty="0"/>
              <a:t>有限</a:t>
            </a:r>
            <a:r>
              <a:rPr lang="zh-TW" altLang="en-US" dirty="0"/>
              <a:t>步驟的指令來</a:t>
            </a:r>
            <a:r>
              <a:rPr lang="zh-TW" altLang="en-US" u="sng" dirty="0"/>
              <a:t>解決特定問題</a:t>
            </a:r>
            <a:r>
              <a:rPr lang="zh-TW" altLang="en-US" dirty="0"/>
              <a:t>的方法。</a:t>
            </a:r>
            <a:endParaRPr lang="en-US" altLang="zh-TW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選擇陣列中最大的數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214950"/>
            <a:ext cx="8229600" cy="1359586"/>
          </a:xfrm>
        </p:spPr>
        <p:txBody>
          <a:bodyPr/>
          <a:lstStyle/>
          <a:p>
            <a:r>
              <a:rPr lang="zh-TW" altLang="en-US" dirty="0"/>
              <a:t>這邊順便找出了，最大的數字在陣列中</a:t>
            </a:r>
            <a:r>
              <a:rPr lang="zh-TW" altLang="en-US" b="1" dirty="0"/>
              <a:t>第幾個</a:t>
            </a: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643182"/>
            <a:ext cx="8929718" cy="202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選擇排序法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357430"/>
            <a:ext cx="7476105" cy="419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foreach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840" y="4572008"/>
            <a:ext cx="8625160" cy="200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278034"/>
            <a:ext cx="8358246" cy="2008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1355</TotalTime>
  <Words>327</Words>
  <Application>Microsoft Office PowerPoint</Application>
  <PresentationFormat>如螢幕大小 (4:3)</PresentationFormat>
  <Paragraphs>61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Georgia</vt:lpstr>
      <vt:lpstr>Wingdings 2</vt:lpstr>
      <vt:lpstr>都會</vt:lpstr>
      <vt:lpstr>Lesson 8 陣列</vt:lpstr>
      <vt:lpstr>什麼是陣列 (array)</vt:lpstr>
      <vt:lpstr>一維陣列</vt:lpstr>
      <vt:lpstr>陣列延後初始化</vt:lpstr>
      <vt:lpstr>例外：超出陣列索引</vt:lpstr>
      <vt:lpstr>二維陣列</vt:lpstr>
      <vt:lpstr>多維陣列 與 不規則陣列</vt:lpstr>
      <vt:lpstr>另一種陣列初始化方法</vt:lpstr>
      <vt:lpstr>迴圈+陣列運用</vt:lpstr>
      <vt:lpstr>迴圈+陣列運用</vt:lpstr>
      <vt:lpstr>資料結構與演算法</vt:lpstr>
      <vt:lpstr>選擇陣列中最大的數</vt:lpstr>
      <vt:lpstr>選擇排序法</vt:lpstr>
      <vt:lpstr>foreach迴圈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126</cp:revision>
  <dcterms:created xsi:type="dcterms:W3CDTF">2024-11-18T05:57:07Z</dcterms:created>
  <dcterms:modified xsi:type="dcterms:W3CDTF">2025-03-06T07:11:12Z</dcterms:modified>
</cp:coreProperties>
</file>