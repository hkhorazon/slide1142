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3</a:t>
            </a:r>
            <a:br>
              <a:rPr lang="en-US" altLang="zh-TW" dirty="0"/>
            </a:br>
            <a:r>
              <a:rPr lang="zh-TW" altLang="en-US" dirty="0"/>
              <a:t>基本介面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5FCD7B-9091-F44E-4103-D8A0A11A2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專案管理介面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E75168-9E26-39FF-18E0-E424EB3AB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可看到你所有的專案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6ECE4AF-7C16-E898-9499-10ADA2C2A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23" y="3068960"/>
            <a:ext cx="9144000" cy="191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519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5FCD7B-9091-F44E-4103-D8A0A11A2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主頁面</a:t>
            </a:r>
            <a:r>
              <a:rPr lang="en-US" altLang="zh-TW" dirty="0"/>
              <a:t>(</a:t>
            </a:r>
            <a:r>
              <a:rPr lang="zh-TW" altLang="en-US" dirty="0"/>
              <a:t>單一專案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E75168-9E26-39FF-18E0-E424EB3AB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700A918-DCA9-2E20-08B5-C560D3AC5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021"/>
            <a:ext cx="9144000" cy="450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53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987834-5663-07ED-6B7A-91F15AC5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上方選單</a:t>
            </a:r>
            <a:r>
              <a:rPr lang="en-US" altLang="zh-TW" dirty="0"/>
              <a:t>-</a:t>
            </a:r>
            <a:r>
              <a:rPr lang="zh-TW" altLang="en-US" dirty="0"/>
              <a:t>專案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225C62-FD68-F78B-70DF-FE1D9F2D4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997965" cy="4325112"/>
          </a:xfrm>
        </p:spPr>
        <p:txBody>
          <a:bodyPr/>
          <a:lstStyle/>
          <a:p>
            <a:r>
              <a:rPr lang="zh-TW" altLang="en-US" dirty="0"/>
              <a:t>可新增專案 </a:t>
            </a:r>
            <a:endParaRPr lang="en-US" altLang="zh-TW" dirty="0"/>
          </a:p>
          <a:p>
            <a:r>
              <a:rPr lang="zh-TW" altLang="en-US" dirty="0"/>
              <a:t>我的專案可回到專案管理頁面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各種專案功能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034A71A-AC6F-3B8D-28E1-DD5913313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268760"/>
            <a:ext cx="2981741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58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CA13AA-35FF-5D59-859E-A6F7F97A1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上方選單</a:t>
            </a:r>
            <a:r>
              <a:rPr lang="en-US" altLang="zh-TW" dirty="0"/>
              <a:t>-</a:t>
            </a:r>
            <a:r>
              <a:rPr lang="zh-TW" altLang="en-US" dirty="0"/>
              <a:t>連線</a:t>
            </a:r>
            <a:r>
              <a:rPr lang="en-US" altLang="zh-TW" dirty="0"/>
              <a:t>,</a:t>
            </a:r>
            <a:r>
              <a:rPr lang="zh-TW" altLang="en-US" dirty="0"/>
              <a:t>建置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BFB85A-8A2D-1711-1575-DE7632F26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連線：主要為測試專案用途</a:t>
            </a:r>
            <a:endParaRPr lang="en-US" altLang="zh-TW" dirty="0"/>
          </a:p>
          <a:p>
            <a:r>
              <a:rPr lang="zh-TW" altLang="en-US" dirty="0"/>
              <a:t>建置：產生</a:t>
            </a:r>
            <a:r>
              <a:rPr lang="en-US" altLang="zh-TW" dirty="0"/>
              <a:t>app</a:t>
            </a:r>
            <a:r>
              <a:rPr lang="zh-TW" altLang="en-US" dirty="0"/>
              <a:t>用，通常都用</a:t>
            </a:r>
            <a:r>
              <a:rPr lang="en-US" altLang="zh-TW" dirty="0"/>
              <a:t>.</a:t>
            </a:r>
            <a:r>
              <a:rPr lang="en-US" altLang="zh-TW" dirty="0" err="1"/>
              <a:t>apk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7D535AA-08F1-3127-39FD-C2E38AE07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30" y="3573016"/>
            <a:ext cx="3661162" cy="288872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0734DFE-0D34-C855-1AF2-22A4D0B35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470" y="5002917"/>
            <a:ext cx="3419952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62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95F19-5C1B-9967-EEEC-E9CF663CB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元件面板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3D298A-D3DC-5B19-216D-655BEDAE1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410944" cy="4325112"/>
          </a:xfrm>
        </p:spPr>
        <p:txBody>
          <a:bodyPr/>
          <a:lstStyle/>
          <a:p>
            <a:r>
              <a:rPr lang="zh-TW" altLang="en-US" dirty="0"/>
              <a:t>主畫面左側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可在畫面中加入對應元件</a:t>
            </a:r>
            <a:endParaRPr lang="en-US" altLang="zh-TW" dirty="0"/>
          </a:p>
          <a:p>
            <a:pPr lvl="1"/>
            <a:r>
              <a:rPr lang="zh-TW" altLang="en-US" dirty="0"/>
              <a:t>依照新增專案種類，元件數量可能略有不同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BC3ADB1-4CF1-FD47-9623-C3B213682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1340768"/>
            <a:ext cx="2372056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541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550441-F1F8-7B83-5184-E08B21930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工作面板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1654A5-626A-1A61-493A-D88E6CBA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主畫面中央，展示的畫面工作區域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64742CB-ECBB-A38D-C575-176FE5F1A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780928"/>
            <a:ext cx="5832648" cy="393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86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DA7559-4401-C364-2D1A-81542E38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元件瀏覽與媒體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E62409-5FD3-DCE3-4E49-04034097F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770984" cy="4325112"/>
          </a:xfrm>
        </p:spPr>
        <p:txBody>
          <a:bodyPr/>
          <a:lstStyle/>
          <a:p>
            <a:r>
              <a:rPr lang="zh-TW" altLang="en-US" dirty="0"/>
              <a:t>主畫面右中側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上方為顯示當前的元件</a:t>
            </a:r>
            <a:endParaRPr lang="en-US" altLang="zh-TW" dirty="0"/>
          </a:p>
          <a:p>
            <a:r>
              <a:rPr lang="zh-TW" altLang="en-US" dirty="0"/>
              <a:t>媒體為放入專案的檔案資源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DD9F36C-591A-3C5C-52A7-715203FA2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376" y="714234"/>
            <a:ext cx="2143424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61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BB7EF8-572A-1BF2-A885-2D8D787C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元件內容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433D25-8013-691D-1EE5-2F8ABA4A5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051768" cy="4325112"/>
          </a:xfrm>
        </p:spPr>
        <p:txBody>
          <a:bodyPr/>
          <a:lstStyle/>
          <a:p>
            <a:r>
              <a:rPr lang="zh-TW" altLang="en-US" dirty="0"/>
              <a:t>主畫面最右側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顯示所選中元件的屬性內容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0988A1D-BF62-DED2-EEA7-FE205CC9C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764704"/>
            <a:ext cx="2891528" cy="1052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69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467020-4AC2-97C9-4E21-8D4CB82F3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專案控制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04809B-12EA-E935-57CE-4188CC7FD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可增加畫面、調整屬性等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切換畫面編排 與 程式設計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C76772-253F-DC02-EDF1-6C0F6CA78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163989"/>
            <a:ext cx="5502592" cy="78984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AC7BCC5-8446-E7F3-D9E8-1DEFDDF17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868399"/>
            <a:ext cx="1590897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42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AAE596-0678-C6F1-0B8A-7F36B7F8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程式設計頁面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614C3F-C756-486C-81B2-DEAA7143D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中央為編輯區域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031643D-175B-37F6-C0D4-7F0A32DA5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0853"/>
            <a:ext cx="9144000" cy="387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782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AAE596-0678-C6F1-0B8A-7F36B7F8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程式設計頁面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614C3F-C756-486C-81B2-DEAA7143D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左側為積木區域</a:t>
            </a:r>
            <a:endParaRPr lang="en-US" altLang="zh-TW" dirty="0"/>
          </a:p>
          <a:p>
            <a:pPr lvl="1"/>
            <a:r>
              <a:rPr lang="zh-TW" altLang="en-US" dirty="0"/>
              <a:t>可使用的程式積木元件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781E85A-BC2F-F941-6B2F-2BD5F75AA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404664"/>
            <a:ext cx="2181529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269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289</TotalTime>
  <Words>171</Words>
  <Application>Microsoft Office PowerPoint</Application>
  <PresentationFormat>如螢幕大小 (4:3)</PresentationFormat>
  <Paragraphs>42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Georgia</vt:lpstr>
      <vt:lpstr>Wingdings 2</vt:lpstr>
      <vt:lpstr>都會</vt:lpstr>
      <vt:lpstr>Lesson 3 基本介面</vt:lpstr>
      <vt:lpstr>專案管理介面</vt:lpstr>
      <vt:lpstr>主頁面(單一專案)</vt:lpstr>
      <vt:lpstr>上方選單-專案</vt:lpstr>
      <vt:lpstr>上方選單-連線,建置</vt:lpstr>
      <vt:lpstr>元件面板</vt:lpstr>
      <vt:lpstr>工作面板</vt:lpstr>
      <vt:lpstr>元件瀏覽與媒體</vt:lpstr>
      <vt:lpstr>元件內容</vt:lpstr>
      <vt:lpstr>專案控制</vt:lpstr>
      <vt:lpstr>程式設計頁面</vt:lpstr>
      <vt:lpstr>程式設計頁面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61</cp:revision>
  <dcterms:created xsi:type="dcterms:W3CDTF">2024-11-18T05:57:07Z</dcterms:created>
  <dcterms:modified xsi:type="dcterms:W3CDTF">2025-04-09T05:13:53Z</dcterms:modified>
</cp:coreProperties>
</file>