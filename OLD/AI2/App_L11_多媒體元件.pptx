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</a:t>
            </a:r>
            <a:br>
              <a:rPr lang="en-US" altLang="zh-TW" dirty="0"/>
            </a:br>
            <a:r>
              <a:rPr lang="zh-TW" altLang="en-US"/>
              <a:t>多媒體元件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F142DE-1D6C-6308-6299-7F07D51D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DE3220-00A1-AAF8-A21D-6C2915B05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/>
          <a:lstStyle/>
          <a:p>
            <a:r>
              <a:rPr lang="zh-TW" altLang="en-US" dirty="0"/>
              <a:t>多媒體元件可讓你放置圖片、聲音、影片等等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拖拉後可新增物件，但以下物件為</a:t>
            </a:r>
            <a:r>
              <a:rPr lang="en-US" altLang="zh-TW" dirty="0"/>
              <a:t>”</a:t>
            </a:r>
            <a:r>
              <a:rPr lang="zh-TW" altLang="en-US" dirty="0"/>
              <a:t>不可見</a:t>
            </a:r>
            <a:r>
              <a:rPr lang="en-US" altLang="zh-TW" dirty="0"/>
              <a:t>”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2B17AF-18A7-6592-B39B-90D274B9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517994"/>
            <a:ext cx="2602632" cy="505654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2CE1B01-6133-8848-30C7-75A8147FB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473594"/>
            <a:ext cx="4487537" cy="110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1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1440B9-31E0-35DD-68C3-6D2515D0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多媒體元件：影片播放器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AA9C57-2FA7-6DB0-B093-6E59D607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554960" cy="4325112"/>
          </a:xfrm>
        </p:spPr>
        <p:txBody>
          <a:bodyPr/>
          <a:lstStyle/>
          <a:p>
            <a:r>
              <a:rPr lang="zh-TW" altLang="en-US" dirty="0"/>
              <a:t>影片播放器比較類似於前面看到的</a:t>
            </a:r>
            <a:r>
              <a:rPr lang="en-US" altLang="zh-TW" dirty="0"/>
              <a:t>”</a:t>
            </a:r>
            <a:r>
              <a:rPr lang="zh-TW" altLang="en-US" dirty="0"/>
              <a:t>圖片</a:t>
            </a:r>
            <a:r>
              <a:rPr lang="en-US" altLang="zh-TW" dirty="0"/>
              <a:t>”</a:t>
            </a:r>
          </a:p>
          <a:p>
            <a:pPr lvl="1"/>
            <a:r>
              <a:rPr lang="zh-TW" altLang="en-US" dirty="0"/>
              <a:t>必須為他指定一個區域，可調整大小等</a:t>
            </a:r>
            <a:endParaRPr lang="en-US" altLang="zh-TW" dirty="0"/>
          </a:p>
          <a:p>
            <a:pPr lvl="1"/>
            <a:r>
              <a:rPr lang="zh-TW" altLang="en-US" dirty="0"/>
              <a:t>來源即為要播放的影片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影片檔案必須放到媒體中</a:t>
            </a:r>
            <a:endParaRPr lang="en-US" altLang="zh-TW" dirty="0"/>
          </a:p>
          <a:p>
            <a:pPr lvl="1"/>
            <a:r>
              <a:rPr lang="zh-TW" altLang="en-US" dirty="0"/>
              <a:t>不能播放</a:t>
            </a:r>
            <a:r>
              <a:rPr lang="en-US" altLang="zh-TW" dirty="0" err="1"/>
              <a:t>Youtube</a:t>
            </a:r>
            <a:r>
              <a:rPr lang="zh-TW" altLang="en-US" dirty="0"/>
              <a:t>影片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03E328-1848-B380-C4D1-E9B2A9B7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786" y="1101806"/>
            <a:ext cx="1819529" cy="137179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56984F8-482B-4ABD-B5B9-B44334A1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09" y="2636912"/>
            <a:ext cx="1876687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7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522F20-809D-32D9-6D84-3CBC6A98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多媒體元件：音效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4CA82F-E094-5714-E985-52071BB1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不可見的元件，通常需要程式呼叫。</a:t>
            </a:r>
            <a:endParaRPr lang="en-US" altLang="zh-TW" dirty="0"/>
          </a:p>
          <a:p>
            <a:r>
              <a:rPr lang="zh-TW" altLang="en-US" dirty="0"/>
              <a:t>我們以音效舉例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這個音效元件可以想成</a:t>
            </a:r>
            <a:r>
              <a:rPr lang="en-US" altLang="zh-TW" dirty="0"/>
              <a:t>”</a:t>
            </a:r>
            <a:r>
              <a:rPr lang="zh-TW" altLang="en-US" dirty="0"/>
              <a:t>播放器</a:t>
            </a:r>
            <a:r>
              <a:rPr lang="en-US" altLang="zh-TW" dirty="0"/>
              <a:t>”</a:t>
            </a:r>
          </a:p>
          <a:p>
            <a:r>
              <a:rPr lang="zh-TW" altLang="en-US" dirty="0"/>
              <a:t>音效檔案必須放在媒體區域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你可以在元件內容指定該音效</a:t>
            </a:r>
            <a:endParaRPr lang="en-US" altLang="zh-TW" dirty="0"/>
          </a:p>
          <a:p>
            <a:pPr lvl="1"/>
            <a:r>
              <a:rPr lang="zh-TW" altLang="en-US" dirty="0"/>
              <a:t>也可以在程式中指定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72BA20-9E95-83E9-0B64-A141C724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4411980"/>
            <a:ext cx="193384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7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7F3A50-7C49-95A1-DFAC-FD7DEAC0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多媒體元件：音效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6A12DF-FB4D-3D15-AC8F-37F19BE28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618856" cy="4325112"/>
          </a:xfrm>
        </p:spPr>
        <p:txBody>
          <a:bodyPr/>
          <a:lstStyle/>
          <a:p>
            <a:r>
              <a:rPr lang="zh-TW" altLang="en-US" dirty="0"/>
              <a:t>改變來源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使用呼叫</a:t>
            </a:r>
            <a:endParaRPr lang="en-US" altLang="zh-TW" dirty="0"/>
          </a:p>
          <a:p>
            <a:pPr lvl="1"/>
            <a:r>
              <a:rPr lang="zh-TW" altLang="en-US" dirty="0"/>
              <a:t>他是紫色元件，你可以想成一段</a:t>
            </a:r>
            <a:r>
              <a:rPr lang="en-US" altLang="zh-TW" dirty="0"/>
              <a:t>”</a:t>
            </a:r>
            <a:r>
              <a:rPr lang="zh-TW" altLang="en-US" dirty="0"/>
              <a:t>程序</a:t>
            </a:r>
            <a:r>
              <a:rPr lang="en-US" altLang="zh-TW" dirty="0"/>
              <a:t>”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9A00F3-36C9-0620-F51A-8B549E420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548680"/>
            <a:ext cx="3277057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9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3409E-6665-DE88-A966-0C6526CC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 </a:t>
            </a:r>
            <a:r>
              <a:rPr lang="en-US" altLang="zh-TW" dirty="0"/>
              <a:t>–</a:t>
            </a:r>
            <a:r>
              <a:rPr lang="zh-TW" altLang="en-US" dirty="0"/>
              <a:t> 音樂 </a:t>
            </a:r>
            <a:r>
              <a:rPr lang="en-US" altLang="zh-TW" dirty="0"/>
              <a:t>&amp;</a:t>
            </a:r>
            <a:r>
              <a:rPr lang="zh-TW" altLang="en-US" dirty="0"/>
              <a:t> 選擇器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5D9975-0A9E-35E4-84D8-A449D406B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音樂播放器</a:t>
            </a:r>
            <a:endParaRPr lang="en-US" altLang="zh-TW" dirty="0"/>
          </a:p>
          <a:p>
            <a:pPr lvl="1"/>
            <a:r>
              <a:rPr lang="zh-TW" altLang="en-US" dirty="0"/>
              <a:t>與音效類似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檔案選擇器、圖像選擇器</a:t>
            </a:r>
            <a:endParaRPr lang="en-US" altLang="zh-TW" dirty="0"/>
          </a:p>
          <a:p>
            <a:pPr lvl="1"/>
            <a:r>
              <a:rPr lang="zh-TW" altLang="en-US" dirty="0"/>
              <a:t>這兩個類似，使用者點選後就會讓他選擇自己手機裡的檔案。</a:t>
            </a:r>
            <a:endParaRPr lang="en-US" altLang="zh-TW" dirty="0"/>
          </a:p>
          <a:p>
            <a:pPr lvl="1"/>
            <a:r>
              <a:rPr lang="zh-TW" altLang="en-US" dirty="0"/>
              <a:t>使用程式可以對選擇檔案做處理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380381F-8690-05A3-5D94-A43F96B3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60" y="5507736"/>
            <a:ext cx="5070049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6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4808E6-D8CA-4918-E481-0F7ECEDC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 </a:t>
            </a:r>
            <a:r>
              <a:rPr lang="en-US" altLang="zh-TW" dirty="0"/>
              <a:t>–</a:t>
            </a:r>
            <a:r>
              <a:rPr lang="zh-TW" altLang="en-US" dirty="0"/>
              <a:t> 其他工具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4D1217-63E7-2FE9-103D-BCA400D59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626968" cy="4325112"/>
          </a:xfrm>
        </p:spPr>
        <p:txBody>
          <a:bodyPr/>
          <a:lstStyle/>
          <a:p>
            <a:r>
              <a:rPr lang="zh-TW" altLang="en-US" dirty="0"/>
              <a:t>錄影機、照相機、錄音機、語音辨識、文字語音轉換、翻譯器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這些屬於使用型的工具</a:t>
            </a:r>
            <a:endParaRPr lang="en-US" altLang="zh-TW" dirty="0"/>
          </a:p>
          <a:p>
            <a:pPr lvl="1"/>
            <a:r>
              <a:rPr lang="zh-TW" altLang="en-US" dirty="0"/>
              <a:t>使用程式呼叫它 就會開始運行，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0236B6-381D-9D97-021C-720FFFE0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64" y="2047001"/>
            <a:ext cx="2331173" cy="4247665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5C8FB574-51F6-F24E-F59A-56B9CCDDA067}"/>
              </a:ext>
            </a:extLst>
          </p:cNvPr>
          <p:cNvCxnSpPr/>
          <p:nvPr/>
        </p:nvCxnSpPr>
        <p:spPr>
          <a:xfrm>
            <a:off x="6414426" y="3140968"/>
            <a:ext cx="223224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EFFE23-1E0C-A6EB-3361-8D5F2ED55802}"/>
              </a:ext>
            </a:extLst>
          </p:cNvPr>
          <p:cNvCxnSpPr/>
          <p:nvPr/>
        </p:nvCxnSpPr>
        <p:spPr>
          <a:xfrm>
            <a:off x="6463889" y="3501008"/>
            <a:ext cx="223224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D64E67E-AA0E-CDC6-1B8A-4412479C0EAC}"/>
              </a:ext>
            </a:extLst>
          </p:cNvPr>
          <p:cNvCxnSpPr/>
          <p:nvPr/>
        </p:nvCxnSpPr>
        <p:spPr>
          <a:xfrm>
            <a:off x="6463889" y="3861048"/>
            <a:ext cx="223224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907AD34-0F39-E1C4-CFA6-5D5268D5267C}"/>
              </a:ext>
            </a:extLst>
          </p:cNvPr>
          <p:cNvCxnSpPr/>
          <p:nvPr/>
        </p:nvCxnSpPr>
        <p:spPr>
          <a:xfrm>
            <a:off x="6516216" y="4221088"/>
            <a:ext cx="223224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F913F4D-431B-D86E-8B98-DBAD2E39F28E}"/>
              </a:ext>
            </a:extLst>
          </p:cNvPr>
          <p:cNvCxnSpPr/>
          <p:nvPr/>
        </p:nvCxnSpPr>
        <p:spPr>
          <a:xfrm>
            <a:off x="6516216" y="6093296"/>
            <a:ext cx="2232248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76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F2B5F2-AB19-B215-CA95-1611999E5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多媒體元件 </a:t>
            </a:r>
            <a:r>
              <a:rPr lang="en-US" altLang="zh-TW" dirty="0"/>
              <a:t>–</a:t>
            </a:r>
            <a:r>
              <a:rPr lang="zh-TW" altLang="en-US" dirty="0"/>
              <a:t> 以照相機為例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AED11D-F0CF-C726-2347-6AEDA3D8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我們要用呼叫去讓他啟動 </a:t>
            </a:r>
            <a:r>
              <a:rPr lang="en-US" altLang="zh-TW" dirty="0"/>
              <a:t>(</a:t>
            </a:r>
            <a:r>
              <a:rPr lang="zh-TW" altLang="en-US" dirty="0"/>
              <a:t>拍照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在執行相關的完成功能去做處理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86CF861-4B18-8446-D0A9-E429B670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3645024"/>
            <a:ext cx="5682368" cy="292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33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360</TotalTime>
  <Words>258</Words>
  <Application>Microsoft Office PowerPoint</Application>
  <PresentationFormat>如螢幕大小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Georgia</vt:lpstr>
      <vt:lpstr>Wingdings 2</vt:lpstr>
      <vt:lpstr>都會</vt:lpstr>
      <vt:lpstr>Lesson 11 多媒體元件</vt:lpstr>
      <vt:lpstr>多媒體元件</vt:lpstr>
      <vt:lpstr>多媒體元件：影片播放器</vt:lpstr>
      <vt:lpstr>多媒體元件：音效</vt:lpstr>
      <vt:lpstr>多媒體元件：音效</vt:lpstr>
      <vt:lpstr>多媒體元件 – 音樂 &amp; 選擇器 </vt:lpstr>
      <vt:lpstr>多媒體元件 – 其他工具</vt:lpstr>
      <vt:lpstr>多媒體元件 – 以照相機為例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70</cp:revision>
  <dcterms:created xsi:type="dcterms:W3CDTF">2024-11-18T05:57:07Z</dcterms:created>
  <dcterms:modified xsi:type="dcterms:W3CDTF">2025-04-10T02:37:23Z</dcterms:modified>
</cp:coreProperties>
</file>