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Lesson 9</a:t>
            </a:r>
            <a:br>
              <a:rPr lang="en-US" altLang="zh-TW" dirty="0"/>
            </a:br>
            <a:r>
              <a:rPr lang="zh-TW" altLang="en-US" dirty="0"/>
              <a:t>切換畫面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en-US" altLang="zh-TW" dirty="0"/>
              <a:t>App Inventor</a:t>
            </a:r>
            <a:r>
              <a:rPr lang="zh-TW" altLang="en-US" dirty="0"/>
              <a:t>課程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092CE0-573C-3D49-8E27-5364976B5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Screen </a:t>
            </a:r>
            <a:r>
              <a:rPr lang="zh-TW" altLang="en-US" dirty="0"/>
              <a:t>畫面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FE149E-1A75-6F33-C6C8-4005AD175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在之前的內容與作業中，我們都使用一個</a:t>
            </a:r>
            <a:r>
              <a:rPr lang="en-US" altLang="zh-TW" dirty="0"/>
              <a:t>Screen</a:t>
            </a:r>
            <a:r>
              <a:rPr lang="zh-TW" altLang="en-US" dirty="0"/>
              <a:t>畫面來製作。</a:t>
            </a:r>
            <a:endParaRPr lang="en-US" altLang="zh-TW" dirty="0"/>
          </a:p>
          <a:p>
            <a:r>
              <a:rPr lang="zh-TW" altLang="en-US" dirty="0"/>
              <a:t>實際上</a:t>
            </a:r>
            <a:r>
              <a:rPr lang="en-US" altLang="zh-TW" dirty="0"/>
              <a:t>AI2</a:t>
            </a:r>
            <a:r>
              <a:rPr lang="zh-TW" altLang="en-US" dirty="0"/>
              <a:t>允許你使用多個畫面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新增畫面 與 切換畫面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033DC68-73D6-D6CB-CBB3-6F2CC7F52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5246528"/>
            <a:ext cx="7195022" cy="93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21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30B00D-BB1D-3C9F-0D9D-18D3894AA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在程式中開啟畫面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7BA024-452A-2390-FB1B-BF9655E8D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控制 最後半</a:t>
            </a:r>
            <a:endParaRPr lang="en-US" altLang="zh-TW" dirty="0"/>
          </a:p>
          <a:p>
            <a:pPr lvl="1"/>
            <a:r>
              <a:rPr lang="zh-TW" altLang="en-US" dirty="0"/>
              <a:t>可使用字串方式 修改前往的畫面名稱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CAFEB4A-5D9C-CE44-4ED2-DC2F4658A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3505452"/>
            <a:ext cx="5256584" cy="220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41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BAD545-C288-7FD5-4CD1-33A086BD0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其他功能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8BDD83-9607-EF76-A9FC-604695FB2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可使用初始值來攜帶數值去下個畫面</a:t>
            </a:r>
            <a:endParaRPr lang="en-US" altLang="zh-TW" dirty="0"/>
          </a:p>
          <a:p>
            <a:pPr lvl="1"/>
            <a:r>
              <a:rPr lang="zh-TW" altLang="en-US" dirty="0"/>
              <a:t>注意不要使用</a:t>
            </a:r>
            <a:r>
              <a:rPr lang="en-US" altLang="zh-TW" dirty="0"/>
              <a:t>”</a:t>
            </a:r>
            <a:r>
              <a:rPr lang="zh-TW" altLang="en-US" dirty="0"/>
              <a:t>取得初始文字</a:t>
            </a:r>
            <a:r>
              <a:rPr lang="en-US" altLang="zh-TW" dirty="0"/>
              <a:t>”</a:t>
            </a:r>
          </a:p>
          <a:p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可使用關閉畫面，回到前一個畫面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8B14A33-E20B-4F04-09DA-7C4D74260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95" y="4725144"/>
            <a:ext cx="4320480" cy="156062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7C5BDB9-91DC-7141-FDC2-2912EA1DD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223236"/>
            <a:ext cx="2112327" cy="73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3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68992B-6325-8898-8236-CD2917ACD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範例：雙畫面次方數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F6C2CD-6B4B-CC6D-BE31-3EAE9BC97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次方數 </a:t>
            </a:r>
            <a:r>
              <a:rPr lang="en-US" altLang="zh-TW" dirty="0"/>
              <a:t>(</a:t>
            </a:r>
            <a:r>
              <a:rPr lang="zh-TW" altLang="en-US" dirty="0"/>
              <a:t>改為雙畫面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21C7980-A74C-FC12-0733-47D3E2349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02" y="2780928"/>
            <a:ext cx="8573864" cy="3957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2149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F6FD3C-E8C1-7320-46B5-F47A8B891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範例：雙畫面次方數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BD3297C-7A50-BD3A-BAFB-40A6A9023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060848"/>
            <a:ext cx="3648584" cy="866896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69DE995D-0BC0-51DC-E8DB-9164BB565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847976"/>
            <a:ext cx="6800850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1961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007D44-22EA-3E0D-9F34-7DD751AC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範例：雙畫面次方數 </a:t>
            </a:r>
            <a:r>
              <a:rPr lang="en-US" altLang="zh-TW" dirty="0"/>
              <a:t>(Screen2)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419463-9D5E-C591-6DB4-02D8210EB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1F959D0-48BA-6014-14DD-81DF05B43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768" y="2209800"/>
            <a:ext cx="9144000" cy="370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936D240-B06C-73D6-F183-A5DE45439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3697166"/>
            <a:ext cx="3905250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74575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221</TotalTime>
  <Words>123</Words>
  <Application>Microsoft Office PowerPoint</Application>
  <PresentationFormat>如螢幕大小 (4:3)</PresentationFormat>
  <Paragraphs>23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Arial</vt:lpstr>
      <vt:lpstr>Georgia</vt:lpstr>
      <vt:lpstr>Wingdings 2</vt:lpstr>
      <vt:lpstr>都會</vt:lpstr>
      <vt:lpstr>Lesson 9 切換畫面</vt:lpstr>
      <vt:lpstr>Screen 畫面</vt:lpstr>
      <vt:lpstr>在程式中開啟畫面</vt:lpstr>
      <vt:lpstr>其他功能</vt:lpstr>
      <vt:lpstr>範例：雙畫面次方數</vt:lpstr>
      <vt:lpstr>範例：雙畫面次方數</vt:lpstr>
      <vt:lpstr>範例：雙畫面次方數 (Screen2)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55</cp:revision>
  <dcterms:created xsi:type="dcterms:W3CDTF">2024-11-18T05:57:07Z</dcterms:created>
  <dcterms:modified xsi:type="dcterms:W3CDTF">2025-04-09T08:02:03Z</dcterms:modified>
</cp:coreProperties>
</file>