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1" r:id="rId3"/>
    <p:sldId id="262" r:id="rId4"/>
    <p:sldId id="257" r:id="rId5"/>
    <p:sldId id="259" r:id="rId6"/>
    <p:sldId id="258" r:id="rId7"/>
    <p:sldId id="260" r:id="rId8"/>
    <p:sldId id="264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6</a:t>
            </a:r>
            <a:br>
              <a:rPr lang="en-US" altLang="zh-TW" dirty="0"/>
            </a:br>
            <a:r>
              <a:rPr lang="zh-TW" altLang="en-US" dirty="0"/>
              <a:t>製作內容</a:t>
            </a:r>
            <a:r>
              <a:rPr lang="en-US" altLang="zh-TW" dirty="0"/>
              <a:t>2 [</a:t>
            </a:r>
            <a:r>
              <a:rPr lang="zh-TW" altLang="en-US" dirty="0"/>
              <a:t>骰子遊戲</a:t>
            </a:r>
            <a:r>
              <a:rPr lang="en-US" altLang="zh-TW" dirty="0"/>
              <a:t>]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35F4ED-86E7-F866-ECF7-7F6E0F47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數字比較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D252D6-B11E-D4CD-E248-EF12F12A4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在數學中拉出相等元件</a:t>
            </a:r>
            <a:endParaRPr lang="en-US" altLang="zh-TW" dirty="0"/>
          </a:p>
          <a:p>
            <a:r>
              <a:rPr lang="zh-TW" altLang="en-US" dirty="0"/>
              <a:t>可以修改為數字比較</a:t>
            </a:r>
            <a:endParaRPr lang="en-US" altLang="zh-TW" dirty="0"/>
          </a:p>
          <a:p>
            <a:pPr lvl="1"/>
            <a:r>
              <a:rPr lang="zh-TW" altLang="en-US" dirty="0"/>
              <a:t>大於、小於</a:t>
            </a:r>
            <a:endParaRPr lang="en-US" altLang="zh-TW" dirty="0"/>
          </a:p>
          <a:p>
            <a:pPr lvl="1"/>
            <a:r>
              <a:rPr lang="zh-TW" altLang="en-US" dirty="0"/>
              <a:t>等於、不等於</a:t>
            </a:r>
            <a:endParaRPr lang="en-US" altLang="zh-TW" dirty="0"/>
          </a:p>
          <a:p>
            <a:r>
              <a:rPr lang="zh-TW" altLang="en-US" dirty="0"/>
              <a:t>執行後的結果為 </a:t>
            </a:r>
            <a:r>
              <a:rPr lang="en-US" altLang="zh-TW" dirty="0"/>
              <a:t>“</a:t>
            </a:r>
            <a:r>
              <a:rPr lang="zh-TW" altLang="en-US" dirty="0"/>
              <a:t>真</a:t>
            </a:r>
            <a:r>
              <a:rPr lang="en-US" altLang="zh-TW" dirty="0"/>
              <a:t>”</a:t>
            </a:r>
            <a:r>
              <a:rPr lang="zh-TW" altLang="en-US" dirty="0"/>
              <a:t> 或 </a:t>
            </a:r>
            <a:r>
              <a:rPr lang="en-US" altLang="zh-TW" dirty="0"/>
              <a:t>“</a:t>
            </a:r>
            <a:r>
              <a:rPr lang="zh-TW" altLang="en-US" dirty="0"/>
              <a:t>假</a:t>
            </a:r>
            <a:r>
              <a:rPr lang="en-US" altLang="zh-TW" dirty="0"/>
              <a:t>”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345AEE5-5AB5-D3B1-BFAC-42EE61F68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00" y="2325296"/>
            <a:ext cx="1850758" cy="66911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6194F65-E5A1-D5BF-9B2B-7F2A74759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265" y="3254448"/>
            <a:ext cx="2100171" cy="357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46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5AE1D1-875C-45BC-C7A9-18267722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流程控制：選擇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4EF8EE-2BC6-C93A-F75C-F9C7621F7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5736" y="2249424"/>
            <a:ext cx="6491063" cy="4325112"/>
          </a:xfrm>
        </p:spPr>
        <p:txBody>
          <a:bodyPr/>
          <a:lstStyle/>
          <a:p>
            <a:r>
              <a:rPr lang="zh-TW" altLang="en-US" dirty="0"/>
              <a:t>控制中可拿出 如果</a:t>
            </a:r>
            <a:r>
              <a:rPr lang="en-US" altLang="zh-TW" dirty="0"/>
              <a:t>(if) </a:t>
            </a:r>
            <a:r>
              <a:rPr lang="zh-TW" altLang="en-US" dirty="0"/>
              <a:t>元件</a:t>
            </a:r>
            <a:endParaRPr lang="en-US" altLang="zh-TW" dirty="0"/>
          </a:p>
          <a:p>
            <a:r>
              <a:rPr lang="zh-TW" altLang="en-US" dirty="0"/>
              <a:t>這三個元件是共通的</a:t>
            </a:r>
            <a:endParaRPr lang="en-US" altLang="zh-TW" dirty="0"/>
          </a:p>
          <a:p>
            <a:r>
              <a:rPr lang="zh-TW" altLang="en-US" dirty="0"/>
              <a:t>符合條件才執行</a:t>
            </a:r>
            <a:endParaRPr lang="en-US" altLang="zh-TW" dirty="0"/>
          </a:p>
          <a:p>
            <a:pPr lvl="1"/>
            <a:r>
              <a:rPr lang="zh-TW" altLang="en-US" dirty="0"/>
              <a:t>條件是 </a:t>
            </a:r>
            <a:r>
              <a:rPr lang="en-US" altLang="zh-TW" dirty="0"/>
              <a:t>“</a:t>
            </a:r>
            <a:r>
              <a:rPr lang="zh-TW" altLang="en-US" dirty="0"/>
              <a:t>真</a:t>
            </a:r>
            <a:r>
              <a:rPr lang="en-US" altLang="zh-TW" dirty="0"/>
              <a:t>”</a:t>
            </a:r>
            <a:r>
              <a:rPr lang="zh-TW" altLang="en-US" dirty="0"/>
              <a:t> 或 </a:t>
            </a:r>
            <a:r>
              <a:rPr lang="en-US" altLang="zh-TW" dirty="0"/>
              <a:t>“</a:t>
            </a:r>
            <a:r>
              <a:rPr lang="zh-TW" altLang="en-US" dirty="0"/>
              <a:t>假</a:t>
            </a:r>
            <a:r>
              <a:rPr lang="en-US" altLang="zh-TW" dirty="0"/>
              <a:t>”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E9D214A-B4AE-518B-D748-1BADE9A8E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082114"/>
            <a:ext cx="1896483" cy="450912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08F0BEA-96AD-34C3-7A54-5CA578D7A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580" y="3717032"/>
            <a:ext cx="2610214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755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1C19D-479E-3FB4-C0B8-399F3F63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骰子遊戲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835330-E6C7-5E97-FE83-B2EF91C08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按下按鈕後</a:t>
            </a:r>
            <a:endParaRPr lang="en-US" altLang="zh-TW" dirty="0"/>
          </a:p>
          <a:p>
            <a:pPr lvl="1"/>
            <a:r>
              <a:rPr lang="zh-TW" altLang="en-US" dirty="0"/>
              <a:t>玩家與電腦分別擲出一枚骰子</a:t>
            </a:r>
            <a:endParaRPr lang="en-US" altLang="zh-TW" dirty="0"/>
          </a:p>
          <a:p>
            <a:pPr lvl="1"/>
            <a:r>
              <a:rPr lang="zh-TW" altLang="en-US" dirty="0"/>
              <a:t>並在畫面中顯示骰出的 </a:t>
            </a:r>
            <a:r>
              <a:rPr lang="zh-TW" altLang="en-US" b="1" dirty="0"/>
              <a:t>點數</a:t>
            </a:r>
            <a:r>
              <a:rPr lang="zh-TW" altLang="en-US" dirty="0"/>
              <a:t> 與 </a:t>
            </a:r>
            <a:r>
              <a:rPr lang="zh-TW" altLang="en-US" b="1" dirty="0"/>
              <a:t>圖片</a:t>
            </a:r>
            <a:endParaRPr lang="en-US" altLang="zh-TW" b="1" dirty="0"/>
          </a:p>
          <a:p>
            <a:endParaRPr lang="en-US" altLang="zh-TW" b="1" dirty="0"/>
          </a:p>
          <a:p>
            <a:r>
              <a:rPr lang="zh-TW" altLang="en-US" dirty="0"/>
              <a:t>並且依照點數來比較大小</a:t>
            </a:r>
            <a:endParaRPr lang="en-US" altLang="zh-TW" dirty="0"/>
          </a:p>
          <a:p>
            <a:pPr lvl="1"/>
            <a:r>
              <a:rPr lang="zh-TW" altLang="en-US" dirty="0"/>
              <a:t>玩家</a:t>
            </a:r>
            <a:r>
              <a:rPr lang="en-US" altLang="zh-TW" dirty="0"/>
              <a:t>&gt;</a:t>
            </a:r>
            <a:r>
              <a:rPr lang="zh-TW" altLang="en-US" dirty="0"/>
              <a:t>電腦，玩家獲勝</a:t>
            </a:r>
            <a:endParaRPr lang="en-US" altLang="zh-TW" dirty="0"/>
          </a:p>
          <a:p>
            <a:pPr lvl="1"/>
            <a:r>
              <a:rPr lang="zh-TW" altLang="en-US" dirty="0"/>
              <a:t>電腦</a:t>
            </a:r>
            <a:r>
              <a:rPr lang="en-US" altLang="zh-TW" dirty="0"/>
              <a:t>&gt;</a:t>
            </a:r>
            <a:r>
              <a:rPr lang="zh-TW" altLang="en-US" dirty="0"/>
              <a:t>玩家，電腦獲勝</a:t>
            </a:r>
            <a:endParaRPr lang="en-US" altLang="zh-TW" dirty="0"/>
          </a:p>
          <a:p>
            <a:pPr lvl="1"/>
            <a:r>
              <a:rPr lang="zh-TW" altLang="en-US" dirty="0"/>
              <a:t>玩家</a:t>
            </a:r>
            <a:r>
              <a:rPr lang="en-US" altLang="zh-TW" dirty="0"/>
              <a:t>=</a:t>
            </a:r>
            <a:r>
              <a:rPr lang="zh-TW" altLang="en-US" dirty="0"/>
              <a:t>電腦，平手</a:t>
            </a:r>
            <a:endParaRPr lang="en-US" altLang="zh-TW" dirty="0"/>
          </a:p>
          <a:p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1186773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C9C3B9-7C7B-DBC9-758B-07A30A7CA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2DC3D5-A8FC-14CD-2FBF-58A319EC2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3B79FAC-1B8F-AC9A-50A4-774EA6A1C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88" y="123203"/>
            <a:ext cx="8271377" cy="67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5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836F25-933A-A4D3-9DA9-10667094A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90C902-E40C-D9F0-3050-F4F207262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FC0ACEB-CDA9-D743-1D59-0629BAB0D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25" y="408675"/>
            <a:ext cx="8421275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88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1B8A65-B396-BF08-1D49-2D8BEC83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骰子遊戲 </a:t>
            </a:r>
            <a:r>
              <a:rPr lang="en-US" altLang="zh-TW" dirty="0"/>
              <a:t>(</a:t>
            </a:r>
            <a:r>
              <a:rPr lang="zh-TW" altLang="en-US" dirty="0"/>
              <a:t>學習內容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71C299-21EB-DF63-F127-4FBFE8181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程式的執行順序</a:t>
            </a:r>
            <a:endParaRPr lang="en-US" altLang="zh-TW" dirty="0"/>
          </a:p>
          <a:p>
            <a:r>
              <a:rPr lang="zh-TW" altLang="en-US" dirty="0"/>
              <a:t>使用變數儲存資料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大小比較</a:t>
            </a:r>
            <a:endParaRPr lang="en-US" altLang="zh-TW" dirty="0"/>
          </a:p>
          <a:p>
            <a:r>
              <a:rPr lang="zh-TW" altLang="en-US" dirty="0"/>
              <a:t>如果</a:t>
            </a:r>
            <a:r>
              <a:rPr lang="en-US" altLang="zh-TW" dirty="0"/>
              <a:t>...</a:t>
            </a:r>
            <a:r>
              <a:rPr lang="zh-TW" altLang="en-US" dirty="0"/>
              <a:t>否則如果</a:t>
            </a:r>
            <a:r>
              <a:rPr lang="en-US" altLang="zh-TW" dirty="0"/>
              <a:t>…</a:t>
            </a:r>
            <a:r>
              <a:rPr lang="zh-TW" altLang="en-US" dirty="0"/>
              <a:t>否則</a:t>
            </a:r>
            <a:endParaRPr lang="en-US" altLang="zh-TW" dirty="0"/>
          </a:p>
          <a:p>
            <a:pPr lvl="1"/>
            <a:r>
              <a:rPr lang="en-US" altLang="zh-TW" dirty="0"/>
              <a:t>if…else if…else</a:t>
            </a:r>
          </a:p>
          <a:p>
            <a:endParaRPr lang="en-US" altLang="zh-TW" dirty="0"/>
          </a:p>
          <a:p>
            <a:r>
              <a:rPr lang="zh-TW" altLang="en-US" dirty="0"/>
              <a:t>圖片與使用程式修改圖片</a:t>
            </a:r>
          </a:p>
        </p:txBody>
      </p:sp>
    </p:spTree>
    <p:extLst>
      <p:ext uri="{BB962C8B-B14F-4D97-AF65-F5344CB8AC3E}">
        <p14:creationId xmlns:p14="http://schemas.microsoft.com/office/powerpoint/2010/main" val="1588457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5A1C8-58C6-9D05-4517-D0FF31289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骰子遊戲 作業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F134D9-4502-641B-ACC1-0C0954255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原先的骰子遊戲中，雙方只有</a:t>
            </a:r>
            <a:r>
              <a:rPr lang="zh-TW" altLang="en-US" b="1" i="0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各使用一顆骰子</a:t>
            </a:r>
          </a:p>
          <a:p>
            <a:pPr algn="l"/>
            <a:r>
              <a:rPr lang="zh-TW" altLang="en-US" b="1" i="0" dirty="0">
                <a:solidFill>
                  <a:srgbClr val="FF0000"/>
                </a:solidFill>
                <a:effectLst/>
                <a:latin typeface="Helvetica" panose="020B0604020202020204" pitchFamily="34" charset="0"/>
              </a:rPr>
              <a:t>現在改成雙方各擲出兩顆骰子</a:t>
            </a:r>
          </a:p>
          <a:p>
            <a:pPr algn="l"/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須符合以下要求</a:t>
            </a:r>
            <a:endParaRPr lang="en-US" altLang="zh-TW" b="0" i="0" dirty="0">
              <a:solidFill>
                <a:srgbClr val="262833"/>
              </a:solidFill>
              <a:effectLst/>
              <a:latin typeface="Helvetica" panose="020B0604020202020204" pitchFamily="34" charset="0"/>
            </a:endParaRPr>
          </a:p>
          <a:p>
            <a:pPr marL="925830" lvl="1" indent="-514350">
              <a:buFont typeface="+mj-lt"/>
              <a:buAutoNum type="arabicPeriod"/>
            </a:pP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雙方必須正確的骰出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2+2</a:t>
            </a: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骰子 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(</a:t>
            </a: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不能有兩顆骰子點數，每次都相同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)</a:t>
            </a:r>
          </a:p>
          <a:p>
            <a:pPr marL="916686" lvl="1" indent="-514350">
              <a:buFont typeface="+mj-lt"/>
              <a:buAutoNum type="arabicPeriod"/>
            </a:pP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必須要有文字，顯示出玩家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&amp;</a:t>
            </a: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電腦的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2</a:t>
            </a: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顆骰子點數和</a:t>
            </a:r>
            <a:endParaRPr lang="en-US" altLang="zh-TW" b="0" i="0" dirty="0">
              <a:solidFill>
                <a:srgbClr val="262833"/>
              </a:solidFill>
              <a:effectLst/>
              <a:latin typeface="Helvetica" panose="020B0604020202020204" pitchFamily="34" charset="0"/>
            </a:endParaRPr>
          </a:p>
          <a:p>
            <a:pPr marL="916686" lvl="1" indent="-514350">
              <a:buFont typeface="+mj-lt"/>
              <a:buAutoNum type="arabicPeriod"/>
            </a:pPr>
            <a:r>
              <a:rPr lang="zh-TW" altLang="en-US" dirty="0">
                <a:solidFill>
                  <a:srgbClr val="262833"/>
                </a:solidFill>
                <a:latin typeface="Helvetica" panose="020B0604020202020204" pitchFamily="34" charset="0"/>
              </a:rPr>
              <a:t>承上，除此之外，必須正確顯示兩顆骰子的圖片</a:t>
            </a:r>
            <a:endParaRPr lang="zh-TW" altLang="en-US" b="0" i="0" dirty="0">
              <a:solidFill>
                <a:srgbClr val="262833"/>
              </a:solidFill>
              <a:effectLst/>
              <a:latin typeface="Helvetica" panose="020B0604020202020204" pitchFamily="34" charset="0"/>
            </a:endParaRPr>
          </a:p>
          <a:p>
            <a:pPr marL="916686" lvl="1" indent="-514350">
              <a:buFont typeface="+mj-lt"/>
              <a:buAutoNum type="arabicPeriod"/>
            </a:pP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必須正確的顯示勝負 </a:t>
            </a:r>
            <a:r>
              <a:rPr lang="en-US" altLang="zh-TW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(</a:t>
            </a:r>
            <a:r>
              <a:rPr lang="zh-TW" altLang="en-US" b="0" i="0" dirty="0">
                <a:solidFill>
                  <a:srgbClr val="262833"/>
                </a:solidFill>
                <a:effectLst/>
                <a:latin typeface="Helvetica" panose="020B0604020202020204" pitchFamily="34" charset="0"/>
              </a:rPr>
              <a:t>以總和點數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5659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241</TotalTime>
  <Words>248</Words>
  <Application>Microsoft Office PowerPoint</Application>
  <PresentationFormat>如螢幕大小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Arial</vt:lpstr>
      <vt:lpstr>Georgia</vt:lpstr>
      <vt:lpstr>Helvetica</vt:lpstr>
      <vt:lpstr>Wingdings 2</vt:lpstr>
      <vt:lpstr>都會</vt:lpstr>
      <vt:lpstr>Lesson 6 製作內容2 [骰子遊戲]</vt:lpstr>
      <vt:lpstr>數字比較</vt:lpstr>
      <vt:lpstr>流程控制：選擇</vt:lpstr>
      <vt:lpstr>骰子遊戲</vt:lpstr>
      <vt:lpstr>PowerPoint 簡報</vt:lpstr>
      <vt:lpstr>PowerPoint 簡報</vt:lpstr>
      <vt:lpstr>骰子遊戲 (學習內容)</vt:lpstr>
      <vt:lpstr>骰子遊戲 作業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68</cp:revision>
  <dcterms:created xsi:type="dcterms:W3CDTF">2024-11-18T05:57:07Z</dcterms:created>
  <dcterms:modified xsi:type="dcterms:W3CDTF">2025-04-09T06:14:59Z</dcterms:modified>
</cp:coreProperties>
</file>