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2" r:id="rId4"/>
    <p:sldId id="263" r:id="rId5"/>
    <p:sldId id="261" r:id="rId6"/>
    <p:sldId id="265" r:id="rId7"/>
    <p:sldId id="264" r:id="rId8"/>
    <p:sldId id="260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7</a:t>
            </a:r>
            <a:br>
              <a:rPr lang="en-US" altLang="zh-TW" dirty="0"/>
            </a:br>
            <a:r>
              <a:rPr lang="zh-TW" altLang="en-US" dirty="0"/>
              <a:t>製作內容</a:t>
            </a:r>
            <a:r>
              <a:rPr lang="en-US" altLang="zh-TW" dirty="0"/>
              <a:t>3 [</a:t>
            </a:r>
            <a:r>
              <a:rPr lang="zh-TW" altLang="en-US" dirty="0"/>
              <a:t>猜數字遊戲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1C19D-479E-3FB4-C0B8-399F3F63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猜數字遊戲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35330-E6C7-5E97-FE83-B2EF91C0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遊戲設置</a:t>
            </a:r>
            <a:endParaRPr lang="en-US" altLang="zh-TW" dirty="0"/>
          </a:p>
          <a:p>
            <a:pPr lvl="1"/>
            <a:r>
              <a:rPr lang="zh-TW" altLang="en-US" dirty="0"/>
              <a:t>隨機產生一個</a:t>
            </a:r>
            <a:r>
              <a:rPr lang="en-US" altLang="zh-TW" dirty="0"/>
              <a:t>1-100</a:t>
            </a:r>
            <a:r>
              <a:rPr lang="zh-TW" altLang="en-US" dirty="0"/>
              <a:t>間的數值</a:t>
            </a:r>
            <a:endParaRPr lang="en-US" altLang="zh-TW" dirty="0"/>
          </a:p>
          <a:p>
            <a:r>
              <a:rPr lang="zh-TW" altLang="en-US" dirty="0"/>
              <a:t>文字輸入框</a:t>
            </a:r>
            <a:r>
              <a:rPr lang="en-US" altLang="zh-TW" dirty="0"/>
              <a:t>[</a:t>
            </a:r>
            <a:r>
              <a:rPr lang="zh-TW" altLang="en-US" dirty="0"/>
              <a:t>輸入值</a:t>
            </a:r>
            <a:r>
              <a:rPr lang="en-US" altLang="zh-TW" dirty="0"/>
              <a:t>]</a:t>
            </a:r>
            <a:r>
              <a:rPr lang="zh-TW" altLang="en-US" dirty="0"/>
              <a:t>、按鈕</a:t>
            </a:r>
            <a:r>
              <a:rPr lang="en-US" altLang="zh-TW" dirty="0"/>
              <a:t>[</a:t>
            </a:r>
            <a:r>
              <a:rPr lang="zh-TW" altLang="en-US" dirty="0"/>
              <a:t>送出猜測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玩家在</a:t>
            </a:r>
            <a:r>
              <a:rPr lang="en-US" altLang="zh-TW" dirty="0"/>
              <a:t>[</a:t>
            </a:r>
            <a:r>
              <a:rPr lang="zh-TW" altLang="en-US" dirty="0"/>
              <a:t>輸入值</a:t>
            </a:r>
            <a:r>
              <a:rPr lang="en-US" altLang="zh-TW" dirty="0"/>
              <a:t>]</a:t>
            </a:r>
            <a:r>
              <a:rPr lang="zh-TW" altLang="en-US" dirty="0"/>
              <a:t>中填入數字並按下</a:t>
            </a:r>
            <a:r>
              <a:rPr lang="en-US" altLang="zh-TW" dirty="0"/>
              <a:t>[</a:t>
            </a:r>
            <a:r>
              <a:rPr lang="zh-TW" altLang="en-US" dirty="0"/>
              <a:t>送出猜測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以下項目必須展示猜題結果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標籤</a:t>
            </a:r>
            <a:r>
              <a:rPr lang="en-US" altLang="zh-TW" dirty="0"/>
              <a:t>[</a:t>
            </a:r>
            <a:r>
              <a:rPr lang="zh-TW" altLang="en-US" dirty="0"/>
              <a:t>猜題次數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顯示總共的猜題次數，猜題正確也寫在這</a:t>
            </a:r>
            <a:endParaRPr lang="en-US" altLang="zh-TW" dirty="0"/>
          </a:p>
          <a:p>
            <a:r>
              <a:rPr lang="zh-TW" altLang="en-US" dirty="0"/>
              <a:t>標籤</a:t>
            </a:r>
            <a:r>
              <a:rPr lang="en-US" altLang="zh-TW" dirty="0"/>
              <a:t>[</a:t>
            </a:r>
            <a:r>
              <a:rPr lang="zh-TW" altLang="en-US" dirty="0"/>
              <a:t>猜題記錄</a:t>
            </a:r>
            <a:r>
              <a:rPr lang="en-US" altLang="zh-TW" dirty="0"/>
              <a:t>] </a:t>
            </a:r>
          </a:p>
          <a:p>
            <a:pPr lvl="1"/>
            <a:r>
              <a:rPr lang="zh-TW" altLang="en-US" dirty="0"/>
              <a:t>顯示所有猜題記錄及結果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677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1C392-EFA6-33A3-DE0A-80D9A95F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0DD9D9-7750-CEEF-5A59-CA72B501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FB729A-F88E-6E4A-F115-ACF077AA8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28815"/>
            <a:ext cx="7278116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0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36D7D-888E-C518-16AD-EA9E8DCC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713563-1D3B-C3D7-9A5B-7AC97EF4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7CB1AC-9BA8-A311-1F44-50B16E82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548680"/>
            <a:ext cx="5732407" cy="599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0FF02-88C5-ECB9-F57F-1CDCE7B7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猜數字遊戲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545FBD-4A84-CBE5-88AB-94A62190E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按鈕</a:t>
            </a:r>
            <a:r>
              <a:rPr lang="en-US" altLang="zh-TW" dirty="0"/>
              <a:t>[</a:t>
            </a:r>
            <a:r>
              <a:rPr lang="zh-TW" altLang="en-US" dirty="0"/>
              <a:t>重新開始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清空猜題記錄</a:t>
            </a:r>
            <a:endParaRPr lang="en-US" altLang="zh-TW" dirty="0"/>
          </a:p>
          <a:p>
            <a:pPr lvl="1"/>
            <a:r>
              <a:rPr lang="zh-TW" altLang="en-US" dirty="0"/>
              <a:t>猜題次數歸</a:t>
            </a:r>
            <a:r>
              <a:rPr lang="en-US" altLang="zh-TW" dirty="0"/>
              <a:t>0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我們會發現，</a:t>
            </a:r>
            <a:r>
              <a:rPr lang="en-US" altLang="zh-TW" dirty="0"/>
              <a:t>[</a:t>
            </a:r>
            <a:r>
              <a:rPr lang="zh-TW" altLang="en-US" dirty="0"/>
              <a:t>重新開始</a:t>
            </a:r>
            <a:r>
              <a:rPr lang="en-US" altLang="zh-TW" dirty="0"/>
              <a:t>]</a:t>
            </a:r>
            <a:r>
              <a:rPr lang="zh-TW" altLang="en-US" dirty="0"/>
              <a:t>按鈕 與 </a:t>
            </a:r>
            <a:r>
              <a:rPr lang="en-US" altLang="zh-TW" dirty="0"/>
              <a:t>[</a:t>
            </a:r>
            <a:r>
              <a:rPr lang="zh-TW" altLang="en-US" dirty="0"/>
              <a:t>初始化</a:t>
            </a:r>
            <a:r>
              <a:rPr lang="en-US" altLang="zh-TW" dirty="0"/>
              <a:t>]</a:t>
            </a:r>
            <a:r>
              <a:rPr lang="zh-TW" altLang="en-US" dirty="0"/>
              <a:t> 重疊蠻多功能的</a:t>
            </a:r>
          </a:p>
        </p:txBody>
      </p:sp>
    </p:spTree>
    <p:extLst>
      <p:ext uri="{BB962C8B-B14F-4D97-AF65-F5344CB8AC3E}">
        <p14:creationId xmlns:p14="http://schemas.microsoft.com/office/powerpoint/2010/main" val="182958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14D759-3248-8132-8DD5-16077A6A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程序 </a:t>
            </a:r>
            <a:r>
              <a:rPr lang="en-US" altLang="zh-TW" dirty="0"/>
              <a:t>(function)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0A0DA5-CE54-D380-2F35-90ECD7C62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/>
          <a:lstStyle/>
          <a:p>
            <a:r>
              <a:rPr lang="zh-TW" altLang="en-US" dirty="0"/>
              <a:t>使用程序可以讓你重複使用已寫過的程式，並且可以一併修改。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要使用程序，必須先定義</a:t>
            </a:r>
            <a:endParaRPr lang="en-US" altLang="zh-TW" dirty="0"/>
          </a:p>
          <a:p>
            <a:pPr lvl="1"/>
            <a:r>
              <a:rPr lang="zh-TW" altLang="en-US" dirty="0"/>
              <a:t>名稱</a:t>
            </a:r>
            <a:endParaRPr lang="en-US" altLang="zh-TW" dirty="0"/>
          </a:p>
          <a:p>
            <a:pPr lvl="1"/>
            <a:r>
              <a:rPr lang="zh-TW" altLang="en-US" dirty="0"/>
              <a:t>輸入</a:t>
            </a:r>
            <a:endParaRPr lang="en-US" altLang="zh-TW" dirty="0"/>
          </a:p>
          <a:p>
            <a:pPr lvl="1"/>
            <a:r>
              <a:rPr lang="zh-TW" altLang="en-US" dirty="0"/>
              <a:t>回傳值</a:t>
            </a:r>
            <a:endParaRPr lang="en-US" altLang="zh-TW" dirty="0"/>
          </a:p>
          <a:p>
            <a:r>
              <a:rPr lang="zh-TW" altLang="en-US" dirty="0"/>
              <a:t>其他位置可以</a:t>
            </a:r>
            <a:r>
              <a:rPr lang="en-US" altLang="zh-TW" dirty="0"/>
              <a:t>”</a:t>
            </a:r>
            <a:r>
              <a:rPr lang="zh-TW" altLang="en-US" dirty="0"/>
              <a:t>呼叫</a:t>
            </a:r>
            <a:r>
              <a:rPr lang="en-US" altLang="zh-TW" dirty="0"/>
              <a:t>”</a:t>
            </a:r>
            <a:r>
              <a:rPr lang="zh-TW" altLang="en-US" dirty="0"/>
              <a:t>來使用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70BB7F-BFCF-34A9-CE38-91626546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3140968"/>
            <a:ext cx="2592288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6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8569D-F692-B5B9-3C6C-E057C858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A3006B-C323-7D98-D620-D7B0D4A8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EB1D9C-9243-36A3-486D-E185833D8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11" y="820633"/>
            <a:ext cx="6106377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B8A65-B396-BF08-1D49-2D8BEC8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猜數字遊戲 </a:t>
            </a:r>
            <a:r>
              <a:rPr lang="en-US" altLang="zh-TW" dirty="0"/>
              <a:t>(</a:t>
            </a:r>
            <a:r>
              <a:rPr lang="zh-TW" altLang="en-US" dirty="0"/>
              <a:t>學習內容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71C299-21EB-DF63-F127-4FBFE818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程式的執行順序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大小比較</a:t>
            </a:r>
            <a:endParaRPr lang="en-US" altLang="zh-TW" dirty="0"/>
          </a:p>
          <a:p>
            <a:r>
              <a:rPr lang="zh-TW" altLang="en-US" dirty="0"/>
              <a:t>如果</a:t>
            </a:r>
            <a:r>
              <a:rPr lang="en-US" altLang="zh-TW" dirty="0"/>
              <a:t>...</a:t>
            </a:r>
            <a:r>
              <a:rPr lang="zh-TW" altLang="en-US" dirty="0"/>
              <a:t>否則如果</a:t>
            </a:r>
            <a:r>
              <a:rPr lang="en-US" altLang="zh-TW" dirty="0"/>
              <a:t>…</a:t>
            </a:r>
            <a:r>
              <a:rPr lang="zh-TW" altLang="en-US" dirty="0"/>
              <a:t>否則</a:t>
            </a:r>
            <a:endParaRPr lang="en-US" altLang="zh-TW" dirty="0"/>
          </a:p>
          <a:p>
            <a:pPr lvl="1"/>
            <a:r>
              <a:rPr lang="en-US" altLang="zh-TW" dirty="0"/>
              <a:t>if…else if…else</a:t>
            </a:r>
          </a:p>
          <a:p>
            <a:endParaRPr lang="en-US" altLang="zh-TW" dirty="0"/>
          </a:p>
          <a:p>
            <a:r>
              <a:rPr lang="zh-TW" altLang="en-US" dirty="0"/>
              <a:t>使用 警告視窗、音效等</a:t>
            </a:r>
            <a:endParaRPr lang="en-US" altLang="zh-TW" dirty="0"/>
          </a:p>
          <a:p>
            <a:r>
              <a:rPr lang="zh-TW" altLang="en-US" dirty="0"/>
              <a:t>再次理解變數</a:t>
            </a:r>
            <a:endParaRPr lang="en-US" altLang="zh-TW" dirty="0"/>
          </a:p>
          <a:p>
            <a:r>
              <a:rPr lang="zh-TW" altLang="en-US" dirty="0"/>
              <a:t>使用「函數」</a:t>
            </a:r>
          </a:p>
        </p:txBody>
      </p:sp>
    </p:spTree>
    <p:extLst>
      <p:ext uri="{BB962C8B-B14F-4D97-AF65-F5344CB8AC3E}">
        <p14:creationId xmlns:p14="http://schemas.microsoft.com/office/powerpoint/2010/main" val="1588457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330</TotalTime>
  <Words>210</Words>
  <Application>Microsoft Office PowerPoint</Application>
  <PresentationFormat>如螢幕大小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Georgia</vt:lpstr>
      <vt:lpstr>Wingdings 2</vt:lpstr>
      <vt:lpstr>都會</vt:lpstr>
      <vt:lpstr>Lesson 7 製作內容3 [猜數字遊戲]</vt:lpstr>
      <vt:lpstr>猜數字遊戲</vt:lpstr>
      <vt:lpstr>PowerPoint 簡報</vt:lpstr>
      <vt:lpstr>PowerPoint 簡報</vt:lpstr>
      <vt:lpstr>猜數字遊戲</vt:lpstr>
      <vt:lpstr>程序 (function)</vt:lpstr>
      <vt:lpstr>PowerPoint 簡報</vt:lpstr>
      <vt:lpstr>猜數字遊戲 (學習內容)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67</cp:revision>
  <dcterms:created xsi:type="dcterms:W3CDTF">2024-11-18T05:57:07Z</dcterms:created>
  <dcterms:modified xsi:type="dcterms:W3CDTF">2025-04-09T06:32:17Z</dcterms:modified>
</cp:coreProperties>
</file>