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85" r:id="rId3"/>
    <p:sldId id="283" r:id="rId4"/>
    <p:sldId id="282" r:id="rId5"/>
    <p:sldId id="286" r:id="rId6"/>
    <p:sldId id="273" r:id="rId7"/>
    <p:sldId id="274" r:id="rId8"/>
    <p:sldId id="279" r:id="rId9"/>
    <p:sldId id="275" r:id="rId10"/>
    <p:sldId id="276" r:id="rId11"/>
    <p:sldId id="277" r:id="rId12"/>
    <p:sldId id="281" r:id="rId13"/>
    <p:sldId id="271" r:id="rId14"/>
    <p:sldId id="270" r:id="rId15"/>
    <p:sldId id="287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edu.mit.appinventor.aicompanion3&amp;hl=zh_TW" TargetMode="External"/><Relationship Id="rId2" Type="http://schemas.openxmlformats.org/officeDocument/2006/relationships/hyperlink" Target="https://appinventor.mit.edu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s.apple.com/tw/app/mit-app-inventor/id1422709355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ppinventor.mit.edu/explore/ai2/setup-emulato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1.1</a:t>
            </a:r>
            <a:br>
              <a:rPr lang="en-US" altLang="zh-TW" dirty="0"/>
            </a:br>
            <a:r>
              <a:rPr lang="zh-TW" altLang="en-US" dirty="0"/>
              <a:t>應用程式概論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程式是什麼？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Computer Program</a:t>
            </a:r>
          </a:p>
          <a:p>
            <a:r>
              <a:rPr lang="zh-TW" altLang="en-US" dirty="0"/>
              <a:t>是指一組</a:t>
            </a:r>
            <a:r>
              <a:rPr lang="zh-TW" altLang="en-US" b="1" dirty="0">
                <a:solidFill>
                  <a:srgbClr val="0070C0"/>
                </a:solidFill>
              </a:rPr>
              <a:t>指示</a:t>
            </a:r>
            <a:r>
              <a:rPr lang="zh-TW" altLang="en-US" dirty="0"/>
              <a:t>電腦或其他具有訊息處理能力的電子裝置每一步</a:t>
            </a:r>
            <a:r>
              <a:rPr lang="zh-TW" altLang="en-US" b="1" dirty="0">
                <a:solidFill>
                  <a:srgbClr val="0070C0"/>
                </a:solidFill>
              </a:rPr>
              <a:t>動作的指令</a:t>
            </a:r>
            <a:r>
              <a:rPr lang="zh-TW" altLang="en-US" dirty="0"/>
              <a:t>，通常用某種</a:t>
            </a:r>
            <a:r>
              <a:rPr lang="zh-TW" altLang="en-US" b="1" dirty="0"/>
              <a:t>程式設計語言</a:t>
            </a:r>
            <a:r>
              <a:rPr lang="zh-TW" altLang="en-US" dirty="0"/>
              <a:t>編寫，執行於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某種目標體系結構</a:t>
            </a:r>
            <a:r>
              <a:rPr lang="zh-TW" altLang="en-US" dirty="0"/>
              <a:t>上。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</a:rPr>
              <a:t>電腦</a:t>
            </a:r>
            <a:r>
              <a:rPr lang="zh-TW" altLang="en-US" dirty="0"/>
              <a:t>上</a:t>
            </a:r>
            <a:r>
              <a:rPr lang="zh-TW" altLang="en-US" dirty="0">
                <a:solidFill>
                  <a:srgbClr val="0070C0"/>
                </a:solidFill>
              </a:rPr>
              <a:t>展示一行</a:t>
            </a:r>
            <a:r>
              <a:rPr lang="en-US" altLang="zh-TW" dirty="0">
                <a:solidFill>
                  <a:srgbClr val="0070C0"/>
                </a:solidFill>
              </a:rPr>
              <a:t>Hello World</a:t>
            </a:r>
          </a:p>
          <a:p>
            <a:r>
              <a:rPr lang="zh-TW" altLang="en-US" dirty="0"/>
              <a:t>在</a:t>
            </a:r>
            <a:r>
              <a:rPr lang="en-US" altLang="zh-TW" dirty="0">
                <a:solidFill>
                  <a:schemeClr val="accent4">
                    <a:lumMod val="75000"/>
                  </a:schemeClr>
                </a:solidFill>
              </a:rPr>
              <a:t>Android</a:t>
            </a:r>
            <a:r>
              <a:rPr lang="zh-TW" altLang="en-US" dirty="0"/>
              <a:t>上</a:t>
            </a:r>
            <a:r>
              <a:rPr lang="zh-TW" altLang="en-US" dirty="0">
                <a:solidFill>
                  <a:srgbClr val="0070C0"/>
                </a:solidFill>
              </a:rPr>
              <a:t>執行傳說對決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程式分類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系統程式</a:t>
            </a:r>
            <a:endParaRPr lang="en-US" altLang="zh-TW" dirty="0"/>
          </a:p>
          <a:p>
            <a:pPr lvl="1"/>
            <a:r>
              <a:rPr lang="zh-TW" altLang="en-US" dirty="0"/>
              <a:t>作業系統</a:t>
            </a:r>
            <a:r>
              <a:rPr lang="en-US" altLang="zh-TW" dirty="0"/>
              <a:t> (Operating System)</a:t>
            </a:r>
          </a:p>
          <a:p>
            <a:pPr lvl="1"/>
            <a:r>
              <a:rPr lang="zh-TW" altLang="en-US" dirty="0"/>
              <a:t>網路系統 </a:t>
            </a:r>
            <a:r>
              <a:rPr lang="en-US" altLang="zh-TW" dirty="0"/>
              <a:t>(Network System)</a:t>
            </a:r>
          </a:p>
          <a:p>
            <a:pPr lvl="1"/>
            <a:r>
              <a:rPr lang="zh-TW" altLang="en-US" dirty="0"/>
              <a:t>伺服器</a:t>
            </a:r>
            <a:r>
              <a:rPr lang="en-US" altLang="zh-TW" dirty="0"/>
              <a:t> (Server)</a:t>
            </a:r>
          </a:p>
          <a:p>
            <a:r>
              <a:rPr lang="zh-TW" altLang="en-US" dirty="0"/>
              <a:t>應用程式</a:t>
            </a:r>
            <a:endParaRPr lang="en-US" altLang="zh-TW" dirty="0"/>
          </a:p>
          <a:p>
            <a:pPr lvl="1"/>
            <a:r>
              <a:rPr lang="en-US" altLang="zh-TW" dirty="0"/>
              <a:t>Word</a:t>
            </a:r>
            <a:r>
              <a:rPr lang="zh-TW" altLang="en-US" dirty="0"/>
              <a:t>、</a:t>
            </a:r>
            <a:r>
              <a:rPr lang="en-US" altLang="zh-TW" dirty="0"/>
              <a:t>Excel</a:t>
            </a:r>
          </a:p>
          <a:p>
            <a:pPr lvl="1"/>
            <a:r>
              <a:rPr lang="zh-TW" altLang="en-US" dirty="0"/>
              <a:t>瀏覽器</a:t>
            </a:r>
            <a:endParaRPr lang="en-US" altLang="zh-TW" dirty="0"/>
          </a:p>
          <a:p>
            <a:pPr lvl="1"/>
            <a:r>
              <a:rPr lang="zh-TW" altLang="en-US" dirty="0"/>
              <a:t>遊戲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dirty="0"/>
              <a:t>應用程式（英語：</a:t>
            </a:r>
            <a:r>
              <a:rPr lang="en-US" altLang="zh-TW" dirty="0"/>
              <a:t>application program</a:t>
            </a:r>
            <a:r>
              <a:rPr lang="zh-TW" altLang="en-US" dirty="0"/>
              <a:t>），簡稱應用（</a:t>
            </a:r>
            <a:r>
              <a:rPr lang="en-US" altLang="zh-TW" dirty="0"/>
              <a:t>application</a:t>
            </a:r>
            <a:r>
              <a:rPr lang="zh-TW" altLang="en-US" dirty="0"/>
              <a:t>或</a:t>
            </a:r>
            <a:r>
              <a:rPr lang="en-US" altLang="zh-TW" dirty="0"/>
              <a:t>app</a:t>
            </a:r>
            <a:r>
              <a:rPr lang="zh-TW" altLang="en-US" dirty="0"/>
              <a:t>），是軟體的主要分類，指為</a:t>
            </a:r>
            <a:r>
              <a:rPr lang="zh-TW" altLang="en-US" b="1" dirty="0">
                <a:solidFill>
                  <a:srgbClr val="FF0000"/>
                </a:solidFill>
              </a:rPr>
              <a:t>針對使用者的某種特殊應用目的所撰寫的程式</a:t>
            </a:r>
            <a:r>
              <a:rPr lang="zh-TW" altLang="en-US" dirty="0"/>
              <a:t>，例如文字處理器、表格、會計應用、瀏覽器、媒體播放器、航空飛行模擬器、命令列遊戲、圖像編輯器等。與之相對應的是主要功能為驅動電腦執行的系統軟體。或者說，應用軟體可以直接完成終端使用者的工作。從某種意義上來講，系統軟體是為應用軟體服務的，應用軟體才是真正直接提供使用者工作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程式語言是什麼？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186370" cy="432511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Programming Language</a:t>
            </a:r>
          </a:p>
          <a:p>
            <a:r>
              <a:rPr lang="zh-TW" altLang="en-US" dirty="0"/>
              <a:t>是用來</a:t>
            </a:r>
            <a:r>
              <a:rPr lang="zh-TW" altLang="en-US" b="1" dirty="0"/>
              <a:t>定義電腦程式的形式語言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高階語言 </a:t>
            </a:r>
            <a:endParaRPr lang="en-US" altLang="zh-TW" dirty="0"/>
          </a:p>
          <a:p>
            <a:pPr lvl="1"/>
            <a:r>
              <a:rPr lang="en-US" altLang="zh-TW" sz="2400" dirty="0"/>
              <a:t>High-level Language</a:t>
            </a:r>
            <a:endParaRPr lang="zh-TW" altLang="en-US" sz="2800" dirty="0"/>
          </a:p>
          <a:p>
            <a:r>
              <a:rPr lang="zh-TW" altLang="en-US" dirty="0"/>
              <a:t>組合語言 </a:t>
            </a:r>
            <a:endParaRPr lang="en-US" altLang="zh-TW" dirty="0"/>
          </a:p>
          <a:p>
            <a:pPr lvl="1"/>
            <a:r>
              <a:rPr lang="en-US" altLang="zh-TW" sz="2400" dirty="0"/>
              <a:t>Assembly Language</a:t>
            </a:r>
          </a:p>
          <a:p>
            <a:r>
              <a:rPr lang="zh-TW" altLang="en-US" dirty="0"/>
              <a:t>機器語言</a:t>
            </a:r>
            <a:endParaRPr lang="en-US" altLang="zh-TW" dirty="0"/>
          </a:p>
          <a:p>
            <a:pPr lvl="1"/>
            <a:r>
              <a:rPr lang="en-US" altLang="zh-TW" sz="2400" dirty="0"/>
              <a:t>Machine Language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Organization of Computer Systems: ISA, Machine Language, Number System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4014810"/>
            <a:ext cx="4876800" cy="2628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手機應用程式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</a:p>
          <a:p>
            <a:pPr lvl="1"/>
            <a:r>
              <a:rPr lang="zh-TW" altLang="en-US" dirty="0"/>
              <a:t>環境： </a:t>
            </a:r>
            <a:r>
              <a:rPr lang="en-US" altLang="zh-TW" dirty="0"/>
              <a:t>Android studio</a:t>
            </a:r>
          </a:p>
          <a:p>
            <a:pPr lvl="1"/>
            <a:r>
              <a:rPr lang="zh-TW" altLang="en-US" dirty="0"/>
              <a:t>程式語言： </a:t>
            </a:r>
            <a:r>
              <a:rPr lang="en-US" altLang="zh-TW" dirty="0"/>
              <a:t>Java / </a:t>
            </a:r>
            <a:r>
              <a:rPr lang="en-US" altLang="zh-TW" dirty="0" err="1"/>
              <a:t>Kotlin</a:t>
            </a:r>
            <a:endParaRPr lang="en-US" altLang="zh-TW" dirty="0"/>
          </a:p>
          <a:p>
            <a:pPr lvl="1"/>
            <a:r>
              <a:rPr lang="zh-TW" altLang="en-US" dirty="0"/>
              <a:t>上架： </a:t>
            </a:r>
            <a:r>
              <a:rPr lang="en-US" altLang="zh-TW" dirty="0"/>
              <a:t>Google Play</a:t>
            </a:r>
          </a:p>
          <a:p>
            <a:pPr lvl="1"/>
            <a:endParaRPr lang="en-US" altLang="zh-TW" dirty="0"/>
          </a:p>
          <a:p>
            <a:r>
              <a:rPr lang="en-US" altLang="zh-TW" dirty="0" err="1"/>
              <a:t>iOS</a:t>
            </a:r>
            <a:endParaRPr lang="en-US" altLang="zh-TW" dirty="0"/>
          </a:p>
          <a:p>
            <a:pPr lvl="1"/>
            <a:r>
              <a:rPr lang="zh-TW" altLang="en-US" dirty="0"/>
              <a:t>環境：</a:t>
            </a:r>
            <a:r>
              <a:rPr lang="en-US" altLang="zh-TW" dirty="0" err="1"/>
              <a:t>Xcode</a:t>
            </a:r>
            <a:endParaRPr lang="en-US" altLang="zh-TW" dirty="0"/>
          </a:p>
          <a:p>
            <a:pPr lvl="1"/>
            <a:r>
              <a:rPr lang="zh-TW" altLang="en-US" dirty="0"/>
              <a:t>程式語言： </a:t>
            </a:r>
            <a:r>
              <a:rPr lang="en-US" altLang="zh-TW" dirty="0"/>
              <a:t>Objective-C / Swift</a:t>
            </a:r>
          </a:p>
          <a:p>
            <a:pPr lvl="1"/>
            <a:r>
              <a:rPr lang="zh-TW" altLang="en-US" dirty="0"/>
              <a:t>上架：</a:t>
            </a:r>
            <a:r>
              <a:rPr lang="en-US" altLang="zh-TW" dirty="0"/>
              <a:t>App Store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其他方式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Phonegap</a:t>
            </a:r>
            <a:r>
              <a:rPr lang="en-US" altLang="zh-TW" dirty="0"/>
              <a:t> / Apache Cordova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App</a:t>
            </a:r>
            <a:r>
              <a:rPr lang="zh-TW" altLang="en-US" dirty="0"/>
              <a:t>中內建一個瀏覽器</a:t>
            </a:r>
            <a:endParaRPr lang="en-US" altLang="zh-TW" dirty="0"/>
          </a:p>
          <a:p>
            <a:pPr lvl="1"/>
            <a:r>
              <a:rPr lang="zh-TW" altLang="en-US" dirty="0"/>
              <a:t>跨平台</a:t>
            </a:r>
            <a:endParaRPr lang="en-US" altLang="zh-TW" dirty="0"/>
          </a:p>
          <a:p>
            <a:pPr lvl="1"/>
            <a:r>
              <a:rPr lang="en-US" altLang="zh-TW" dirty="0"/>
              <a:t>Html / CSS / JavaScript </a:t>
            </a:r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但由於相關處理非原生，蘋果</a:t>
            </a:r>
            <a:r>
              <a:rPr lang="en-US" altLang="zh-TW" dirty="0" err="1"/>
              <a:t>AppStore</a:t>
            </a:r>
            <a:r>
              <a:rPr lang="zh-TW" altLang="en-US" dirty="0"/>
              <a:t>曾拒絕</a:t>
            </a:r>
            <a:r>
              <a:rPr lang="en-US" altLang="zh-TW" dirty="0" err="1"/>
              <a:t>Phonegap</a:t>
            </a:r>
            <a:r>
              <a:rPr lang="zh-TW" altLang="en-US" dirty="0"/>
              <a:t>產出上架</a:t>
            </a:r>
            <a:endParaRPr lang="en-US" altLang="zh-TW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</a:rPr>
              <a:t>網頁設計</a:t>
            </a:r>
            <a:r>
              <a:rPr lang="en-US" altLang="zh-TW" dirty="0"/>
              <a:t>-</a:t>
            </a:r>
            <a:r>
              <a:rPr lang="zh-TW" altLang="en-US" dirty="0"/>
              <a:t>靜態與動態網頁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靜態網頁</a:t>
            </a:r>
            <a:endParaRPr lang="en-US" altLang="zh-TW" dirty="0"/>
          </a:p>
          <a:p>
            <a:pPr lvl="1"/>
            <a:r>
              <a:rPr lang="zh-TW" altLang="en-US" dirty="0"/>
              <a:t>向伺服器每次請求該頁面時，都會返回相同的內容。</a:t>
            </a:r>
            <a:endParaRPr lang="en-US" altLang="zh-TW" dirty="0"/>
          </a:p>
          <a:p>
            <a:r>
              <a:rPr lang="zh-TW" altLang="en-US" dirty="0"/>
              <a:t>動態網頁</a:t>
            </a:r>
            <a:endParaRPr lang="en-US" altLang="zh-TW" dirty="0"/>
          </a:p>
          <a:p>
            <a:pPr lvl="1"/>
            <a:r>
              <a:rPr lang="zh-TW" altLang="en-US" dirty="0"/>
              <a:t>透過伺服器或資料庫查詢所產生的網頁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4429132"/>
            <a:ext cx="5849927" cy="2259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前端與後端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以上提到的功能都是所謂「前端」的開發，不一定會需要網路連線。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Phonegap</a:t>
            </a:r>
            <a:r>
              <a:rPr lang="zh-TW" altLang="en-US" dirty="0"/>
              <a:t>使用網頁瀏覽器方式，雖然需要準備網頁伺服器，但通常不會將該伺服器稱為後端技術。</a:t>
            </a:r>
            <a:endParaRPr lang="en-US" altLang="zh-TW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後端技術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伺服器語言</a:t>
            </a:r>
            <a:endParaRPr lang="en-US" altLang="zh-TW" dirty="0"/>
          </a:p>
          <a:p>
            <a:pPr lvl="1"/>
            <a:r>
              <a:rPr lang="en-US" altLang="zh-TW" dirty="0"/>
              <a:t>PHP</a:t>
            </a:r>
          </a:p>
          <a:p>
            <a:pPr lvl="1"/>
            <a:r>
              <a:rPr lang="en-US" altLang="zh-TW" dirty="0"/>
              <a:t>C#</a:t>
            </a:r>
          </a:p>
          <a:p>
            <a:pPr lvl="1"/>
            <a:r>
              <a:rPr lang="en-US" altLang="zh-TW" dirty="0"/>
              <a:t>Java</a:t>
            </a:r>
          </a:p>
          <a:p>
            <a:pPr lvl="1"/>
            <a:r>
              <a:rPr lang="en-US" altLang="zh-TW" dirty="0"/>
              <a:t>Ruby</a:t>
            </a:r>
          </a:p>
          <a:p>
            <a:pPr lvl="1"/>
            <a:r>
              <a:rPr lang="en-US" altLang="zh-TW" dirty="0"/>
              <a:t>Python</a:t>
            </a:r>
          </a:p>
          <a:p>
            <a:pPr lvl="1"/>
            <a:r>
              <a:rPr lang="en-US" altLang="zh-TW" dirty="0"/>
              <a:t>Go</a:t>
            </a:r>
          </a:p>
          <a:p>
            <a:pPr lvl="1"/>
            <a:r>
              <a:rPr lang="en-US" altLang="zh-TW" dirty="0"/>
              <a:t>Node.js (JavaScript)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後端技術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關聯式資料庫</a:t>
            </a:r>
            <a:endParaRPr lang="en-US" altLang="zh-TW" dirty="0"/>
          </a:p>
          <a:p>
            <a:pPr lvl="1"/>
            <a:r>
              <a:rPr lang="en-US" altLang="zh-TW" dirty="0" err="1"/>
              <a:t>MySQL</a:t>
            </a:r>
            <a:endParaRPr lang="en-US" altLang="zh-TW" dirty="0"/>
          </a:p>
          <a:p>
            <a:pPr lvl="1"/>
            <a:r>
              <a:rPr lang="en-US" altLang="zh-TW" dirty="0"/>
              <a:t>MS</a:t>
            </a:r>
            <a:r>
              <a:rPr lang="zh-TW" altLang="en-US" dirty="0"/>
              <a:t> </a:t>
            </a:r>
            <a:r>
              <a:rPr lang="en-US" altLang="zh-TW" dirty="0"/>
              <a:t>SQL</a:t>
            </a:r>
          </a:p>
          <a:p>
            <a:r>
              <a:rPr lang="en-US" altLang="zh-TW" dirty="0"/>
              <a:t>SQL</a:t>
            </a:r>
            <a:r>
              <a:rPr lang="zh-TW" altLang="en-US" dirty="0"/>
              <a:t>程式語言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其他資料庫系統 </a:t>
            </a:r>
            <a:r>
              <a:rPr lang="en-US" altLang="zh-TW" dirty="0"/>
              <a:t>(</a:t>
            </a:r>
            <a:r>
              <a:rPr lang="zh-TW" altLang="en-US" dirty="0"/>
              <a:t>包含非關聯式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1.2</a:t>
            </a:r>
            <a:br>
              <a:rPr lang="en-US" altLang="zh-TW" dirty="0"/>
            </a:br>
            <a:r>
              <a:rPr lang="en-US" altLang="zh-TW" dirty="0"/>
              <a:t>App</a:t>
            </a:r>
            <a:r>
              <a:rPr lang="zh-TW" altLang="en-US" dirty="0"/>
              <a:t> </a:t>
            </a:r>
            <a:r>
              <a:rPr lang="en-US" altLang="zh-TW" dirty="0"/>
              <a:t>Inventor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 Inventor </a:t>
            </a:r>
            <a:r>
              <a:rPr lang="zh-TW" altLang="en-US" dirty="0"/>
              <a:t>概論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一款卡通圖形界面的</a:t>
            </a:r>
            <a:r>
              <a:rPr lang="en-US" altLang="zh-TW" dirty="0"/>
              <a:t>Android</a:t>
            </a:r>
            <a:r>
              <a:rPr lang="zh-TW" altLang="en-US" dirty="0"/>
              <a:t>智慧型手機應用程式開發軟體。它起先由</a:t>
            </a:r>
            <a:r>
              <a:rPr lang="en-US" altLang="zh-TW" dirty="0"/>
              <a:t>Google</a:t>
            </a:r>
            <a:r>
              <a:rPr lang="zh-TW" altLang="en-US" dirty="0"/>
              <a:t>提供的應用軟體，現在由麻省理工學院維護及營運。</a:t>
            </a:r>
          </a:p>
          <a:p>
            <a:endParaRPr lang="en-US" altLang="zh-TW" dirty="0"/>
          </a:p>
          <a:p>
            <a:r>
              <a:rPr lang="zh-TW" altLang="en-US" dirty="0"/>
              <a:t>它可以讓任何熟悉或不熟悉程序設計的人來創造基於</a:t>
            </a:r>
            <a:r>
              <a:rPr lang="en-US" altLang="zh-TW" dirty="0"/>
              <a:t>Android</a:t>
            </a:r>
            <a:r>
              <a:rPr lang="zh-TW" altLang="en-US" dirty="0"/>
              <a:t>作業系統的應用軟體。它使用圖形化界面，用戶可以拖放圖形對象來創造一個運行在</a:t>
            </a:r>
            <a:r>
              <a:rPr lang="en-US" altLang="zh-TW" dirty="0"/>
              <a:t>Android</a:t>
            </a:r>
            <a:r>
              <a:rPr lang="zh-TW" altLang="en-US" dirty="0"/>
              <a:t>系統上的應用，它就可以在許多手機設備上運行。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電腦使用與登錄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hlinkClick r:id="rId2"/>
              </a:rPr>
              <a:t>https://appinventor.mit.edu/</a:t>
            </a:r>
            <a:endParaRPr lang="en-US" altLang="zh-TW" dirty="0"/>
          </a:p>
          <a:p>
            <a:pPr lvl="1"/>
            <a:r>
              <a:rPr lang="zh-TW" altLang="en-US" dirty="0"/>
              <a:t>在網頁中編輯，不需安裝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MIT</a:t>
            </a:r>
            <a:r>
              <a:rPr lang="zh-TW" altLang="en-US" dirty="0"/>
              <a:t> </a:t>
            </a:r>
            <a:r>
              <a:rPr lang="en-US" altLang="zh-TW" dirty="0"/>
              <a:t>AI2 Companion</a:t>
            </a:r>
            <a:r>
              <a:rPr lang="zh-TW" altLang="en-US" dirty="0"/>
              <a:t>安裝</a:t>
            </a:r>
            <a:endParaRPr lang="en-US" altLang="zh-TW" dirty="0"/>
          </a:p>
          <a:p>
            <a:pPr lvl="1"/>
            <a:r>
              <a:rPr lang="en-US" altLang="zh-TW" dirty="0">
                <a:hlinkClick r:id="rId3"/>
              </a:rPr>
              <a:t>Google Play</a:t>
            </a:r>
            <a:endParaRPr lang="en-US" altLang="zh-TW" dirty="0"/>
          </a:p>
          <a:p>
            <a:pPr lvl="1"/>
            <a:r>
              <a:rPr lang="en-US" altLang="zh-TW">
                <a:hlinkClick r:id="rId4"/>
              </a:rPr>
              <a:t>App Store</a:t>
            </a:r>
            <a:endParaRPr lang="en-US" altLang="zh-TW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4BFF698-0119-83C6-48E4-1BDD8F40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模擬器 </a:t>
            </a:r>
            <a:r>
              <a:rPr lang="en-US" altLang="zh-TW" dirty="0" err="1"/>
              <a:t>AiStarter</a:t>
            </a:r>
            <a:r>
              <a:rPr lang="zh-TW" altLang="en-US" dirty="0"/>
              <a:t>安裝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A22B665-7239-1099-6707-23CA63885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模擬器 </a:t>
            </a:r>
            <a:r>
              <a:rPr lang="en-US" altLang="zh-TW" dirty="0" err="1"/>
              <a:t>AiStarter</a:t>
            </a:r>
            <a:r>
              <a:rPr lang="zh-TW" altLang="en-US" dirty="0"/>
              <a:t>安裝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https://appinventor.mit.edu/explore/ai2/setup-emulator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如果你的</a:t>
            </a:r>
            <a:r>
              <a:rPr lang="en-US" altLang="zh-TW" dirty="0"/>
              <a:t>CPU</a:t>
            </a:r>
            <a:r>
              <a:rPr lang="zh-TW" altLang="en-US" dirty="0"/>
              <a:t>是</a:t>
            </a:r>
            <a:r>
              <a:rPr lang="en-US" altLang="zh-TW" dirty="0"/>
              <a:t>AMD</a:t>
            </a:r>
            <a:r>
              <a:rPr lang="zh-TW" altLang="en-US" dirty="0"/>
              <a:t>的，會有較麻煩的步驟。</a:t>
            </a:r>
            <a:endParaRPr lang="en-US" altLang="zh-TW" dirty="0"/>
          </a:p>
          <a:p>
            <a:pPr lvl="1"/>
            <a:r>
              <a:rPr lang="en-US" altLang="zh-TW" dirty="0"/>
              <a:t>AMD</a:t>
            </a:r>
            <a:r>
              <a:rPr lang="zh-TW" altLang="en-US" dirty="0"/>
              <a:t>電腦通常是</a:t>
            </a:r>
            <a:r>
              <a:rPr lang="en-US" altLang="zh-TW" dirty="0"/>
              <a:t>AMD</a:t>
            </a:r>
            <a:r>
              <a:rPr lang="zh-TW" altLang="en-US" dirty="0"/>
              <a:t> </a:t>
            </a:r>
            <a:r>
              <a:rPr lang="en-US" altLang="zh-TW" dirty="0"/>
              <a:t>R5/R7</a:t>
            </a:r>
            <a:r>
              <a:rPr lang="zh-TW" altLang="en-US" dirty="0"/>
              <a:t>之類的名稱</a:t>
            </a:r>
            <a:endParaRPr lang="en-US" altLang="zh-TW" dirty="0"/>
          </a:p>
          <a:p>
            <a:pPr lvl="1"/>
            <a:r>
              <a:rPr lang="en-US" altLang="zh-TW" dirty="0"/>
              <a:t>intel</a:t>
            </a:r>
            <a:r>
              <a:rPr lang="zh-TW" altLang="en-US" dirty="0"/>
              <a:t>為</a:t>
            </a:r>
            <a:r>
              <a:rPr lang="en-US" altLang="zh-TW" dirty="0"/>
              <a:t>Intel i5/i7/i9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778341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213</TotalTime>
  <Words>569</Words>
  <Application>Microsoft Office PowerPoint</Application>
  <PresentationFormat>如螢幕大小 (4:3)</PresentationFormat>
  <Paragraphs>96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都會</vt:lpstr>
      <vt:lpstr>Lesson 1.1 應用程式概論</vt:lpstr>
      <vt:lpstr>程式是什麼？</vt:lpstr>
      <vt:lpstr>程式分類</vt:lpstr>
      <vt:lpstr>應用程式</vt:lpstr>
      <vt:lpstr>程式語言是什麼？</vt:lpstr>
      <vt:lpstr>手機應用程式</vt:lpstr>
      <vt:lpstr>其他方式</vt:lpstr>
      <vt:lpstr>網頁設計-靜態與動態網頁</vt:lpstr>
      <vt:lpstr>前端與後端</vt:lpstr>
      <vt:lpstr>後端技術</vt:lpstr>
      <vt:lpstr>後端技術</vt:lpstr>
      <vt:lpstr>Lesson 1.2 App Inventor</vt:lpstr>
      <vt:lpstr>App Inventor 概論</vt:lpstr>
      <vt:lpstr>電腦使用與登錄</vt:lpstr>
      <vt:lpstr>模擬器 AiStarter安裝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49</cp:revision>
  <dcterms:created xsi:type="dcterms:W3CDTF">2024-11-18T05:57:07Z</dcterms:created>
  <dcterms:modified xsi:type="dcterms:W3CDTF">2025-04-12T17:43:16Z</dcterms:modified>
</cp:coreProperties>
</file>