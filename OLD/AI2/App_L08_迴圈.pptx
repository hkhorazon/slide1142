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57" r:id="rId6"/>
    <p:sldId id="262" r:id="rId7"/>
    <p:sldId id="263" r:id="rId8"/>
    <p:sldId id="267" r:id="rId9"/>
    <p:sldId id="265" r:id="rId10"/>
    <p:sldId id="264" r:id="rId11"/>
    <p:sldId id="266" r:id="rId12"/>
    <p:sldId id="269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9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8</a:t>
            </a:r>
            <a:br>
              <a:rPr lang="en-US" altLang="zh-TW" dirty="0"/>
            </a:br>
            <a:r>
              <a:rPr lang="zh-TW" altLang="en-US" dirty="0"/>
              <a:t>迴圈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784C23-DD4A-6B9B-6A93-F0B8577A0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EB71E3-A6DD-51CA-E183-F065F80C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程式最重要的功能只有三個</a:t>
            </a:r>
            <a:endParaRPr lang="en-US" altLang="zh-TW" dirty="0"/>
          </a:p>
          <a:p>
            <a:pPr lvl="1"/>
            <a:r>
              <a:rPr lang="zh-TW" altLang="en-US" dirty="0"/>
              <a:t>循序</a:t>
            </a:r>
            <a:endParaRPr lang="en-US" altLang="zh-TW" dirty="0"/>
          </a:p>
          <a:p>
            <a:pPr lvl="1"/>
            <a:r>
              <a:rPr lang="zh-TW" altLang="en-US" dirty="0"/>
              <a:t>選擇</a:t>
            </a:r>
            <a:endParaRPr lang="en-US" altLang="zh-TW" dirty="0"/>
          </a:p>
          <a:p>
            <a:pPr lvl="1"/>
            <a:r>
              <a:rPr lang="zh-TW" altLang="en-US" dirty="0"/>
              <a:t>迴圈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而電腦的主要強項就在迴圈，我們可以要求它做重複的行為非常多次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42361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7365C4-26FC-940E-3562-368B85A4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 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F8E5E1-2D73-A422-64D0-AEC37BB1F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控制 </a:t>
            </a:r>
            <a:r>
              <a:rPr lang="en-US" altLang="zh-TW" dirty="0"/>
              <a:t>:</a:t>
            </a:r>
            <a:r>
              <a:rPr lang="zh-TW" altLang="en-US" dirty="0"/>
              <a:t> 對每個</a:t>
            </a:r>
            <a:r>
              <a:rPr lang="en-US" altLang="zh-TW" dirty="0"/>
              <a:t>[</a:t>
            </a:r>
            <a:r>
              <a:rPr lang="zh-TW" altLang="en-US" dirty="0"/>
              <a:t>數字</a:t>
            </a:r>
            <a:r>
              <a:rPr lang="en-US" altLang="zh-TW" dirty="0"/>
              <a:t>]</a:t>
            </a:r>
            <a:r>
              <a:rPr lang="zh-TW" altLang="en-US" dirty="0"/>
              <a:t> 從 </a:t>
            </a:r>
            <a:r>
              <a:rPr lang="en-US" altLang="zh-TW" dirty="0"/>
              <a:t>X…Y (</a:t>
            </a:r>
            <a:r>
              <a:rPr lang="zh-TW" altLang="en-US" dirty="0"/>
              <a:t>每次增加</a:t>
            </a:r>
            <a:r>
              <a:rPr lang="en-US" altLang="zh-TW" dirty="0"/>
              <a:t>D)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AADEE9A-BBC4-0A4E-58EB-7C3D82BE5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3068960"/>
            <a:ext cx="4967900" cy="250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01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B12F91-9021-3EB9-43D3-9C6D84D7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221BA8-CC9D-456F-6853-D483FB64B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流程圖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30A4DB8-A9AC-DB8B-9751-65BC41870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67" y="4584701"/>
            <a:ext cx="3749437" cy="188936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E4848A8-DEB8-1234-679A-E923F2654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82" y="1412776"/>
            <a:ext cx="4001058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19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4E216F-EE0A-4D73-CDEE-A98AF0046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E1E20E-D3F2-5B2E-67E3-76B276D1E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從</a:t>
            </a:r>
            <a:r>
              <a:rPr lang="en-US" altLang="zh-TW" dirty="0"/>
              <a:t>1</a:t>
            </a:r>
            <a:r>
              <a:rPr lang="zh-TW" altLang="en-US" dirty="0"/>
              <a:t>印到</a:t>
            </a:r>
            <a:r>
              <a:rPr lang="en-US" altLang="zh-TW" dirty="0"/>
              <a:t>5  (</a:t>
            </a:r>
            <a:r>
              <a:rPr lang="zh-TW" altLang="en-US" dirty="0"/>
              <a:t>輸出：</a:t>
            </a:r>
            <a:r>
              <a:rPr lang="en-US" altLang="zh-TW" dirty="0"/>
              <a:t>12345)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AD780C-47F9-2FE9-388E-B63141B7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284984"/>
            <a:ext cx="7325747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8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4E216F-EE0A-4D73-CDEE-A98AF0046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E1E20E-D3F2-5B2E-67E3-76B276D1E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20</a:t>
            </a:r>
            <a:r>
              <a:rPr lang="zh-TW" altLang="en-US" dirty="0"/>
              <a:t>到</a:t>
            </a:r>
            <a:r>
              <a:rPr lang="en-US" altLang="zh-TW" dirty="0"/>
              <a:t>37</a:t>
            </a:r>
            <a:r>
              <a:rPr lang="zh-TW" altLang="en-US" dirty="0"/>
              <a:t>的 所有偶數和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EC7985A-6556-6B46-F3E5-729E11534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0" y="3284984"/>
            <a:ext cx="7916380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73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3396D3-8D64-47EB-00D2-024A9742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7BF151-15A1-3926-8F1B-7B97BB455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數學的階層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68CC4FE-FA4F-AED6-14F7-3670B4D27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57" y="3681231"/>
            <a:ext cx="7773485" cy="262926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9798242-405F-CBAA-FAB7-89680F531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689711"/>
            <a:ext cx="4968552" cy="72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92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92C40D-E744-28DA-0881-AB69B756B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135DC7-F142-24E5-EB48-23A641129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數學：計算次方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D15DB4C-4C0A-74C4-4C97-878747C2F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44" y="3247937"/>
            <a:ext cx="8192643" cy="34009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6B8F1E7-029A-C697-EAA2-5DBDAD465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344" y="2277193"/>
            <a:ext cx="3048000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51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A4071C-6807-B98A-DA88-D898D6038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多重迴圈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58776E-717E-71A6-AD4C-07B2DFAA3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5976" y="2249424"/>
            <a:ext cx="4330824" cy="4325112"/>
          </a:xfrm>
        </p:spPr>
        <p:txBody>
          <a:bodyPr/>
          <a:lstStyle/>
          <a:p>
            <a:r>
              <a:rPr lang="zh-TW" altLang="en-US" dirty="0"/>
              <a:t>迴圈內容內也可以做 </a:t>
            </a:r>
            <a:r>
              <a:rPr lang="en-US" altLang="zh-TW" dirty="0"/>
              <a:t>if</a:t>
            </a:r>
            <a:r>
              <a:rPr lang="zh-TW" altLang="en-US" dirty="0"/>
              <a:t>判斷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也可以做另外一個迴圈</a:t>
            </a:r>
            <a:endParaRPr lang="en-US" altLang="zh-TW" dirty="0"/>
          </a:p>
          <a:p>
            <a:pPr lvl="1"/>
            <a:r>
              <a:rPr lang="zh-TW" altLang="en-US" dirty="0"/>
              <a:t>稱為多重迴圈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C9CB72B-9C2C-50AF-5829-FAD6CC3A9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209800"/>
            <a:ext cx="3482493" cy="433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84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C5FAB5-2E22-AF86-B63E-82700E75A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CC1CFB-7085-0CDB-A9F3-65AC4B6A0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九九乘法表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F4E69DD-EFAD-EC1B-9D07-747DA5B4F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720357"/>
            <a:ext cx="7283152" cy="41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9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7365C4-26FC-940E-3562-368B85A4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while 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F8E5E1-2D73-A422-64D0-AEC37BB1F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控制 </a:t>
            </a:r>
            <a:r>
              <a:rPr lang="en-US" altLang="zh-TW" dirty="0"/>
              <a:t>:</a:t>
            </a:r>
            <a:r>
              <a:rPr lang="zh-TW" altLang="en-US" dirty="0"/>
              <a:t> 當滿足條件，執行</a:t>
            </a:r>
            <a:endParaRPr lang="en-US" altLang="zh-TW" dirty="0"/>
          </a:p>
          <a:p>
            <a:pPr lvl="1"/>
            <a:r>
              <a:rPr lang="zh-TW" altLang="en-US" dirty="0"/>
              <a:t>這個翻譯不太好，他實際上是迴圈的概念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7574B2F-B25F-761D-E066-3734B5987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429000"/>
            <a:ext cx="2880320" cy="18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034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B12F91-9021-3EB9-43D3-9C6D84D7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while 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221BA8-CC9D-456F-6853-D483FB64B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流程圖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86CBB43-FB22-E18D-FA01-D8A8EBDF7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581128"/>
            <a:ext cx="2880320" cy="18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9D31209-1ECB-5036-C402-3CAF75AEF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224" y="2348880"/>
            <a:ext cx="4854799" cy="379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837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356</TotalTime>
  <Words>153</Words>
  <Application>Microsoft Office PowerPoint</Application>
  <PresentationFormat>如螢幕大小 (4:3)</PresentationFormat>
  <Paragraphs>35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Georgia</vt:lpstr>
      <vt:lpstr>Wingdings 2</vt:lpstr>
      <vt:lpstr>都會</vt:lpstr>
      <vt:lpstr>Lesson 8 迴圈</vt:lpstr>
      <vt:lpstr>迴圈</vt:lpstr>
      <vt:lpstr>for 迴圈</vt:lpstr>
      <vt:lpstr>for迴圈</vt:lpstr>
      <vt:lpstr>範例1</vt:lpstr>
      <vt:lpstr>範例2</vt:lpstr>
      <vt:lpstr>範例3</vt:lpstr>
      <vt:lpstr>範例4</vt:lpstr>
      <vt:lpstr>多重迴圈</vt:lpstr>
      <vt:lpstr>範例5</vt:lpstr>
      <vt:lpstr>while 迴圈</vt:lpstr>
      <vt:lpstr>while 迴圈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71</cp:revision>
  <dcterms:created xsi:type="dcterms:W3CDTF">2024-11-18T05:57:07Z</dcterms:created>
  <dcterms:modified xsi:type="dcterms:W3CDTF">2025-04-09T07:01:21Z</dcterms:modified>
</cp:coreProperties>
</file>