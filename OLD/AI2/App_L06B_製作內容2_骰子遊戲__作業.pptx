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4</a:t>
            </a:r>
            <a:br>
              <a:rPr lang="en-US" altLang="zh-TW" dirty="0"/>
            </a:br>
            <a:r>
              <a:rPr lang="zh-TW" altLang="en-US" dirty="0"/>
              <a:t>製作內容</a:t>
            </a:r>
            <a:r>
              <a:rPr lang="en-US" altLang="zh-TW" dirty="0"/>
              <a:t>2 [</a:t>
            </a:r>
            <a:r>
              <a:rPr lang="zh-TW" altLang="en-US" dirty="0"/>
              <a:t>骰子遊戲</a:t>
            </a:r>
            <a:r>
              <a:rPr lang="en-US" altLang="zh-TW"/>
              <a:t>]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1C19D-479E-3FB4-C0B8-399F3F63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骰子遊戲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35330-E6C7-5E97-FE83-B2EF91C0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按下按鈕後</a:t>
            </a:r>
            <a:endParaRPr lang="en-US" altLang="zh-TW" dirty="0"/>
          </a:p>
          <a:p>
            <a:pPr lvl="1"/>
            <a:r>
              <a:rPr lang="zh-TW" altLang="en-US" dirty="0"/>
              <a:t>玩家與電腦分別擲出一枚骰子</a:t>
            </a:r>
            <a:endParaRPr lang="en-US" altLang="zh-TW" dirty="0"/>
          </a:p>
          <a:p>
            <a:pPr lvl="1"/>
            <a:r>
              <a:rPr lang="zh-TW" altLang="en-US" dirty="0"/>
              <a:t>並在畫面中顯示骰出的 </a:t>
            </a:r>
            <a:r>
              <a:rPr lang="zh-TW" altLang="en-US" b="1" dirty="0"/>
              <a:t>點數</a:t>
            </a:r>
            <a:r>
              <a:rPr lang="zh-TW" altLang="en-US" dirty="0"/>
              <a:t> 與 </a:t>
            </a:r>
            <a:r>
              <a:rPr lang="zh-TW" altLang="en-US" b="1" dirty="0"/>
              <a:t>圖片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dirty="0"/>
              <a:t>並且依照點數來比較大小</a:t>
            </a:r>
            <a:endParaRPr lang="en-US" altLang="zh-TW" dirty="0"/>
          </a:p>
          <a:p>
            <a:pPr lvl="1"/>
            <a:r>
              <a:rPr lang="zh-TW" altLang="en-US" dirty="0"/>
              <a:t>玩家</a:t>
            </a:r>
            <a:r>
              <a:rPr lang="en-US" altLang="zh-TW" dirty="0"/>
              <a:t>&gt;</a:t>
            </a:r>
            <a:r>
              <a:rPr lang="zh-TW" altLang="en-US" dirty="0"/>
              <a:t>電腦，玩家獲勝</a:t>
            </a:r>
            <a:endParaRPr lang="en-US" altLang="zh-TW" dirty="0"/>
          </a:p>
          <a:p>
            <a:pPr lvl="1"/>
            <a:r>
              <a:rPr lang="zh-TW" altLang="en-US" dirty="0"/>
              <a:t>電腦</a:t>
            </a:r>
            <a:r>
              <a:rPr lang="en-US" altLang="zh-TW" dirty="0"/>
              <a:t>&gt;</a:t>
            </a:r>
            <a:r>
              <a:rPr lang="zh-TW" altLang="en-US" dirty="0"/>
              <a:t>玩家，電腦獲勝</a:t>
            </a:r>
            <a:endParaRPr lang="en-US" altLang="zh-TW" dirty="0"/>
          </a:p>
          <a:p>
            <a:pPr lvl="1"/>
            <a:r>
              <a:rPr lang="zh-TW" altLang="en-US" dirty="0"/>
              <a:t>玩家</a:t>
            </a:r>
            <a:r>
              <a:rPr lang="en-US" altLang="zh-TW" dirty="0"/>
              <a:t>=</a:t>
            </a:r>
            <a:r>
              <a:rPr lang="zh-TW" altLang="en-US" dirty="0"/>
              <a:t>電腦，平手</a:t>
            </a:r>
            <a:endParaRPr lang="en-US" altLang="zh-TW" dirty="0"/>
          </a:p>
          <a:p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118677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9C3B9-7C7B-DBC9-758B-07A30A7C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2DC3D5-A8FC-14CD-2FBF-58A319EC2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B79FAC-1B8F-AC9A-50A4-774EA6A1C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8" y="123203"/>
            <a:ext cx="8271377" cy="67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5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36F25-933A-A4D3-9DA9-10667094A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90C902-E40C-D9F0-3050-F4F207262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C0ACEB-CDA9-D743-1D59-0629BAB0D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5" y="408675"/>
            <a:ext cx="8421275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B8A65-B396-BF08-1D49-2D8BEC8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骰子遊戲 </a:t>
            </a:r>
            <a:r>
              <a:rPr lang="en-US" altLang="zh-TW" dirty="0"/>
              <a:t>(</a:t>
            </a:r>
            <a:r>
              <a:rPr lang="zh-TW" altLang="en-US" dirty="0"/>
              <a:t>學習內容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71C299-21EB-DF63-F127-4FBFE818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程式的執行順序</a:t>
            </a:r>
            <a:endParaRPr lang="en-US" altLang="zh-TW" dirty="0"/>
          </a:p>
          <a:p>
            <a:r>
              <a:rPr lang="zh-TW" altLang="en-US" dirty="0"/>
              <a:t>使用變數儲存資料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大小比較</a:t>
            </a:r>
            <a:endParaRPr lang="en-US" altLang="zh-TW" dirty="0"/>
          </a:p>
          <a:p>
            <a:r>
              <a:rPr lang="zh-TW" altLang="en-US" dirty="0"/>
              <a:t>如果</a:t>
            </a:r>
            <a:r>
              <a:rPr lang="en-US" altLang="zh-TW" dirty="0"/>
              <a:t>...</a:t>
            </a:r>
            <a:r>
              <a:rPr lang="zh-TW" altLang="en-US" dirty="0"/>
              <a:t>否則如果</a:t>
            </a:r>
            <a:r>
              <a:rPr lang="en-US" altLang="zh-TW" dirty="0"/>
              <a:t>…</a:t>
            </a:r>
            <a:r>
              <a:rPr lang="zh-TW" altLang="en-US" dirty="0"/>
              <a:t>否則</a:t>
            </a:r>
            <a:endParaRPr lang="en-US" altLang="zh-TW" dirty="0"/>
          </a:p>
          <a:p>
            <a:pPr lvl="1"/>
            <a:r>
              <a:rPr lang="en-US" altLang="zh-TW" dirty="0"/>
              <a:t>if…else if…else</a:t>
            </a:r>
          </a:p>
          <a:p>
            <a:endParaRPr lang="en-US" altLang="zh-TW" dirty="0"/>
          </a:p>
          <a:p>
            <a:r>
              <a:rPr lang="zh-TW" altLang="en-US" dirty="0"/>
              <a:t>圖片與使用程式修改圖片</a:t>
            </a:r>
          </a:p>
        </p:txBody>
      </p:sp>
    </p:spTree>
    <p:extLst>
      <p:ext uri="{BB962C8B-B14F-4D97-AF65-F5344CB8AC3E}">
        <p14:creationId xmlns:p14="http://schemas.microsoft.com/office/powerpoint/2010/main" val="1588457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5A1C8-58C6-9D05-4517-D0FF3128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骰子遊戲 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F134D9-4502-641B-ACC1-0C0954255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原先的骰子遊戲中，雙方只有各使用一顆骰子</a:t>
            </a:r>
          </a:p>
          <a:p>
            <a:pPr algn="l"/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現在改成雙方各擲出兩顆骰子</a:t>
            </a:r>
          </a:p>
          <a:p>
            <a:pPr algn="l"/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須符合以下要求</a:t>
            </a:r>
            <a:endParaRPr lang="en-US" altLang="zh-TW" b="0" i="0" dirty="0">
              <a:solidFill>
                <a:srgbClr val="262833"/>
              </a:solidFill>
              <a:effectLst/>
              <a:latin typeface="Helvetica" panose="020B0604020202020204" pitchFamily="34" charset="0"/>
            </a:endParaRPr>
          </a:p>
          <a:p>
            <a:pPr marL="925830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雙方必須正確的骰出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2+2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骰子 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(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不能有兩顆骰子點數，每次都相同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)</a:t>
            </a:r>
          </a:p>
          <a:p>
            <a:pPr marL="916686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必須要有文字，顯示出玩家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&amp;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電腦的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2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顆骰子點數和</a:t>
            </a:r>
            <a:endParaRPr lang="en-US" altLang="zh-TW" b="0" i="0" dirty="0">
              <a:solidFill>
                <a:srgbClr val="262833"/>
              </a:solidFill>
              <a:effectLst/>
              <a:latin typeface="Helvetica" panose="020B0604020202020204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>
                <a:solidFill>
                  <a:srgbClr val="262833"/>
                </a:solidFill>
                <a:latin typeface="Helvetica" panose="020B0604020202020204" pitchFamily="34" charset="0"/>
              </a:rPr>
              <a:t>承上，除此之外，必須正確顯示兩顆骰子的圖片</a:t>
            </a:r>
            <a:endParaRPr lang="zh-TW" altLang="en-US" b="0" i="0" dirty="0">
              <a:solidFill>
                <a:srgbClr val="262833"/>
              </a:solidFill>
              <a:effectLst/>
              <a:latin typeface="Helvetica" panose="020B0604020202020204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必須正確的顯示勝負 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(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以總和點數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565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4D2940-A990-319F-027F-52289186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完整作業 定義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7D7012-09A1-8D74-FAF0-2AE5AB72C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必須要有一個按鈕，按下按鈕時即開始一場遊戲。</a:t>
            </a:r>
            <a:endParaRPr lang="en-US" altLang="zh-TW" dirty="0"/>
          </a:p>
          <a:p>
            <a:r>
              <a:rPr lang="zh-TW" altLang="en-US" dirty="0"/>
              <a:t>該遊戲內容為兩位玩家 </a:t>
            </a:r>
            <a:r>
              <a:rPr lang="en-US" altLang="zh-TW" dirty="0"/>
              <a:t>(</a:t>
            </a:r>
            <a:r>
              <a:rPr lang="zh-TW" altLang="en-US" dirty="0"/>
              <a:t>玩家</a:t>
            </a:r>
            <a:r>
              <a:rPr lang="en-US" altLang="zh-TW" dirty="0"/>
              <a:t>/</a:t>
            </a:r>
            <a:r>
              <a:rPr lang="zh-TW" altLang="en-US" dirty="0"/>
              <a:t>電腦</a:t>
            </a:r>
            <a:r>
              <a:rPr lang="en-US" altLang="zh-TW" dirty="0"/>
              <a:t>)</a:t>
            </a:r>
            <a:r>
              <a:rPr lang="zh-TW" altLang="en-US" dirty="0"/>
              <a:t>參與，按下按鈕時，雙方各擲出</a:t>
            </a:r>
            <a:r>
              <a:rPr lang="en-US" altLang="zh-TW" dirty="0"/>
              <a:t>2</a:t>
            </a:r>
            <a:r>
              <a:rPr lang="zh-TW" altLang="en-US" dirty="0"/>
              <a:t>顆骰子</a:t>
            </a:r>
            <a:endParaRPr lang="en-US" altLang="zh-TW" dirty="0"/>
          </a:p>
          <a:p>
            <a:pPr lvl="1"/>
            <a:r>
              <a:rPr lang="en-US" altLang="zh-TW" dirty="0"/>
              <a:t>2+2</a:t>
            </a:r>
            <a:r>
              <a:rPr lang="zh-TW" altLang="en-US" dirty="0"/>
              <a:t>顆骰子必須以</a:t>
            </a:r>
            <a:r>
              <a:rPr lang="zh-TW" altLang="en-US" b="1" u="sng" dirty="0"/>
              <a:t>圖片方式</a:t>
            </a:r>
            <a:r>
              <a:rPr lang="zh-TW" altLang="en-US" dirty="0"/>
              <a:t>呈現</a:t>
            </a:r>
            <a:endParaRPr lang="en-US" altLang="zh-TW" dirty="0"/>
          </a:p>
          <a:p>
            <a:pPr lvl="1"/>
            <a:r>
              <a:rPr lang="zh-TW" altLang="en-US" dirty="0"/>
              <a:t>雙方的</a:t>
            </a:r>
            <a:r>
              <a:rPr lang="en-US" altLang="zh-TW" dirty="0"/>
              <a:t>2</a:t>
            </a:r>
            <a:r>
              <a:rPr lang="zh-TW" altLang="en-US" dirty="0"/>
              <a:t>顆骰子必須以</a:t>
            </a:r>
            <a:r>
              <a:rPr lang="zh-TW" altLang="en-US" b="1" u="sng" dirty="0"/>
              <a:t>文字方式</a:t>
            </a:r>
            <a:r>
              <a:rPr lang="zh-TW" altLang="en-US" dirty="0"/>
              <a:t>顯示</a:t>
            </a:r>
            <a:r>
              <a:rPr lang="zh-TW" altLang="en-US" b="1" u="sng" dirty="0"/>
              <a:t>總和</a:t>
            </a:r>
            <a:endParaRPr lang="en-US" altLang="zh-TW" b="1" dirty="0"/>
          </a:p>
          <a:p>
            <a:r>
              <a:rPr lang="zh-TW" altLang="en-US" dirty="0"/>
              <a:t>必須要以</a:t>
            </a:r>
            <a:r>
              <a:rPr lang="zh-TW" altLang="en-US" b="1" u="sng" dirty="0"/>
              <a:t>文字方式顯示勝負</a:t>
            </a:r>
            <a:endParaRPr lang="en-US" altLang="zh-TW" b="1" u="sng" dirty="0"/>
          </a:p>
          <a:p>
            <a:pPr lvl="1"/>
            <a:r>
              <a:rPr lang="zh-TW" altLang="en-US" dirty="0"/>
              <a:t>玩家總和點數較高，則玩家獲勝</a:t>
            </a:r>
            <a:endParaRPr lang="en-US" altLang="zh-TW" dirty="0"/>
          </a:p>
          <a:p>
            <a:pPr lvl="1"/>
            <a:r>
              <a:rPr lang="zh-TW" altLang="en-US" dirty="0"/>
              <a:t>電腦總和點數較高，則電腦獲勝</a:t>
            </a:r>
            <a:endParaRPr lang="en-US" altLang="zh-TW" dirty="0"/>
          </a:p>
          <a:p>
            <a:pPr lvl="1"/>
            <a:r>
              <a:rPr lang="zh-TW" altLang="en-US" dirty="0"/>
              <a:t>雙方總和點數平手，則顯示平手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1855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236</TotalTime>
  <Words>277</Words>
  <Application>Microsoft Office PowerPoint</Application>
  <PresentationFormat>如螢幕大小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Georgia</vt:lpstr>
      <vt:lpstr>Helvetica</vt:lpstr>
      <vt:lpstr>Wingdings 2</vt:lpstr>
      <vt:lpstr>都會</vt:lpstr>
      <vt:lpstr>Lesson 4 製作內容2 [骰子遊戲]</vt:lpstr>
      <vt:lpstr>骰子遊戲</vt:lpstr>
      <vt:lpstr>PowerPoint 簡報</vt:lpstr>
      <vt:lpstr>PowerPoint 簡報</vt:lpstr>
      <vt:lpstr>骰子遊戲 (學習內容)</vt:lpstr>
      <vt:lpstr>骰子遊戲 作業</vt:lpstr>
      <vt:lpstr>完整作業 定義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66</cp:revision>
  <dcterms:created xsi:type="dcterms:W3CDTF">2024-11-18T05:57:07Z</dcterms:created>
  <dcterms:modified xsi:type="dcterms:W3CDTF">2025-03-18T09:34:30Z</dcterms:modified>
</cp:coreProperties>
</file>