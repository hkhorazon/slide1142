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57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-1834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應用</a:t>
            </a:r>
            <a:r>
              <a:rPr lang="zh-TW" altLang="en-US" dirty="0" smtClean="0"/>
              <a:t>程式設計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zh-TW" altLang="en-US" dirty="0"/>
              <a:t>課程要求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dirty="0" smtClean="0"/>
              <a:t>應用程式設計</a:t>
            </a:r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課程大綱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1219200"/>
            <a:ext cx="3457575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成績評量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在課程過程中，會繳交</a:t>
            </a:r>
            <a:r>
              <a:rPr lang="zh-TW" altLang="en-US" dirty="0" smtClean="0"/>
              <a:t>至少</a:t>
            </a:r>
            <a:r>
              <a:rPr lang="en-US" altLang="zh-TW" dirty="0" smtClean="0"/>
              <a:t>3</a:t>
            </a:r>
            <a:r>
              <a:rPr lang="zh-TW" altLang="en-US" dirty="0" smtClean="0"/>
              <a:t>次的作業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zh-TW" altLang="en-US" dirty="0" smtClean="0"/>
              <a:t>其中兩次會視為期中與期末檢核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難度與內容視課程進度而定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分數站比</a:t>
            </a:r>
            <a:r>
              <a:rPr lang="zh-TW" altLang="en-US" dirty="0" smtClean="0"/>
              <a:t>視難度而定</a:t>
            </a:r>
            <a:endParaRPr lang="en-US" altLang="zh-TW" dirty="0"/>
          </a:p>
          <a:p>
            <a:pPr>
              <a:buNone/>
            </a:pP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140</TotalTime>
  <Words>45</Words>
  <Application>Microsoft Office PowerPoint</Application>
  <PresentationFormat>如螢幕大小 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都會</vt:lpstr>
      <vt:lpstr>應用程式設計 課程要求</vt:lpstr>
      <vt:lpstr>課程大綱</vt:lpstr>
      <vt:lpstr>成績評量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user</cp:lastModifiedBy>
  <cp:revision>32</cp:revision>
  <dcterms:created xsi:type="dcterms:W3CDTF">2024-11-18T05:57:07Z</dcterms:created>
  <dcterms:modified xsi:type="dcterms:W3CDTF">2025-04-12T17:46:36Z</dcterms:modified>
</cp:coreProperties>
</file>