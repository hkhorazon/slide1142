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1" r:id="rId3"/>
    <p:sldId id="257" r:id="rId4"/>
    <p:sldId id="267" r:id="rId5"/>
    <p:sldId id="266" r:id="rId6"/>
    <p:sldId id="268" r:id="rId7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asutoya.com/" TargetMode="External"/><Relationship Id="rId2" Type="http://schemas.openxmlformats.org/officeDocument/2006/relationships/hyperlink" Target="https://www.iconfind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Lesson 4</a:t>
            </a:r>
            <a:br>
              <a:rPr lang="en-US" altLang="zh-TW" dirty="0"/>
            </a:br>
            <a:r>
              <a:rPr lang="zh-TW" altLang="en-US" dirty="0"/>
              <a:t>製作內容</a:t>
            </a:r>
            <a:r>
              <a:rPr lang="en-US" altLang="zh-TW" dirty="0"/>
              <a:t>2 </a:t>
            </a:r>
            <a:r>
              <a:rPr lang="zh-TW" altLang="en-US" dirty="0"/>
              <a:t>簡易計算機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 err="1"/>
              <a:t>Horazon</a:t>
            </a:r>
            <a:endParaRPr lang="en-US" altLang="zh-TW" dirty="0"/>
          </a:p>
          <a:p>
            <a:r>
              <a:rPr lang="en-US" altLang="zh-TW" dirty="0"/>
              <a:t>App Inventor</a:t>
            </a:r>
            <a:r>
              <a:rPr lang="zh-TW" altLang="en-US" dirty="0"/>
              <a:t>課程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1DEA55-2479-0B12-F571-ACFF6823D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免費素材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563150-EAE3-F59A-45CE-12CB8311B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hlinkClick r:id="rId2"/>
              </a:rPr>
              <a:t>https://www.iconfinder.com/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hlinkClick r:id="rId3"/>
              </a:rPr>
              <a:t>https://www.irasutoya.com/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6277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簡易計算機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製作內容：簡易計算機，包含下列元件</a:t>
            </a:r>
            <a:endParaRPr lang="en-US" altLang="zh-TW" dirty="0"/>
          </a:p>
          <a:p>
            <a:pPr lvl="1"/>
            <a:r>
              <a:rPr lang="zh-TW" altLang="en-US" dirty="0"/>
              <a:t>文字輸入盒 </a:t>
            </a:r>
            <a:r>
              <a:rPr lang="en-US" altLang="zh-TW" dirty="0"/>
              <a:t>x 2</a:t>
            </a:r>
          </a:p>
          <a:p>
            <a:pPr lvl="1"/>
            <a:r>
              <a:rPr lang="zh-TW" altLang="en-US" dirty="0"/>
              <a:t>按鈕 </a:t>
            </a:r>
            <a:r>
              <a:rPr lang="en-US" altLang="zh-TW" dirty="0"/>
              <a:t>(</a:t>
            </a:r>
            <a:r>
              <a:rPr lang="zh-TW" altLang="en-US" dirty="0"/>
              <a:t>加法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標籤 </a:t>
            </a:r>
            <a:r>
              <a:rPr lang="en-US" altLang="zh-TW" dirty="0"/>
              <a:t>(</a:t>
            </a:r>
            <a:r>
              <a:rPr lang="zh-TW" altLang="en-US" dirty="0"/>
              <a:t>輸出結果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801648-CA4B-5202-26B1-D3D411F6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簡易計算機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6AA0624-6B57-9069-5E6E-FDCA6C2EC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B5CC24-797D-C97B-54CE-1A469B13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12" y="2209800"/>
            <a:ext cx="8352928" cy="3576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82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00674-9C72-E489-3038-4B962D093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簡易計算機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C24445-260B-1375-C7C1-44BCFD3BE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讀取</a:t>
            </a:r>
            <a:r>
              <a:rPr lang="en-US" altLang="zh-TW" dirty="0"/>
              <a:t>2x”</a:t>
            </a:r>
            <a:r>
              <a:rPr lang="zh-TW" altLang="en-US" dirty="0"/>
              <a:t>輸入盒</a:t>
            </a:r>
            <a:r>
              <a:rPr lang="en-US" altLang="zh-TW" dirty="0"/>
              <a:t>”</a:t>
            </a:r>
            <a:r>
              <a:rPr lang="zh-TW" altLang="en-US" dirty="0"/>
              <a:t>的文字</a:t>
            </a:r>
            <a:endParaRPr lang="en-US" altLang="zh-TW" dirty="0"/>
          </a:p>
          <a:p>
            <a:r>
              <a:rPr lang="zh-TW" altLang="en-US" dirty="0"/>
              <a:t>數學運算子 </a:t>
            </a:r>
            <a:r>
              <a:rPr lang="en-US" altLang="zh-TW" dirty="0"/>
              <a:t>(</a:t>
            </a:r>
            <a:r>
              <a:rPr lang="zh-TW" altLang="en-US" dirty="0"/>
              <a:t>加法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將數值儲存到標籤的文字</a:t>
            </a:r>
            <a:endParaRPr lang="en-US" altLang="zh-TW" dirty="0"/>
          </a:p>
          <a:p>
            <a:pPr lvl="1"/>
            <a:r>
              <a:rPr lang="zh-TW" altLang="en-US" dirty="0"/>
              <a:t>文字 合併文字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2BF979C-402D-48E2-D62B-6AD8B82A0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4293096"/>
            <a:ext cx="8382101" cy="150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7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938625-B582-39E3-642C-9A378FBBD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簡易計算機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B626AC-4812-0A31-31BC-E1F8ACA96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作業內容</a:t>
            </a:r>
            <a:endParaRPr lang="en-US" altLang="zh-TW" dirty="0"/>
          </a:p>
          <a:p>
            <a:pPr lvl="1"/>
            <a:r>
              <a:rPr lang="zh-TW" altLang="en-US" dirty="0"/>
              <a:t>擴展這個計算機，使其支援加減乘除</a:t>
            </a:r>
          </a:p>
        </p:txBody>
      </p:sp>
    </p:spTree>
    <p:extLst>
      <p:ext uri="{BB962C8B-B14F-4D97-AF65-F5344CB8AC3E}">
        <p14:creationId xmlns:p14="http://schemas.microsoft.com/office/powerpoint/2010/main" val="8311647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261</TotalTime>
  <Words>94</Words>
  <Application>Microsoft Office PowerPoint</Application>
  <PresentationFormat>如螢幕大小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Georgia</vt:lpstr>
      <vt:lpstr>Wingdings 2</vt:lpstr>
      <vt:lpstr>都會</vt:lpstr>
      <vt:lpstr>Lesson 4 製作內容2 簡易計算機</vt:lpstr>
      <vt:lpstr>免費素材</vt:lpstr>
      <vt:lpstr>簡易計算機</vt:lpstr>
      <vt:lpstr>簡易計算機</vt:lpstr>
      <vt:lpstr>簡易計算機</vt:lpstr>
      <vt:lpstr>簡易計算機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57</cp:revision>
  <dcterms:created xsi:type="dcterms:W3CDTF">2024-11-18T05:57:07Z</dcterms:created>
  <dcterms:modified xsi:type="dcterms:W3CDTF">2025-04-09T05:56:19Z</dcterms:modified>
</cp:coreProperties>
</file>