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/>
              <a:t>Lesson 9</a:t>
            </a:r>
            <a:br>
              <a:rPr lang="en-US" altLang="zh-TW" dirty="0"/>
            </a:br>
            <a:r>
              <a:rPr lang="zh-TW" altLang="en-US" dirty="0"/>
              <a:t>製作內容</a:t>
            </a:r>
            <a:r>
              <a:rPr lang="en-US" altLang="zh-TW" dirty="0"/>
              <a:t>4 [</a:t>
            </a:r>
            <a:r>
              <a:rPr lang="zh-TW" altLang="en-US" dirty="0"/>
              <a:t>樂透遊戲</a:t>
            </a:r>
            <a:r>
              <a:rPr lang="en-US" altLang="zh-TW" dirty="0"/>
              <a:t>]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6E504-E84B-DA14-F810-FB465C73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大樂透開獎規則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4A095B-1A99-027D-A25B-873B4A1AE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開獎時，會從</a:t>
            </a:r>
            <a:r>
              <a:rPr lang="en-US" altLang="zh-TW" dirty="0"/>
              <a:t>1-49</a:t>
            </a:r>
            <a:r>
              <a:rPr lang="zh-TW" altLang="en-US" dirty="0"/>
              <a:t>抽出</a:t>
            </a:r>
            <a:r>
              <a:rPr lang="en-US" altLang="zh-TW" dirty="0"/>
              <a:t>6</a:t>
            </a:r>
            <a:r>
              <a:rPr lang="zh-TW" altLang="en-US" dirty="0"/>
              <a:t>個不重複號碼</a:t>
            </a:r>
            <a:endParaRPr lang="en-US" altLang="zh-TW" dirty="0"/>
          </a:p>
          <a:p>
            <a:pPr lvl="1"/>
            <a:r>
              <a:rPr lang="zh-TW" altLang="en-US" dirty="0"/>
              <a:t>這邊忽略特別號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我們學過抽取</a:t>
            </a:r>
            <a:r>
              <a:rPr lang="en-US" altLang="zh-TW" dirty="0"/>
              <a:t>1</a:t>
            </a:r>
            <a:r>
              <a:rPr lang="zh-TW" altLang="en-US" dirty="0"/>
              <a:t>顆號碼的 隨機數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我們學過迴圈，可以讓我抽取</a:t>
            </a:r>
            <a:r>
              <a:rPr lang="en-US" altLang="zh-TW" dirty="0"/>
              <a:t>6</a:t>
            </a:r>
            <a:r>
              <a:rPr lang="zh-TW" altLang="en-US" dirty="0"/>
              <a:t>個號碼</a:t>
            </a:r>
          </a:p>
        </p:txBody>
      </p:sp>
    </p:spTree>
    <p:extLst>
      <p:ext uri="{BB962C8B-B14F-4D97-AF65-F5344CB8AC3E}">
        <p14:creationId xmlns:p14="http://schemas.microsoft.com/office/powerpoint/2010/main" val="220266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7CCF06-16B5-B7B3-4E2D-0C414F6A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抽取</a:t>
            </a:r>
            <a:r>
              <a:rPr lang="en-US" altLang="zh-TW" dirty="0"/>
              <a:t>6</a:t>
            </a:r>
            <a:r>
              <a:rPr lang="zh-TW" altLang="en-US" dirty="0"/>
              <a:t>個號碼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B096C1-B2CB-8AAD-DD4A-734E760D1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發生了一些問題</a:t>
            </a:r>
            <a:r>
              <a:rPr lang="en-US" altLang="zh-TW" dirty="0"/>
              <a:t>…</a:t>
            </a:r>
            <a:r>
              <a:rPr lang="zh-TW" altLang="en-US" dirty="0"/>
              <a:t>我們會抽取相同的號碼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20DB0F-C9F9-71F9-C07B-1E7ACD53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8920"/>
            <a:ext cx="8145012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26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8F6042-261E-1699-2402-89B37FF4F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2312"/>
            <a:ext cx="8229600" cy="1066800"/>
          </a:xfrm>
        </p:spPr>
        <p:txBody>
          <a:bodyPr/>
          <a:lstStyle/>
          <a:p>
            <a:r>
              <a:rPr lang="zh-TW" altLang="en-US" dirty="0"/>
              <a:t>抽取</a:t>
            </a:r>
            <a:r>
              <a:rPr lang="en-US" altLang="zh-TW" dirty="0"/>
              <a:t>2</a:t>
            </a:r>
            <a:r>
              <a:rPr lang="zh-TW" altLang="en-US" dirty="0"/>
              <a:t>個不重複號碼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BEBCF7-63E5-4A16-5D22-C93315715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1738536" cy="4325112"/>
          </a:xfrm>
        </p:spPr>
        <p:txBody>
          <a:bodyPr/>
          <a:lstStyle/>
          <a:p>
            <a:r>
              <a:rPr lang="zh-TW" altLang="en-US" dirty="0"/>
              <a:t>成功了，但要設置</a:t>
            </a:r>
            <a:r>
              <a:rPr lang="en-US" altLang="zh-TW" dirty="0"/>
              <a:t>6</a:t>
            </a:r>
            <a:r>
              <a:rPr lang="zh-TW" altLang="en-US" dirty="0"/>
              <a:t>個號碼太麻煩了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4FCC23-C098-8AEE-459C-B3871DB05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828800"/>
            <a:ext cx="630555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94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D3181-AD5F-AED1-FFD9-9C286E7E5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清單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59B1DE-45F5-1A45-CFE7-C95D1C966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82952" cy="4325112"/>
          </a:xfrm>
        </p:spPr>
        <p:txBody>
          <a:bodyPr/>
          <a:lstStyle/>
          <a:p>
            <a:r>
              <a:rPr lang="zh-TW" altLang="en-US" dirty="0"/>
              <a:t>清單是一種變數型態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它可以儲存多個物件，並且可利用迴圈來使用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38F6FB-1F89-02A2-1B7D-04054ADF1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0"/>
            <a:ext cx="2262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08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C8A4D5-CB2F-E74D-F38F-012276982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12586"/>
            <a:ext cx="8229600" cy="1066800"/>
          </a:xfrm>
        </p:spPr>
        <p:txBody>
          <a:bodyPr/>
          <a:lstStyle/>
          <a:p>
            <a:r>
              <a:rPr lang="zh-TW" altLang="en-US" dirty="0"/>
              <a:t>重新修改樂透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B0F8D0-6A83-33BD-A103-6DC71E901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AAECD30-5F96-63BB-0D30-EF069F31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27" y="612586"/>
            <a:ext cx="7897327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87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BE43A0-C2DB-3F02-3E82-713D7CC5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7E107E-23D3-4299-4EE8-BC24DA93B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製作</a:t>
            </a:r>
            <a:r>
              <a:rPr lang="en-US" altLang="zh-TW" dirty="0"/>
              <a:t>2</a:t>
            </a:r>
            <a:r>
              <a:rPr lang="zh-TW" altLang="en-US" dirty="0"/>
              <a:t>個畫面</a:t>
            </a:r>
            <a:endParaRPr lang="en-US" altLang="zh-TW" dirty="0"/>
          </a:p>
          <a:p>
            <a:r>
              <a:rPr lang="zh-TW" altLang="en-US" dirty="0"/>
              <a:t>畫面</a:t>
            </a:r>
            <a:r>
              <a:rPr lang="en-US" altLang="zh-TW" dirty="0"/>
              <a:t>1</a:t>
            </a:r>
            <a:r>
              <a:rPr lang="zh-TW" altLang="en-US" dirty="0"/>
              <a:t>：允許使用者輸入想抽的樂透號碼</a:t>
            </a:r>
            <a:r>
              <a:rPr lang="en-US" altLang="zh-TW" dirty="0"/>
              <a:t>6</a:t>
            </a:r>
            <a:r>
              <a:rPr lang="zh-TW" altLang="en-US" dirty="0"/>
              <a:t>個</a:t>
            </a:r>
            <a:endParaRPr lang="en-US" altLang="zh-TW" dirty="0"/>
          </a:p>
          <a:p>
            <a:pPr lvl="1"/>
            <a:r>
              <a:rPr lang="zh-TW" altLang="en-US" dirty="0"/>
              <a:t>可以使用按鈕</a:t>
            </a:r>
            <a:r>
              <a:rPr lang="en-US" altLang="zh-TW" dirty="0"/>
              <a:t>[</a:t>
            </a:r>
            <a:r>
              <a:rPr lang="zh-TW" altLang="en-US" dirty="0"/>
              <a:t>電腦選號</a:t>
            </a:r>
            <a:r>
              <a:rPr lang="en-US" altLang="zh-TW" dirty="0"/>
              <a:t>]</a:t>
            </a:r>
            <a:r>
              <a:rPr lang="zh-TW" altLang="en-US" dirty="0"/>
              <a:t>，快速產生六個值</a:t>
            </a:r>
            <a:endParaRPr lang="en-US" altLang="zh-TW" dirty="0"/>
          </a:p>
          <a:p>
            <a:pPr lvl="1"/>
            <a:r>
              <a:rPr lang="zh-TW" altLang="en-US" dirty="0"/>
              <a:t>玩家可以修改值</a:t>
            </a:r>
            <a:endParaRPr lang="en-US" altLang="zh-TW" dirty="0"/>
          </a:p>
          <a:p>
            <a:pPr lvl="1"/>
            <a:r>
              <a:rPr lang="zh-TW" altLang="en-US" dirty="0"/>
              <a:t>按鈕</a:t>
            </a:r>
            <a:r>
              <a:rPr lang="en-US" altLang="zh-TW" dirty="0"/>
              <a:t>[</a:t>
            </a:r>
            <a:r>
              <a:rPr lang="zh-TW" altLang="en-US" dirty="0"/>
              <a:t>確認中獎</a:t>
            </a:r>
            <a:r>
              <a:rPr lang="en-US" altLang="zh-TW" dirty="0"/>
              <a:t>]</a:t>
            </a:r>
            <a:r>
              <a:rPr lang="zh-TW" altLang="en-US" dirty="0"/>
              <a:t>，可切換至第</a:t>
            </a:r>
            <a:r>
              <a:rPr lang="en-US" altLang="zh-TW" dirty="0"/>
              <a:t>2</a:t>
            </a:r>
            <a:r>
              <a:rPr lang="zh-TW" altLang="en-US" dirty="0"/>
              <a:t>畫面，展示中幾星</a:t>
            </a:r>
            <a:endParaRPr lang="en-US" altLang="zh-TW" dirty="0"/>
          </a:p>
          <a:p>
            <a:r>
              <a:rPr lang="zh-TW" altLang="en-US" dirty="0"/>
              <a:t>畫面</a:t>
            </a:r>
            <a:r>
              <a:rPr lang="en-US" altLang="zh-TW" dirty="0"/>
              <a:t>2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顯示使用者輸入的樂透數值</a:t>
            </a:r>
            <a:r>
              <a:rPr lang="en-US" altLang="zh-TW" dirty="0"/>
              <a:t>6</a:t>
            </a:r>
            <a:r>
              <a:rPr lang="zh-TW" altLang="en-US" dirty="0"/>
              <a:t>個</a:t>
            </a:r>
            <a:endParaRPr lang="en-US" altLang="zh-TW" dirty="0"/>
          </a:p>
          <a:p>
            <a:pPr lvl="1"/>
            <a:r>
              <a:rPr lang="zh-TW" altLang="en-US" dirty="0"/>
              <a:t>顯示實際樂透數值</a:t>
            </a:r>
            <a:r>
              <a:rPr lang="en-US" altLang="zh-TW" dirty="0"/>
              <a:t>6</a:t>
            </a:r>
            <a:r>
              <a:rPr lang="zh-TW" altLang="en-US" dirty="0"/>
              <a:t>個</a:t>
            </a:r>
            <a:endParaRPr lang="en-US" altLang="zh-TW" dirty="0"/>
          </a:p>
          <a:p>
            <a:pPr lvl="1"/>
            <a:r>
              <a:rPr lang="zh-TW" altLang="en-US"/>
              <a:t>顯示中了幾顆星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9113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346</TotalTime>
  <Words>196</Words>
  <Application>Microsoft Office PowerPoint</Application>
  <PresentationFormat>如螢幕大小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Arial</vt:lpstr>
      <vt:lpstr>Georgia</vt:lpstr>
      <vt:lpstr>Wingdings 2</vt:lpstr>
      <vt:lpstr>都會</vt:lpstr>
      <vt:lpstr>Lesson 9 製作內容4 [樂透遊戲]</vt:lpstr>
      <vt:lpstr>大樂透開獎規則</vt:lpstr>
      <vt:lpstr>抽取6個號碼</vt:lpstr>
      <vt:lpstr>抽取2個不重複號碼</vt:lpstr>
      <vt:lpstr>清單</vt:lpstr>
      <vt:lpstr>重新修改樂透</vt:lpstr>
      <vt:lpstr>作業內容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70</cp:revision>
  <dcterms:created xsi:type="dcterms:W3CDTF">2024-11-18T05:57:07Z</dcterms:created>
  <dcterms:modified xsi:type="dcterms:W3CDTF">2025-04-09T07:50:01Z</dcterms:modified>
</cp:coreProperties>
</file>