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2" r:id="rId3"/>
    <p:sldId id="257" r:id="rId4"/>
    <p:sldId id="263" r:id="rId5"/>
    <p:sldId id="264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7B</a:t>
            </a:r>
            <a:br>
              <a:rPr lang="en-US" altLang="zh-TW" dirty="0"/>
            </a:br>
            <a:r>
              <a:rPr lang="zh-TW" altLang="en-US" dirty="0"/>
              <a:t>介面工具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1C392-EFA6-33A3-DE0A-80D9A95F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0DD9D9-7750-CEEF-5A59-CA72B501A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8FB729A-F88E-6E4A-F115-ACF077AA8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828815"/>
            <a:ext cx="7278116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03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1C19D-479E-3FB4-C0B8-399F3F63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介面工具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835330-E6C7-5E97-FE83-B2EF91C0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在</a:t>
            </a:r>
            <a:r>
              <a:rPr lang="en-US" altLang="zh-TW" dirty="0"/>
              <a:t>AI2</a:t>
            </a:r>
            <a:r>
              <a:rPr lang="zh-TW" altLang="en-US" dirty="0"/>
              <a:t>中，介面工具相較其他平台</a:t>
            </a:r>
            <a:r>
              <a:rPr lang="en-US" altLang="zh-TW" dirty="0"/>
              <a:t>(</a:t>
            </a:r>
            <a:r>
              <a:rPr lang="zh-TW" altLang="en-US" dirty="0"/>
              <a:t>網頁</a:t>
            </a:r>
            <a:r>
              <a:rPr lang="en-US" altLang="zh-TW" dirty="0"/>
              <a:t>)</a:t>
            </a:r>
            <a:r>
              <a:rPr lang="zh-TW" altLang="en-US" dirty="0"/>
              <a:t>可能不算強大，但仍然可以做到不錯的排版。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之前單一個元件可以在元件內容調整高度、寬度等等，而文字也能調整置中左右。</a:t>
            </a:r>
            <a:endParaRPr lang="en-US" altLang="zh-TW" dirty="0"/>
          </a:p>
          <a:p>
            <a:pPr lvl="1"/>
            <a:r>
              <a:rPr lang="zh-TW" altLang="en-US" dirty="0"/>
              <a:t>高度寬度可使用自動</a:t>
            </a:r>
            <a:r>
              <a:rPr lang="en-US" altLang="zh-TW" dirty="0"/>
              <a:t>,</a:t>
            </a:r>
            <a:r>
              <a:rPr lang="zh-TW" altLang="en-US" dirty="0"/>
              <a:t>填滿</a:t>
            </a:r>
            <a:r>
              <a:rPr lang="en-US" altLang="zh-TW" dirty="0"/>
              <a:t>,</a:t>
            </a:r>
            <a:r>
              <a:rPr lang="zh-TW" altLang="en-US" dirty="0"/>
              <a:t>像素</a:t>
            </a:r>
            <a:r>
              <a:rPr lang="en-US" altLang="zh-TW" dirty="0"/>
              <a:t>,</a:t>
            </a:r>
            <a:r>
              <a:rPr lang="zh-TW" altLang="en-US" dirty="0"/>
              <a:t>百分比</a:t>
            </a:r>
            <a:endParaRPr lang="en-US" altLang="zh-TW" dirty="0"/>
          </a:p>
          <a:p>
            <a:r>
              <a:rPr lang="zh-TW" altLang="en-US" dirty="0"/>
              <a:t>但仍然有其他方式可以調整介面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6773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69C992-6D39-0964-14CC-217C430E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介面配置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DE63A5-E9A4-F686-4FDE-B4D156A2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762872" cy="4325112"/>
          </a:xfrm>
        </p:spPr>
        <p:txBody>
          <a:bodyPr/>
          <a:lstStyle/>
          <a:p>
            <a:r>
              <a:rPr lang="zh-TW" altLang="en-US" dirty="0"/>
              <a:t>這邊可加入數種介面配置的工具。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所配置的內容是子物件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你可以將</a:t>
            </a:r>
            <a:r>
              <a:rPr lang="en-US" altLang="zh-TW" dirty="0"/>
              <a:t>”</a:t>
            </a:r>
            <a:r>
              <a:rPr lang="zh-TW" altLang="en-US" dirty="0"/>
              <a:t>螢幕</a:t>
            </a:r>
            <a:r>
              <a:rPr lang="en-US" altLang="zh-TW" dirty="0"/>
              <a:t>Screen”</a:t>
            </a:r>
            <a:r>
              <a:rPr lang="zh-TW" altLang="en-US" dirty="0"/>
              <a:t>視為一個垂直</a:t>
            </a:r>
            <a:r>
              <a:rPr lang="en-US" altLang="zh-TW" dirty="0"/>
              <a:t>/</a:t>
            </a:r>
            <a:r>
              <a:rPr lang="zh-TW" altLang="en-US" dirty="0"/>
              <a:t>垂直捲動配置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12448F5-5C95-A7CD-DCC7-F0134DEE9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366" y="2996952"/>
            <a:ext cx="3312368" cy="32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08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0923EE-0B1A-417B-CD91-CAC0997F2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介面配置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D0BB12-2BB4-89CD-A809-6F23453E7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6347048" cy="4325112"/>
          </a:xfrm>
        </p:spPr>
        <p:txBody>
          <a:bodyPr/>
          <a:lstStyle/>
          <a:p>
            <a:r>
              <a:rPr lang="zh-TW" altLang="en-US" dirty="0"/>
              <a:t>藉由調整水平</a:t>
            </a:r>
            <a:r>
              <a:rPr lang="en-US" altLang="zh-TW" dirty="0"/>
              <a:t>,</a:t>
            </a:r>
            <a:r>
              <a:rPr lang="zh-TW" altLang="en-US" dirty="0"/>
              <a:t>垂直對齊方式，你可以調整子物件的方式。</a:t>
            </a:r>
            <a:endParaRPr lang="en-US" altLang="zh-TW" dirty="0"/>
          </a:p>
          <a:p>
            <a:pPr lvl="1"/>
            <a:r>
              <a:rPr lang="zh-TW" altLang="en-US" dirty="0"/>
              <a:t>但仍然要調整子物件的高度與寬度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螢幕可額外調整方向，以及</a:t>
            </a:r>
            <a:r>
              <a:rPr lang="en-US" altLang="zh-TW" dirty="0"/>
              <a:t>”</a:t>
            </a:r>
            <a:r>
              <a:rPr lang="zh-TW" altLang="en-US" dirty="0"/>
              <a:t>允許捲動</a:t>
            </a:r>
            <a:r>
              <a:rPr lang="en-US" altLang="zh-TW"/>
              <a:t>”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F83BCA-7ED3-F48B-8480-BAE60BD1D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795" y="2028808"/>
            <a:ext cx="1738536" cy="261939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BFCC51A-B89E-145F-6204-0148F7A0A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72" y="4854005"/>
            <a:ext cx="1649582" cy="172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29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337</TotalTime>
  <Words>151</Words>
  <Application>Microsoft Office PowerPoint</Application>
  <PresentationFormat>如螢幕大小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Arial</vt:lpstr>
      <vt:lpstr>Georgia</vt:lpstr>
      <vt:lpstr>Wingdings 2</vt:lpstr>
      <vt:lpstr>都會</vt:lpstr>
      <vt:lpstr>Lesson 7B 介面工具</vt:lpstr>
      <vt:lpstr>PowerPoint 簡報</vt:lpstr>
      <vt:lpstr>介面工具</vt:lpstr>
      <vt:lpstr>介面配置</vt:lpstr>
      <vt:lpstr>介面配置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68</cp:revision>
  <dcterms:created xsi:type="dcterms:W3CDTF">2024-11-18T05:57:07Z</dcterms:created>
  <dcterms:modified xsi:type="dcterms:W3CDTF">2025-04-10T02:11:36Z</dcterms:modified>
</cp:coreProperties>
</file>