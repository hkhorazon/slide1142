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88" r:id="rId3"/>
    <p:sldId id="290" r:id="rId4"/>
    <p:sldId id="291" r:id="rId5"/>
    <p:sldId id="302" r:id="rId6"/>
    <p:sldId id="304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1" r:id="rId16"/>
    <p:sldId id="300" r:id="rId17"/>
    <p:sldId id="303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apple.com/tw/app/mit-app-inventor/id1422709355" TargetMode="External"/><Relationship Id="rId2" Type="http://schemas.openxmlformats.org/officeDocument/2006/relationships/hyperlink" Target="https://play.google.com/store/apps/details?id=edu.mit.appinventor.aicompanion3&amp;hl=zh_TW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inventor.mit.edu/explore/ai2/setup-emulato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2</a:t>
            </a:r>
            <a:br>
              <a:rPr lang="en-US" altLang="zh-TW" dirty="0"/>
            </a:br>
            <a:r>
              <a:rPr lang="en-US" altLang="zh-TW" dirty="0"/>
              <a:t>AI2</a:t>
            </a:r>
            <a:r>
              <a:rPr lang="zh-TW" altLang="en-US" dirty="0"/>
              <a:t>運行與測試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EF0556-B551-0EBD-5D0E-6AE56E4D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運行與測試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CEB507-1B83-58E8-BD5E-0DDFFEC3B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當作任何程式的開發，除了設法成功運行第一個程式</a:t>
            </a:r>
            <a:r>
              <a:rPr lang="en-US" altLang="zh-TW" dirty="0"/>
              <a:t>(</a:t>
            </a:r>
            <a:r>
              <a:rPr lang="zh-TW" altLang="en-US" dirty="0"/>
              <a:t>通常稱為</a:t>
            </a:r>
            <a:r>
              <a:rPr lang="en-US" altLang="zh-TW" dirty="0"/>
              <a:t>Hello World)</a:t>
            </a:r>
            <a:r>
              <a:rPr lang="zh-TW" altLang="en-US" dirty="0"/>
              <a:t>以外，必須馬上嘗試</a:t>
            </a:r>
            <a:r>
              <a:rPr lang="zh-TW" altLang="en-US" b="1" dirty="0">
                <a:solidFill>
                  <a:srgbClr val="FF0000"/>
                </a:solidFill>
              </a:rPr>
              <a:t>建置出成果</a:t>
            </a:r>
            <a:r>
              <a:rPr lang="zh-TW" altLang="en-US" dirty="0"/>
              <a:t>，確保最後能順利產出，並且最好先理解可行的</a:t>
            </a:r>
            <a:r>
              <a:rPr lang="zh-TW" altLang="en-US" b="1" dirty="0">
                <a:solidFill>
                  <a:srgbClr val="FF0000"/>
                </a:solidFill>
              </a:rPr>
              <a:t>測試方法</a:t>
            </a:r>
            <a:r>
              <a:rPr lang="en-US" altLang="zh-TW" dirty="0"/>
              <a:t>(</a:t>
            </a:r>
            <a:r>
              <a:rPr lang="zh-TW" altLang="en-US" dirty="0"/>
              <a:t>擇一即可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建置：</a:t>
            </a:r>
            <a:endParaRPr lang="en-US" altLang="zh-TW" dirty="0"/>
          </a:p>
          <a:p>
            <a:pPr lvl="1"/>
            <a:r>
              <a:rPr lang="zh-TW" altLang="en-US" dirty="0"/>
              <a:t>產出</a:t>
            </a:r>
            <a:r>
              <a:rPr lang="en-US" altLang="zh-TW" dirty="0"/>
              <a:t>.</a:t>
            </a:r>
            <a:r>
              <a:rPr lang="en-US" altLang="zh-TW" dirty="0" err="1"/>
              <a:t>apk</a:t>
            </a:r>
            <a:r>
              <a:rPr lang="zh-TW" altLang="en-US" dirty="0"/>
              <a:t>檔案並在</a:t>
            </a:r>
            <a:r>
              <a:rPr lang="en-US" altLang="zh-TW" dirty="0"/>
              <a:t>Android</a:t>
            </a:r>
            <a:r>
              <a:rPr lang="zh-TW" altLang="en-US" dirty="0"/>
              <a:t>手機或模擬器運行</a:t>
            </a:r>
            <a:endParaRPr lang="en-US" altLang="zh-TW" dirty="0"/>
          </a:p>
          <a:p>
            <a:r>
              <a:rPr lang="zh-TW" altLang="en-US" dirty="0"/>
              <a:t>測試：</a:t>
            </a:r>
            <a:endParaRPr lang="en-US" altLang="zh-TW" dirty="0"/>
          </a:p>
          <a:p>
            <a:pPr lvl="1"/>
            <a:r>
              <a:rPr lang="zh-TW" altLang="en-US" dirty="0"/>
              <a:t>在手機或模擬器使用</a:t>
            </a:r>
            <a:r>
              <a:rPr lang="en-US" altLang="zh-TW" dirty="0"/>
              <a:t>AI</a:t>
            </a:r>
            <a:r>
              <a:rPr lang="zh-TW" altLang="en-US" dirty="0"/>
              <a:t> </a:t>
            </a:r>
            <a:r>
              <a:rPr lang="en-US" altLang="zh-TW" dirty="0"/>
              <a:t>Companion</a:t>
            </a:r>
          </a:p>
          <a:p>
            <a:pPr lvl="1"/>
            <a:r>
              <a:rPr lang="zh-TW" altLang="en-US" dirty="0"/>
              <a:t>在電腦中使用內建模擬器</a:t>
            </a:r>
            <a:r>
              <a:rPr lang="en-US" altLang="zh-TW" dirty="0"/>
              <a:t>AI</a:t>
            </a:r>
            <a:r>
              <a:rPr lang="zh-TW" altLang="en-US" dirty="0"/>
              <a:t> </a:t>
            </a:r>
            <a:r>
              <a:rPr lang="en-US" altLang="zh-TW" dirty="0"/>
              <a:t>Starter</a:t>
            </a:r>
          </a:p>
          <a:p>
            <a:pPr lvl="1"/>
            <a:r>
              <a:rPr lang="zh-TW" altLang="en-US" dirty="0"/>
              <a:t>使用</a:t>
            </a:r>
            <a:r>
              <a:rPr lang="en-US" altLang="zh-TW" dirty="0"/>
              <a:t>USB</a:t>
            </a:r>
            <a:r>
              <a:rPr lang="zh-TW" altLang="en-US" dirty="0"/>
              <a:t>連線至</a:t>
            </a:r>
            <a:r>
              <a:rPr lang="en-US" altLang="zh-TW" dirty="0"/>
              <a:t>Android</a:t>
            </a:r>
            <a:r>
              <a:rPr lang="zh-TW" altLang="en-US" dirty="0"/>
              <a:t>手機</a:t>
            </a:r>
            <a:endParaRPr lang="en-US" altLang="zh-TW" dirty="0"/>
          </a:p>
          <a:p>
            <a:pPr marL="109728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15523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842FD-97AC-1583-73DA-B805007D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建置</a:t>
            </a:r>
            <a:r>
              <a:rPr lang="en-US" altLang="zh-TW" dirty="0"/>
              <a:t>:</a:t>
            </a:r>
            <a:r>
              <a:rPr lang="zh-TW" altLang="en-US" dirty="0"/>
              <a:t>產出</a:t>
            </a:r>
            <a:r>
              <a:rPr lang="en-US" altLang="zh-TW" dirty="0"/>
              <a:t>.</a:t>
            </a:r>
            <a:r>
              <a:rPr lang="en-US" altLang="zh-TW" dirty="0" err="1"/>
              <a:t>apk</a:t>
            </a:r>
            <a:r>
              <a:rPr lang="zh-TW" altLang="en-US" dirty="0"/>
              <a:t>檔案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B68D6EC-9445-E8E9-5D2A-8839524C1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4133"/>
            <a:ext cx="9144000" cy="3800403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09BAE92B-A5DF-07CA-8B31-0E1C907EFE57}"/>
              </a:ext>
            </a:extLst>
          </p:cNvPr>
          <p:cNvSpPr/>
          <p:nvPr/>
        </p:nvSpPr>
        <p:spPr>
          <a:xfrm>
            <a:off x="2051720" y="2748127"/>
            <a:ext cx="792088" cy="3928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00F461C-894D-0FB8-0A42-104635952A38}"/>
              </a:ext>
            </a:extLst>
          </p:cNvPr>
          <p:cNvSpPr/>
          <p:nvPr/>
        </p:nvSpPr>
        <p:spPr>
          <a:xfrm>
            <a:off x="2267744" y="3049210"/>
            <a:ext cx="1728192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73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7AFDA-A6A3-BE9E-E84B-96D60DC2F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</a:t>
            </a:r>
            <a:r>
              <a:rPr lang="en-US" altLang="zh-TW" dirty="0"/>
              <a:t>:</a:t>
            </a:r>
            <a:r>
              <a:rPr lang="zh-TW" altLang="en-US" dirty="0"/>
              <a:t>產出</a:t>
            </a:r>
            <a:r>
              <a:rPr lang="en-US" altLang="zh-TW" dirty="0"/>
              <a:t>.</a:t>
            </a:r>
            <a:r>
              <a:rPr lang="en-US" altLang="zh-TW" dirty="0" err="1"/>
              <a:t>apk</a:t>
            </a:r>
            <a:r>
              <a:rPr lang="zh-TW" altLang="en-US" dirty="0"/>
              <a:t>檔案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0BC6C2-C773-6AC5-2BCC-75EF0EC2F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3970784" cy="4325112"/>
          </a:xfrm>
        </p:spPr>
        <p:txBody>
          <a:bodyPr/>
          <a:lstStyle/>
          <a:p>
            <a:r>
              <a:rPr lang="zh-TW" altLang="en-US" dirty="0"/>
              <a:t>點選下載</a:t>
            </a:r>
            <a:endParaRPr lang="en-US" altLang="zh-TW" dirty="0"/>
          </a:p>
          <a:p>
            <a:r>
              <a:rPr lang="zh-TW" altLang="en-US" dirty="0"/>
              <a:t>安裝至</a:t>
            </a:r>
            <a:r>
              <a:rPr lang="en-US" altLang="zh-TW" dirty="0"/>
              <a:t>Android</a:t>
            </a:r>
            <a:r>
              <a:rPr lang="zh-TW" altLang="en-US" dirty="0"/>
              <a:t>手機或模擬器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CBE7ECE-7A92-806A-6C38-A454C3666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2535293"/>
            <a:ext cx="4372585" cy="3753374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23C54517-6544-FB01-56A7-87492B181C07}"/>
              </a:ext>
            </a:extLst>
          </p:cNvPr>
          <p:cNvSpPr/>
          <p:nvPr/>
        </p:nvSpPr>
        <p:spPr>
          <a:xfrm>
            <a:off x="5004048" y="3036159"/>
            <a:ext cx="1584176" cy="16169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6721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DE1D0-77CB-03A2-1C74-51F0E55C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</a:t>
            </a:r>
            <a:r>
              <a:rPr lang="en-US" altLang="zh-TW" dirty="0"/>
              <a:t>:</a:t>
            </a:r>
            <a:r>
              <a:rPr lang="zh-TW" altLang="en-US" dirty="0"/>
              <a:t>產出</a:t>
            </a:r>
            <a:r>
              <a:rPr lang="en-US" altLang="zh-TW" dirty="0"/>
              <a:t>.</a:t>
            </a:r>
            <a:r>
              <a:rPr lang="en-US" altLang="zh-TW" dirty="0" err="1"/>
              <a:t>apk</a:t>
            </a:r>
            <a:r>
              <a:rPr lang="zh-TW" altLang="en-US" dirty="0"/>
              <a:t>檔案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03B7A4-76AA-99EC-453E-16123275F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可使用自己的</a:t>
            </a:r>
            <a:r>
              <a:rPr lang="en-US" altLang="zh-TW" dirty="0"/>
              <a:t>Android</a:t>
            </a:r>
            <a:r>
              <a:rPr lang="zh-TW" altLang="en-US" dirty="0"/>
              <a:t>手機</a:t>
            </a:r>
            <a:endParaRPr lang="en-US" altLang="zh-TW" dirty="0"/>
          </a:p>
          <a:p>
            <a:pPr lvl="1"/>
            <a:r>
              <a:rPr lang="zh-TW" altLang="en-US" dirty="0"/>
              <a:t>要設法以</a:t>
            </a:r>
            <a:r>
              <a:rPr lang="en-US" altLang="zh-TW" dirty="0"/>
              <a:t>USB</a:t>
            </a:r>
            <a:r>
              <a:rPr lang="zh-TW" altLang="en-US" dirty="0"/>
              <a:t>線或是</a:t>
            </a:r>
            <a:r>
              <a:rPr lang="en-US" altLang="zh-TW" dirty="0"/>
              <a:t>Email</a:t>
            </a:r>
            <a:r>
              <a:rPr lang="zh-TW" altLang="en-US" dirty="0"/>
              <a:t>等方式傳輸</a:t>
            </a:r>
            <a:endParaRPr lang="en-US" altLang="zh-TW" dirty="0"/>
          </a:p>
          <a:p>
            <a:r>
              <a:rPr lang="zh-TW" altLang="en-US" dirty="0"/>
              <a:t>可使用</a:t>
            </a:r>
            <a:r>
              <a:rPr lang="en-US" altLang="zh-TW" dirty="0"/>
              <a:t>Android</a:t>
            </a:r>
            <a:r>
              <a:rPr lang="zh-TW" altLang="en-US" dirty="0"/>
              <a:t>模擬器</a:t>
            </a:r>
            <a:endParaRPr lang="en-US" altLang="zh-TW" dirty="0"/>
          </a:p>
          <a:p>
            <a:pPr lvl="1"/>
            <a:r>
              <a:rPr lang="zh-TW" altLang="en-US" dirty="0"/>
              <a:t>學校安裝的為 海馬玩模擬器</a:t>
            </a:r>
            <a:endParaRPr lang="en-US" altLang="zh-TW" dirty="0"/>
          </a:p>
          <a:p>
            <a:pPr lvl="1"/>
            <a:r>
              <a:rPr lang="zh-TW" altLang="en-US" dirty="0"/>
              <a:t>也可考慮下載</a:t>
            </a:r>
            <a:r>
              <a:rPr lang="en-US" altLang="zh-TW" dirty="0" err="1"/>
              <a:t>Bluestacks</a:t>
            </a:r>
            <a:r>
              <a:rPr lang="en-US" altLang="zh-TW" dirty="0"/>
              <a:t> </a:t>
            </a:r>
            <a:r>
              <a:rPr lang="zh-TW" altLang="en-US" dirty="0"/>
              <a:t>或 夜神模擬器</a:t>
            </a:r>
          </a:p>
        </p:txBody>
      </p:sp>
    </p:spTree>
    <p:extLst>
      <p:ext uri="{BB962C8B-B14F-4D97-AF65-F5344CB8AC3E}">
        <p14:creationId xmlns:p14="http://schemas.microsoft.com/office/powerpoint/2010/main" val="3364922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EA1BDF-FAA6-3516-3F0E-2AFE73E2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1: AI</a:t>
            </a:r>
            <a:r>
              <a:rPr lang="zh-TW" altLang="en-US" dirty="0"/>
              <a:t> </a:t>
            </a:r>
            <a:r>
              <a:rPr lang="en-US" altLang="zh-TW" dirty="0"/>
              <a:t>Companion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FE5DF4-4FDB-7E11-86CA-0E9F9A786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在手機或模擬器上安裝</a:t>
            </a:r>
            <a:r>
              <a:rPr lang="en-US" altLang="zh-TW" dirty="0"/>
              <a:t>AI</a:t>
            </a:r>
            <a:r>
              <a:rPr lang="zh-TW" altLang="en-US" dirty="0"/>
              <a:t> </a:t>
            </a:r>
            <a:r>
              <a:rPr lang="en-US" altLang="zh-TW" dirty="0"/>
              <a:t>Companion</a:t>
            </a:r>
          </a:p>
          <a:p>
            <a:pPr lvl="1"/>
            <a:r>
              <a:rPr lang="en-US" altLang="zh-TW" dirty="0"/>
              <a:t>iOS</a:t>
            </a:r>
            <a:r>
              <a:rPr lang="zh-TW" altLang="en-US" dirty="0"/>
              <a:t>唯一可用的方式</a:t>
            </a:r>
            <a:r>
              <a:rPr lang="en-US" altLang="zh-TW" dirty="0"/>
              <a:t>(</a:t>
            </a:r>
            <a:r>
              <a:rPr lang="zh-TW" altLang="en-US" dirty="0"/>
              <a:t>但仍不建議使用</a:t>
            </a:r>
            <a:r>
              <a:rPr lang="en-US" altLang="zh-TW" dirty="0"/>
              <a:t>iOS)</a:t>
            </a:r>
          </a:p>
          <a:p>
            <a:endParaRPr lang="en-US" altLang="zh-TW" dirty="0"/>
          </a:p>
          <a:p>
            <a:r>
              <a:rPr lang="en-US" altLang="zh-TW" dirty="0"/>
              <a:t>MIT</a:t>
            </a:r>
            <a:r>
              <a:rPr lang="zh-TW" altLang="en-US" dirty="0"/>
              <a:t> </a:t>
            </a:r>
            <a:r>
              <a:rPr lang="en-US" altLang="zh-TW" dirty="0"/>
              <a:t>AI2 Companion</a:t>
            </a:r>
            <a:r>
              <a:rPr lang="zh-TW" altLang="en-US" dirty="0"/>
              <a:t>安裝</a:t>
            </a:r>
            <a:endParaRPr lang="en-US" altLang="zh-TW" dirty="0"/>
          </a:p>
          <a:p>
            <a:pPr lvl="1"/>
            <a:r>
              <a:rPr lang="en-US" altLang="zh-TW" dirty="0">
                <a:hlinkClick r:id="rId2"/>
              </a:rPr>
              <a:t>Google Play</a:t>
            </a:r>
            <a:endParaRPr lang="en-US" altLang="zh-TW" dirty="0"/>
          </a:p>
          <a:p>
            <a:pPr lvl="1"/>
            <a:r>
              <a:rPr lang="en-US" altLang="zh-TW" dirty="0">
                <a:hlinkClick r:id="rId3"/>
              </a:rPr>
              <a:t>App Store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5214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EA1BDF-FAA6-3516-3F0E-2AFE73E2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1: AI</a:t>
            </a:r>
            <a:r>
              <a:rPr lang="zh-TW" altLang="en-US" dirty="0"/>
              <a:t> </a:t>
            </a:r>
            <a:r>
              <a:rPr lang="en-US" altLang="zh-TW" dirty="0"/>
              <a:t>Companion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FE5DF4-4FDB-7E11-86CA-0E9F9A786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在網頁上使用</a:t>
            </a:r>
            <a:r>
              <a:rPr lang="en-US" altLang="zh-TW" dirty="0"/>
              <a:t>Companion</a:t>
            </a:r>
            <a:r>
              <a:rPr lang="zh-TW" altLang="en-US" dirty="0"/>
              <a:t>方法測試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1994E83-0161-4152-8EEB-8ED714734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6500"/>
            <a:ext cx="9144000" cy="3610619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921BE4A6-A613-F275-6BFB-CB6EE0EBD199}"/>
              </a:ext>
            </a:extLst>
          </p:cNvPr>
          <p:cNvSpPr/>
          <p:nvPr/>
        </p:nvSpPr>
        <p:spPr>
          <a:xfrm>
            <a:off x="1907704" y="3036159"/>
            <a:ext cx="792088" cy="3928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A656AA9C-6E0F-3C57-4E1E-1B1833A86DBA}"/>
              </a:ext>
            </a:extLst>
          </p:cNvPr>
          <p:cNvSpPr/>
          <p:nvPr/>
        </p:nvSpPr>
        <p:spPr>
          <a:xfrm>
            <a:off x="1907704" y="3356992"/>
            <a:ext cx="1728192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023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B896CF-DD90-C475-56E3-C5E59B31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1: AI</a:t>
            </a:r>
            <a:r>
              <a:rPr lang="zh-TW" altLang="en-US" dirty="0"/>
              <a:t> </a:t>
            </a:r>
            <a:r>
              <a:rPr lang="en-US" altLang="zh-TW" dirty="0"/>
              <a:t>Companion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A5C6BB-1EE7-CA2E-955A-CE8182047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dirty="0"/>
              <a:t>打開後會顯示左畫面，手機打開</a:t>
            </a:r>
            <a:r>
              <a:rPr lang="en-US" altLang="zh-TW" sz="2400" dirty="0"/>
              <a:t>Companion</a:t>
            </a:r>
            <a:r>
              <a:rPr lang="zh-TW" altLang="en-US" sz="2400" dirty="0"/>
              <a:t>顯示右畫面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A1E4B49-0139-F53B-AE74-53FD132E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864139"/>
            <a:ext cx="3339734" cy="375002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93DBF99-D796-5DB7-7D55-0470850F33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1" b="41600"/>
          <a:stretch/>
        </p:blipFill>
        <p:spPr bwMode="auto">
          <a:xfrm>
            <a:off x="5302324" y="2864139"/>
            <a:ext cx="3086100" cy="367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979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B896CF-DD90-C475-56E3-C5E59B31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1: AI</a:t>
            </a:r>
            <a:r>
              <a:rPr lang="zh-TW" altLang="en-US" dirty="0"/>
              <a:t> </a:t>
            </a:r>
            <a:r>
              <a:rPr lang="en-US" altLang="zh-TW" dirty="0"/>
              <a:t>Companion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A5C6BB-1EE7-CA2E-955A-CE8182047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dirty="0"/>
              <a:t>藍色按鈕掃描</a:t>
            </a:r>
            <a:r>
              <a:rPr lang="en-US" altLang="zh-TW" sz="2400" dirty="0"/>
              <a:t>QR</a:t>
            </a:r>
            <a:r>
              <a:rPr lang="zh-TW" altLang="en-US" sz="2400" dirty="0"/>
              <a:t> </a:t>
            </a:r>
            <a:r>
              <a:rPr lang="en-US" altLang="zh-TW" sz="2400" dirty="0"/>
              <a:t>Code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A1E4B49-0139-F53B-AE74-53FD132E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864139"/>
            <a:ext cx="3339734" cy="375002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93DBF99-D796-5DB7-7D55-0470850F33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1" b="41600"/>
          <a:stretch/>
        </p:blipFill>
        <p:spPr bwMode="auto">
          <a:xfrm>
            <a:off x="5302324" y="2864139"/>
            <a:ext cx="3086100" cy="367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C1617682-0DAC-DA6F-6355-723A594B375D}"/>
              </a:ext>
            </a:extLst>
          </p:cNvPr>
          <p:cNvSpPr/>
          <p:nvPr/>
        </p:nvSpPr>
        <p:spPr>
          <a:xfrm>
            <a:off x="5583904" y="5013175"/>
            <a:ext cx="2516488" cy="5040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1B5363A-2571-CF19-A782-2AE519A000DE}"/>
              </a:ext>
            </a:extLst>
          </p:cNvPr>
          <p:cNvCxnSpPr>
            <a:stCxn id="4" idx="2"/>
          </p:cNvCxnSpPr>
          <p:nvPr/>
        </p:nvCxnSpPr>
        <p:spPr>
          <a:xfrm flipH="1" flipV="1">
            <a:off x="2411760" y="4941168"/>
            <a:ext cx="3172144" cy="324036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135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B896CF-DD90-C475-56E3-C5E59B31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1: AI</a:t>
            </a:r>
            <a:r>
              <a:rPr lang="zh-TW" altLang="en-US" dirty="0"/>
              <a:t> </a:t>
            </a:r>
            <a:r>
              <a:rPr lang="en-US" altLang="zh-TW" dirty="0"/>
              <a:t>Companion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A5C6BB-1EE7-CA2E-955A-CE8182047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b="1" dirty="0">
                <a:solidFill>
                  <a:srgbClr val="FF0000"/>
                </a:solidFill>
              </a:rPr>
              <a:t>或者是</a:t>
            </a:r>
            <a:r>
              <a:rPr lang="zh-TW" altLang="en-US" sz="2400" dirty="0"/>
              <a:t>輸入六字代碼並按橘色按鈕</a:t>
            </a:r>
            <a:endParaRPr lang="en-US" altLang="zh-TW" b="1" dirty="0">
              <a:solidFill>
                <a:srgbClr val="FF0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A1E4B49-0139-F53B-AE74-53FD132E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864139"/>
            <a:ext cx="3339734" cy="375002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93DBF99-D796-5DB7-7D55-0470850F33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1" b="41600"/>
          <a:stretch/>
        </p:blipFill>
        <p:spPr bwMode="auto">
          <a:xfrm>
            <a:off x="5302324" y="2864139"/>
            <a:ext cx="3086100" cy="367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2E27C603-8A9D-1BF0-C09D-8F7CD866B715}"/>
              </a:ext>
            </a:extLst>
          </p:cNvPr>
          <p:cNvSpPr/>
          <p:nvPr/>
        </p:nvSpPr>
        <p:spPr>
          <a:xfrm>
            <a:off x="5587130" y="4581128"/>
            <a:ext cx="2516488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B137710-7EBF-6AC9-F57B-935322AD8085}"/>
              </a:ext>
            </a:extLst>
          </p:cNvPr>
          <p:cNvCxnSpPr>
            <a:cxnSpLocks/>
          </p:cNvCxnSpPr>
          <p:nvPr/>
        </p:nvCxnSpPr>
        <p:spPr>
          <a:xfrm flipV="1">
            <a:off x="3556871" y="4293096"/>
            <a:ext cx="2455289" cy="936104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FD7C0865-0FC0-2500-5134-9D4BBBC8B74D}"/>
              </a:ext>
            </a:extLst>
          </p:cNvPr>
          <p:cNvCxnSpPr>
            <a:cxnSpLocks/>
          </p:cNvCxnSpPr>
          <p:nvPr/>
        </p:nvCxnSpPr>
        <p:spPr>
          <a:xfrm>
            <a:off x="7757531" y="4437112"/>
            <a:ext cx="0" cy="36004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60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AB48D2-AABF-E4D7-52CF-33EEFDEA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1: AI</a:t>
            </a:r>
            <a:r>
              <a:rPr lang="zh-TW" altLang="en-US" dirty="0"/>
              <a:t> </a:t>
            </a:r>
            <a:r>
              <a:rPr lang="en-US" altLang="zh-TW" dirty="0"/>
              <a:t>Companion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6E5100-CFDC-0CF5-D175-2F9A408B7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等待與運行</a:t>
            </a:r>
            <a:endParaRPr lang="en-US" altLang="zh-TW" dirty="0"/>
          </a:p>
          <a:p>
            <a:r>
              <a:rPr lang="zh-TW" altLang="en-US" dirty="0"/>
              <a:t>如果有問題或太久可按重置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EF1517-DE0D-D5E9-5F93-2F7E5FFE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5485"/>
            <a:ext cx="9144000" cy="3238675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ED87ADD3-CA2F-85DF-FFF0-85D8DBACFF64}"/>
              </a:ext>
            </a:extLst>
          </p:cNvPr>
          <p:cNvSpPr/>
          <p:nvPr/>
        </p:nvSpPr>
        <p:spPr>
          <a:xfrm>
            <a:off x="1835696" y="3354582"/>
            <a:ext cx="792088" cy="3928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DDD32F35-C882-ACAD-429C-83900B4021C8}"/>
              </a:ext>
            </a:extLst>
          </p:cNvPr>
          <p:cNvSpPr/>
          <p:nvPr/>
        </p:nvSpPr>
        <p:spPr>
          <a:xfrm>
            <a:off x="1835696" y="5013176"/>
            <a:ext cx="1584176" cy="7018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77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BEAEC9-BB71-8FAE-766C-FD964C63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2: </a:t>
            </a:r>
            <a:r>
              <a:rPr lang="zh-TW" altLang="en-US" dirty="0"/>
              <a:t>使用</a:t>
            </a:r>
            <a:r>
              <a:rPr lang="en-US" altLang="zh-TW" dirty="0" err="1"/>
              <a:t>AiStarter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E9C220-A120-3704-6746-1635084A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在電腦中安裝</a:t>
            </a:r>
            <a:r>
              <a:rPr lang="en-US" altLang="zh-TW" dirty="0" err="1"/>
              <a:t>AiStarter</a:t>
            </a:r>
            <a:endParaRPr lang="en-US" altLang="zh-TW" dirty="0"/>
          </a:p>
          <a:p>
            <a:r>
              <a:rPr lang="zh-TW" altLang="en-US" dirty="0"/>
              <a:t>模擬器 </a:t>
            </a:r>
            <a:r>
              <a:rPr lang="en-US" altLang="zh-TW" dirty="0" err="1"/>
              <a:t>AiStarter</a:t>
            </a:r>
            <a:r>
              <a:rPr lang="zh-TW" altLang="en-US" dirty="0"/>
              <a:t>安裝連結</a:t>
            </a:r>
            <a:endParaRPr lang="en-US" altLang="zh-TW" dirty="0"/>
          </a:p>
          <a:p>
            <a:pPr lvl="1"/>
            <a:r>
              <a:rPr lang="en-US" altLang="zh-TW" dirty="0">
                <a:hlinkClick r:id="rId2"/>
              </a:rPr>
              <a:t>https://appinventor.mit.edu/explore/ai2/setup-emulator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如果你的</a:t>
            </a:r>
            <a:r>
              <a:rPr lang="en-US" altLang="zh-TW" dirty="0"/>
              <a:t>CPU</a:t>
            </a:r>
            <a:r>
              <a:rPr lang="zh-TW" altLang="en-US" dirty="0"/>
              <a:t>是</a:t>
            </a:r>
            <a:r>
              <a:rPr lang="en-US" altLang="zh-TW" dirty="0"/>
              <a:t>AMD</a:t>
            </a:r>
            <a:r>
              <a:rPr lang="zh-TW" altLang="en-US" dirty="0"/>
              <a:t>的，會有較麻煩的步驟。</a:t>
            </a:r>
            <a:endParaRPr lang="en-US" altLang="zh-TW" dirty="0"/>
          </a:p>
          <a:p>
            <a:pPr lvl="1"/>
            <a:r>
              <a:rPr lang="en-US" altLang="zh-TW" dirty="0"/>
              <a:t>AMD</a:t>
            </a:r>
            <a:r>
              <a:rPr lang="zh-TW" altLang="en-US" dirty="0"/>
              <a:t>電腦通常是</a:t>
            </a:r>
            <a:r>
              <a:rPr lang="en-US" altLang="zh-TW" dirty="0"/>
              <a:t>AMD</a:t>
            </a:r>
            <a:r>
              <a:rPr lang="zh-TW" altLang="en-US" dirty="0"/>
              <a:t> </a:t>
            </a:r>
            <a:r>
              <a:rPr lang="en-US" altLang="zh-TW" dirty="0"/>
              <a:t>R5/R7</a:t>
            </a:r>
            <a:r>
              <a:rPr lang="zh-TW" altLang="en-US" dirty="0"/>
              <a:t>之類的名稱</a:t>
            </a:r>
            <a:endParaRPr lang="en-US" altLang="zh-TW" dirty="0"/>
          </a:p>
          <a:p>
            <a:pPr lvl="1"/>
            <a:r>
              <a:rPr lang="en-US" altLang="zh-TW" dirty="0"/>
              <a:t>intel</a:t>
            </a:r>
            <a:r>
              <a:rPr lang="zh-TW" altLang="en-US" dirty="0"/>
              <a:t>為</a:t>
            </a:r>
            <a:r>
              <a:rPr lang="en-US" altLang="zh-TW" dirty="0"/>
              <a:t>Intel i5/i7/i9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7088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934119-ECAB-E3F4-E3DE-FE81C970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2: </a:t>
            </a:r>
            <a:r>
              <a:rPr lang="zh-TW" altLang="en-US" dirty="0"/>
              <a:t>使用</a:t>
            </a:r>
            <a:r>
              <a:rPr lang="en-US" altLang="zh-TW" dirty="0" err="1"/>
              <a:t>AiStarter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425987-39D5-9B93-0A39-EA6851A8E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開啟</a:t>
            </a:r>
            <a:r>
              <a:rPr lang="en-US" altLang="zh-TW" dirty="0" err="1"/>
              <a:t>AiStarter</a:t>
            </a:r>
            <a:r>
              <a:rPr lang="zh-TW" altLang="en-US" dirty="0"/>
              <a:t>，運行出右側畫面即可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C3F75CF-7AB5-A74B-4A13-8C389C60E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573663"/>
            <a:ext cx="936104" cy="112845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21EF2ED-7E44-FA21-B43D-36CD189D6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2996952"/>
            <a:ext cx="6598117" cy="371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F7A0A6-FAE1-BEFA-E528-CC57A65D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2: </a:t>
            </a:r>
            <a:r>
              <a:rPr lang="zh-TW" altLang="en-US" dirty="0"/>
              <a:t>使用</a:t>
            </a:r>
            <a:r>
              <a:rPr lang="en-US" altLang="zh-TW" dirty="0" err="1"/>
              <a:t>AiStarter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075F6B-0666-C4EC-87FB-46F090BE9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點選連線</a:t>
            </a:r>
            <a:r>
              <a:rPr lang="en-US" altLang="zh-TW" dirty="0"/>
              <a:t>&gt;</a:t>
            </a:r>
            <a:r>
              <a:rPr lang="zh-TW" altLang="en-US" dirty="0"/>
              <a:t>模擬器，並等待，應該可以在新開啟之模擬器看到結果。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8F2723F-0C84-61EE-5D1C-2D26F64BF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5485"/>
            <a:ext cx="9144000" cy="3238675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AB164385-DCEA-DD84-E631-657BC0D7BF3B}"/>
              </a:ext>
            </a:extLst>
          </p:cNvPr>
          <p:cNvSpPr/>
          <p:nvPr/>
        </p:nvSpPr>
        <p:spPr>
          <a:xfrm>
            <a:off x="1835696" y="3354582"/>
            <a:ext cx="792088" cy="3928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EE647DAC-EA6F-85C1-800A-99C9588A12C0}"/>
              </a:ext>
            </a:extLst>
          </p:cNvPr>
          <p:cNvSpPr/>
          <p:nvPr/>
        </p:nvSpPr>
        <p:spPr>
          <a:xfrm>
            <a:off x="1763688" y="4077072"/>
            <a:ext cx="1584176" cy="3928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332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AB48D2-AABF-E4D7-52CF-33EEFDEA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2: </a:t>
            </a:r>
            <a:r>
              <a:rPr lang="zh-TW" altLang="en-US" dirty="0"/>
              <a:t>使用</a:t>
            </a:r>
            <a:r>
              <a:rPr lang="en-US" altLang="zh-TW" dirty="0" err="1"/>
              <a:t>AiStarter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6E5100-CFDC-0CF5-D175-2F9A408B7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此運行方式較容易失敗，可考慮其他方式</a:t>
            </a:r>
            <a:endParaRPr lang="en-US" altLang="zh-TW" dirty="0"/>
          </a:p>
          <a:p>
            <a:r>
              <a:rPr lang="zh-TW" altLang="en-US" dirty="0"/>
              <a:t>如果有問題或太久可按重置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EF1517-DE0D-D5E9-5F93-2F7E5FFE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5485"/>
            <a:ext cx="9144000" cy="3238675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ED87ADD3-CA2F-85DF-FFF0-85D8DBACFF64}"/>
              </a:ext>
            </a:extLst>
          </p:cNvPr>
          <p:cNvSpPr/>
          <p:nvPr/>
        </p:nvSpPr>
        <p:spPr>
          <a:xfrm>
            <a:off x="1835696" y="3354582"/>
            <a:ext cx="792088" cy="3928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DDD32F35-C882-ACAD-429C-83900B4021C8}"/>
              </a:ext>
            </a:extLst>
          </p:cNvPr>
          <p:cNvSpPr/>
          <p:nvPr/>
        </p:nvSpPr>
        <p:spPr>
          <a:xfrm>
            <a:off x="1835696" y="5013176"/>
            <a:ext cx="1584176" cy="7018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754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D6EFCE-22CC-EF04-094E-43B4066B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3: USB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8E38BA-587E-F54D-B2D5-ABD8FD802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先有一台</a:t>
            </a:r>
            <a:r>
              <a:rPr lang="en-US" altLang="zh-TW" dirty="0"/>
              <a:t>Android</a:t>
            </a:r>
            <a:r>
              <a:rPr lang="zh-TW" altLang="en-US" dirty="0"/>
              <a:t>手機並使用</a:t>
            </a:r>
            <a:r>
              <a:rPr lang="en-US" altLang="zh-TW" dirty="0"/>
              <a:t>USB</a:t>
            </a:r>
            <a:r>
              <a:rPr lang="zh-TW" altLang="en-US" dirty="0"/>
              <a:t>線連接電腦</a:t>
            </a:r>
            <a:endParaRPr lang="en-US" altLang="zh-TW" dirty="0"/>
          </a:p>
          <a:p>
            <a:pPr lvl="1"/>
            <a:r>
              <a:rPr lang="zh-TW" altLang="en-US" dirty="0"/>
              <a:t>該</a:t>
            </a:r>
            <a:r>
              <a:rPr lang="en-US" altLang="zh-TW" dirty="0"/>
              <a:t>USB</a:t>
            </a:r>
            <a:r>
              <a:rPr lang="zh-TW" altLang="en-US" dirty="0"/>
              <a:t>線必須有傳輸功能</a:t>
            </a:r>
            <a:r>
              <a:rPr lang="en-US" altLang="zh-TW" dirty="0"/>
              <a:t>(</a:t>
            </a:r>
            <a:r>
              <a:rPr lang="zh-TW" altLang="en-US" dirty="0"/>
              <a:t>不能僅為充電線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325D55C-E4D1-0DDC-D5DB-DBC57D497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5485"/>
            <a:ext cx="9144000" cy="3238675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2DA47F68-7C60-F184-6E03-FD77AAE541B4}"/>
              </a:ext>
            </a:extLst>
          </p:cNvPr>
          <p:cNvSpPr/>
          <p:nvPr/>
        </p:nvSpPr>
        <p:spPr>
          <a:xfrm>
            <a:off x="1835696" y="3354582"/>
            <a:ext cx="792088" cy="3928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C3AB9444-9318-E4AB-2AB4-7AAD49612C0B}"/>
              </a:ext>
            </a:extLst>
          </p:cNvPr>
          <p:cNvSpPr/>
          <p:nvPr/>
        </p:nvSpPr>
        <p:spPr>
          <a:xfrm>
            <a:off x="1763688" y="4365104"/>
            <a:ext cx="1368152" cy="3928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949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A46FD3-ADA6-5CFE-48C5-53D734E31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</a:t>
            </a:r>
            <a:r>
              <a:rPr lang="en-US" altLang="zh-TW" dirty="0"/>
              <a:t>3: USB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C1B221-E5E5-5ACE-41B4-6CCEFB1B8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通常等待後即可在手機上運行</a:t>
            </a:r>
            <a:endParaRPr lang="en-US" altLang="zh-TW" dirty="0"/>
          </a:p>
          <a:p>
            <a:r>
              <a:rPr lang="zh-TW" altLang="en-US" dirty="0"/>
              <a:t>若無法運行</a:t>
            </a:r>
            <a:endParaRPr lang="en-US" altLang="zh-TW" dirty="0"/>
          </a:p>
          <a:p>
            <a:pPr lvl="1"/>
            <a:r>
              <a:rPr lang="zh-TW" altLang="en-US" dirty="0"/>
              <a:t>可能須在手機上開啟</a:t>
            </a:r>
            <a:r>
              <a:rPr lang="en-US" altLang="zh-TW" dirty="0"/>
              <a:t>USB</a:t>
            </a:r>
            <a:r>
              <a:rPr lang="zh-TW" altLang="en-US" dirty="0"/>
              <a:t>偵錯 或 電腦開始連線時須允許</a:t>
            </a:r>
            <a:r>
              <a:rPr lang="en-US" altLang="zh-TW" dirty="0"/>
              <a:t>USB</a:t>
            </a:r>
            <a:r>
              <a:rPr lang="zh-TW" altLang="en-US" dirty="0"/>
              <a:t>相關設定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083516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273</TotalTime>
  <Words>453</Words>
  <Application>Microsoft Office PowerPoint</Application>
  <PresentationFormat>如螢幕大小 (4:3)</PresentationFormat>
  <Paragraphs>62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1" baseType="lpstr">
      <vt:lpstr>Arial</vt:lpstr>
      <vt:lpstr>Georgia</vt:lpstr>
      <vt:lpstr>Wingdings 2</vt:lpstr>
      <vt:lpstr>都會</vt:lpstr>
      <vt:lpstr>Lesson 2 AI2運行與測試</vt:lpstr>
      <vt:lpstr>運行與測試</vt:lpstr>
      <vt:lpstr>建置:產出.apk檔案</vt:lpstr>
      <vt:lpstr>建置:產出.apk檔案</vt:lpstr>
      <vt:lpstr>建置:產出.apk檔案</vt:lpstr>
      <vt:lpstr>測試1: AI Companion</vt:lpstr>
      <vt:lpstr>測試1: AI Companion</vt:lpstr>
      <vt:lpstr>測試1: AI Companion</vt:lpstr>
      <vt:lpstr>測試1: AI Companion</vt:lpstr>
      <vt:lpstr>測試1: AI Companion</vt:lpstr>
      <vt:lpstr>測試1: AI Companion</vt:lpstr>
      <vt:lpstr>測試2: 使用AiStarter</vt:lpstr>
      <vt:lpstr>測試2: 使用AiStarter</vt:lpstr>
      <vt:lpstr>測試2: 使用AiStarter</vt:lpstr>
      <vt:lpstr>測試2: 使用AiStarter</vt:lpstr>
      <vt:lpstr>測試3: USB</vt:lpstr>
      <vt:lpstr>測試3: USB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59</cp:revision>
  <dcterms:created xsi:type="dcterms:W3CDTF">2024-11-18T05:57:07Z</dcterms:created>
  <dcterms:modified xsi:type="dcterms:W3CDTF">2025-02-24T06:13:50Z</dcterms:modified>
</cp:coreProperties>
</file>