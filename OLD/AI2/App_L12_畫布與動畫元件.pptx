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6" r:id="rId11"/>
    <p:sldId id="262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12</a:t>
            </a:r>
            <a:br>
              <a:rPr lang="en-US" altLang="zh-TW" dirty="0"/>
            </a:br>
            <a:r>
              <a:rPr lang="zh-TW" altLang="en-US" dirty="0"/>
              <a:t>畫布與動畫元件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62DE7-73E4-734A-81E8-F1D4EF3C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繪圖動畫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55307E-9AA1-18FF-B821-8BFA161A4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266928" cy="4325112"/>
          </a:xfrm>
        </p:spPr>
        <p:txBody>
          <a:bodyPr/>
          <a:lstStyle/>
          <a:p>
            <a:r>
              <a:rPr lang="zh-TW" altLang="en-US" dirty="0"/>
              <a:t>這個功能可以讓你繪圖、製作動畫、甚至遊戲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我們必須先新增一個畫布，你可以想像這是小畫家的</a:t>
            </a:r>
            <a:r>
              <a:rPr lang="en-US" altLang="zh-TW" dirty="0"/>
              <a:t>”</a:t>
            </a:r>
            <a:r>
              <a:rPr lang="zh-TW" altLang="en-US" dirty="0"/>
              <a:t>畫布</a:t>
            </a:r>
            <a:r>
              <a:rPr lang="en-US" altLang="zh-TW" dirty="0"/>
              <a:t>”</a:t>
            </a:r>
          </a:p>
          <a:p>
            <a:pPr lvl="1"/>
            <a:r>
              <a:rPr lang="zh-TW" altLang="en-US" dirty="0"/>
              <a:t>相關物件必須在畫布內運作</a:t>
            </a:r>
            <a:endParaRPr lang="en-US" altLang="zh-TW" dirty="0"/>
          </a:p>
          <a:p>
            <a:pPr lvl="1"/>
            <a:r>
              <a:rPr lang="zh-TW" altLang="en-US" dirty="0"/>
              <a:t>調整大小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1CD954E-F42B-1157-F4E5-B6D6651EC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840865"/>
            <a:ext cx="2518371" cy="167106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9DEFF16-6890-A692-59DE-A7976622C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2390405"/>
            <a:ext cx="2518371" cy="438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900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45F27C-378F-CA6B-0A2E-35A19B007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位置座標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C8AC3B-332B-F1B0-FB14-B85BE0B4D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左上角為</a:t>
            </a:r>
            <a:r>
              <a:rPr lang="en-US" altLang="zh-TW" dirty="0"/>
              <a:t>(</a:t>
            </a:r>
            <a:r>
              <a:rPr lang="en-US" altLang="zh-TW" dirty="0" err="1"/>
              <a:t>x,y</a:t>
            </a:r>
            <a:r>
              <a:rPr lang="en-US" altLang="zh-TW" dirty="0"/>
              <a:t>) = (0,0)</a:t>
            </a:r>
          </a:p>
          <a:p>
            <a:pPr lvl="1"/>
            <a:r>
              <a:rPr lang="zh-TW" altLang="en-US" dirty="0"/>
              <a:t>往右、往下為正值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4D275C0-B58E-ACC2-1EB1-22FD4729C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2132856"/>
            <a:ext cx="2518371" cy="438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22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14FBD5-C179-78D2-7B47-852AD3928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位置 與 繪圖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D00BE5-C365-9248-A5A0-3FFC70BF9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思考：為什麼都是點？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F16E094-9F92-14BD-D045-077DBCDEA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4411980"/>
            <a:ext cx="8652671" cy="191503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8C45814-F28E-BEF3-FE2F-176FBE4DF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764797"/>
            <a:ext cx="2952328" cy="367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695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14FBD5-C179-78D2-7B47-852AD3928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位置 與 繪圖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D00BE5-C365-9248-A5A0-3FFC70BF9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這樣對了</a:t>
            </a:r>
            <a:r>
              <a:rPr lang="en-US" altLang="zh-TW" dirty="0"/>
              <a:t>!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7FCBC18-21C9-91DD-3C89-B8304B23C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648201"/>
            <a:ext cx="7173326" cy="203863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5D56706-6416-0B6E-8C5A-8F27CF854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639390"/>
            <a:ext cx="3240360" cy="401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89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BEF247-1293-694A-5A5E-00FAF9F7B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更多功能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063E92-8A04-EBF3-F817-FBE525196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繪製</a:t>
            </a:r>
            <a:endParaRPr lang="en-US" altLang="zh-TW" dirty="0"/>
          </a:p>
          <a:p>
            <a:pPr lvl="1"/>
            <a:r>
              <a:rPr lang="zh-TW" altLang="en-US" dirty="0"/>
              <a:t>圓</a:t>
            </a:r>
            <a:endParaRPr lang="en-US" altLang="zh-TW" dirty="0"/>
          </a:p>
          <a:p>
            <a:pPr lvl="1"/>
            <a:r>
              <a:rPr lang="zh-TW" altLang="en-US" dirty="0"/>
              <a:t>多邊形</a:t>
            </a:r>
            <a:endParaRPr lang="en-US" altLang="zh-TW" dirty="0"/>
          </a:p>
          <a:p>
            <a:pPr lvl="1"/>
            <a:r>
              <a:rPr lang="zh-TW" altLang="en-US" dirty="0"/>
              <a:t>繪製文字</a:t>
            </a:r>
            <a:endParaRPr lang="en-US" altLang="zh-TW" dirty="0"/>
          </a:p>
          <a:p>
            <a:r>
              <a:rPr lang="zh-TW" altLang="en-US" dirty="0"/>
              <a:t>改變畫筆顏色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清除畫布</a:t>
            </a:r>
          </a:p>
        </p:txBody>
      </p:sp>
    </p:spTree>
    <p:extLst>
      <p:ext uri="{BB962C8B-B14F-4D97-AF65-F5344CB8AC3E}">
        <p14:creationId xmlns:p14="http://schemas.microsoft.com/office/powerpoint/2010/main" val="3712214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CC0F7F-3664-5CCB-0AF1-A055F3D6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動畫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FF1E6D-D296-9E9C-D63D-F2080D296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什麼是動畫？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對電腦來說，動畫</a:t>
            </a:r>
            <a:r>
              <a:rPr lang="en-US" altLang="zh-TW" dirty="0"/>
              <a:t>(</a:t>
            </a:r>
            <a:r>
              <a:rPr lang="zh-TW" altLang="en-US" dirty="0"/>
              <a:t>或影片</a:t>
            </a:r>
            <a:r>
              <a:rPr lang="en-US" altLang="zh-TW" dirty="0"/>
              <a:t>)</a:t>
            </a:r>
            <a:r>
              <a:rPr lang="zh-TW" altLang="en-US" dirty="0"/>
              <a:t>是數張畫面</a:t>
            </a:r>
            <a:r>
              <a:rPr lang="en-US" altLang="zh-TW" dirty="0"/>
              <a:t>(</a:t>
            </a:r>
            <a:r>
              <a:rPr lang="zh-TW" altLang="en-US" dirty="0"/>
              <a:t>圖片</a:t>
            </a:r>
            <a:r>
              <a:rPr lang="en-US" altLang="zh-TW" dirty="0"/>
              <a:t>)</a:t>
            </a:r>
            <a:r>
              <a:rPr lang="zh-TW" altLang="en-US" dirty="0"/>
              <a:t>，連續播放形成</a:t>
            </a:r>
            <a:endParaRPr lang="en-US" altLang="zh-TW" dirty="0"/>
          </a:p>
          <a:p>
            <a:pPr lvl="1"/>
            <a:r>
              <a:rPr lang="zh-TW" altLang="en-US" dirty="0"/>
              <a:t>每個畫面稱為一個</a:t>
            </a:r>
            <a:r>
              <a:rPr lang="en-US" altLang="zh-TW" dirty="0"/>
              <a:t>frame</a:t>
            </a:r>
          </a:p>
          <a:p>
            <a:pPr lvl="1"/>
            <a:r>
              <a:rPr lang="zh-TW" altLang="en-US" dirty="0"/>
              <a:t>每秒能運行的</a:t>
            </a:r>
            <a:r>
              <a:rPr lang="en-US" altLang="zh-TW" dirty="0"/>
              <a:t>frame</a:t>
            </a:r>
            <a:r>
              <a:rPr lang="zh-TW" altLang="en-US" dirty="0"/>
              <a:t> 即為</a:t>
            </a:r>
            <a:r>
              <a:rPr lang="en-US" altLang="zh-TW" dirty="0"/>
              <a:t>FPS</a:t>
            </a:r>
          </a:p>
          <a:p>
            <a:pPr lvl="1"/>
            <a:r>
              <a:rPr lang="zh-TW" altLang="en-US" dirty="0"/>
              <a:t>如果接受玩家的指令互動，並且有樂趣就會形成遊戲</a:t>
            </a:r>
          </a:p>
        </p:txBody>
      </p:sp>
    </p:spTree>
    <p:extLst>
      <p:ext uri="{BB962C8B-B14F-4D97-AF65-F5344CB8AC3E}">
        <p14:creationId xmlns:p14="http://schemas.microsoft.com/office/powerpoint/2010/main" val="3083950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2F38E8-E7BF-AD53-B449-AC3A877D3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精靈 </a:t>
            </a:r>
            <a:r>
              <a:rPr lang="en-US" altLang="zh-TW" dirty="0"/>
              <a:t>(Sprite)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E79B1E-0622-3C24-4460-477CC7ADE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2D</a:t>
            </a:r>
            <a:r>
              <a:rPr lang="zh-TW" altLang="en-US" dirty="0"/>
              <a:t>遊戲中，常用數張圖片拼合成一個圖，顯示時只使用其中一張圖片，稱為</a:t>
            </a:r>
            <a:r>
              <a:rPr lang="en-US" altLang="zh-TW" dirty="0"/>
              <a:t>sprite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單張在畫布中的圖片，即使只使用一張子圖，仍常常稱為</a:t>
            </a:r>
            <a:r>
              <a:rPr lang="en-US" altLang="zh-TW" dirty="0"/>
              <a:t>sprite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連續切換圖片也會形成一種動畫效果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5550A8C-B0CA-B0BB-B74F-4DF70DAF0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4941168"/>
            <a:ext cx="4182059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15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57C6D5-F742-C74D-32D7-0957C55D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Sprite</a:t>
            </a:r>
            <a:r>
              <a:rPr lang="zh-TW" altLang="en-US" dirty="0"/>
              <a:t>移動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1EA42B-3FB5-E7DD-5B8E-0A07FD512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速度 </a:t>
            </a:r>
            <a:r>
              <a:rPr lang="en-US" altLang="zh-TW" dirty="0"/>
              <a:t>(</a:t>
            </a:r>
            <a:r>
              <a:rPr lang="zh-TW" altLang="en-US" dirty="0"/>
              <a:t>移動距離，單位：像素</a:t>
            </a:r>
            <a:endParaRPr lang="en-US" altLang="zh-TW" dirty="0"/>
          </a:p>
          <a:p>
            <a:r>
              <a:rPr lang="zh-TW" altLang="en-US" dirty="0"/>
              <a:t>間隔 </a:t>
            </a:r>
            <a:r>
              <a:rPr lang="en-US" altLang="zh-TW" dirty="0"/>
              <a:t>(</a:t>
            </a:r>
            <a:r>
              <a:rPr lang="zh-TW" altLang="en-US" dirty="0"/>
              <a:t>單位：</a:t>
            </a:r>
            <a:r>
              <a:rPr lang="en-US" altLang="zh-TW" dirty="0"/>
              <a:t>1/1000</a:t>
            </a:r>
            <a:r>
              <a:rPr lang="zh-TW" altLang="en-US" dirty="0"/>
              <a:t>秒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指向 </a:t>
            </a:r>
            <a:r>
              <a:rPr lang="en-US" altLang="zh-TW" dirty="0"/>
              <a:t>(</a:t>
            </a:r>
            <a:r>
              <a:rPr lang="zh-TW" altLang="en-US" dirty="0"/>
              <a:t>移動方向，單位：角度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DCA7578-5112-92ED-EDF4-82B792B02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3701424"/>
            <a:ext cx="5976664" cy="315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59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5FD11C-A307-ED42-3047-FE8CD66E7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計時器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858602-7B03-A68C-0A88-0E2EB36CC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為了完成一個</a:t>
            </a:r>
            <a:r>
              <a:rPr lang="en-US" altLang="zh-TW" dirty="0"/>
              <a:t>frame</a:t>
            </a:r>
            <a:r>
              <a:rPr lang="zh-TW" altLang="en-US" dirty="0"/>
              <a:t>，我們必須使用計時器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4627AEA-2529-8AA7-6A88-59B6505EC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67" y="3645024"/>
            <a:ext cx="2816033" cy="240593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B3C7A1-9C82-317E-1D96-91DE7DAD1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567" y="5366376"/>
            <a:ext cx="4563112" cy="97168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446DE48-AE3C-FF5A-E88D-5DF317297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2917519"/>
            <a:ext cx="1952898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24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C3C715-28E4-1197-876C-3285AB30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Sprite</a:t>
            </a:r>
            <a:r>
              <a:rPr lang="zh-TW" altLang="en-US" dirty="0"/>
              <a:t>切換動畫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261B69-6008-9D3F-3428-CD95C10E7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6D9E674-2FFE-6425-9C45-F0203D4D1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284984"/>
            <a:ext cx="7784320" cy="301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40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424</TotalTime>
  <Words>249</Words>
  <Application>Microsoft Office PowerPoint</Application>
  <PresentationFormat>如螢幕大小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Arial</vt:lpstr>
      <vt:lpstr>Georgia</vt:lpstr>
      <vt:lpstr>Wingdings 2</vt:lpstr>
      <vt:lpstr>都會</vt:lpstr>
      <vt:lpstr>Lesson 12 畫布與動畫元件</vt:lpstr>
      <vt:lpstr>繪圖動畫</vt:lpstr>
      <vt:lpstr>位置座標</vt:lpstr>
      <vt:lpstr>位置 與 繪圖</vt:lpstr>
      <vt:lpstr>位置 與 繪圖</vt:lpstr>
      <vt:lpstr>更多功能</vt:lpstr>
      <vt:lpstr>動畫</vt:lpstr>
      <vt:lpstr>精靈 (Sprite)</vt:lpstr>
      <vt:lpstr>Sprite移動</vt:lpstr>
      <vt:lpstr>計時器</vt:lpstr>
      <vt:lpstr>Sprite切換動畫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75</cp:revision>
  <dcterms:created xsi:type="dcterms:W3CDTF">2024-11-18T05:57:07Z</dcterms:created>
  <dcterms:modified xsi:type="dcterms:W3CDTF">2025-04-10T03:47:04Z</dcterms:modified>
</cp:coreProperties>
</file>