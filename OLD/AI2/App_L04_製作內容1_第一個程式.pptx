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1" r:id="rId3"/>
    <p:sldId id="258" r:id="rId4"/>
    <p:sldId id="266" r:id="rId5"/>
    <p:sldId id="267" r:id="rId6"/>
    <p:sldId id="268" r:id="rId7"/>
    <p:sldId id="263" r:id="rId8"/>
    <p:sldId id="269" r:id="rId9"/>
    <p:sldId id="265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asutoya.com/" TargetMode="External"/><Relationship Id="rId2" Type="http://schemas.openxmlformats.org/officeDocument/2006/relationships/hyperlink" Target="https://www.iconfinder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4</a:t>
            </a:r>
            <a:br>
              <a:rPr lang="en-US" altLang="zh-TW" dirty="0"/>
            </a:br>
            <a:r>
              <a:rPr lang="zh-TW" altLang="en-US" dirty="0"/>
              <a:t>第一個程式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1DEA55-2479-0B12-F571-ACFF6823D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免費素材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563150-EAE3-F59A-45CE-12CB8311B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https://www.iconfinder.com/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hlinkClick r:id="rId3"/>
              </a:rPr>
              <a:t>https://www.irasutoya.com/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27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Hello World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製作內容：</a:t>
            </a:r>
            <a:r>
              <a:rPr lang="en-US" altLang="zh-TW" dirty="0"/>
              <a:t>Hello World!</a:t>
            </a:r>
          </a:p>
          <a:p>
            <a:endParaRPr lang="en-US" altLang="zh-TW" dirty="0"/>
          </a:p>
          <a:p>
            <a:r>
              <a:rPr lang="zh-TW" altLang="en-US" dirty="0"/>
              <a:t>介面：標籤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方法</a:t>
            </a:r>
            <a:r>
              <a:rPr lang="en-US" altLang="zh-TW" dirty="0"/>
              <a:t>1</a:t>
            </a:r>
            <a:r>
              <a:rPr lang="zh-TW" altLang="en-US" dirty="0"/>
              <a:t>：直接修改標籤文字</a:t>
            </a:r>
            <a:endParaRPr lang="en-US" altLang="zh-TW" dirty="0"/>
          </a:p>
          <a:p>
            <a:r>
              <a:rPr lang="zh-TW" altLang="en-US" dirty="0"/>
              <a:t>程式方法</a:t>
            </a:r>
            <a:r>
              <a:rPr lang="en-US" altLang="zh-TW" dirty="0"/>
              <a:t>2</a:t>
            </a:r>
            <a:r>
              <a:rPr lang="zh-TW" altLang="en-US" dirty="0"/>
              <a:t>：使用頁面初始事件來改變文字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4305F51-DBB8-AF23-3002-727C1EE61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880" y="5085184"/>
            <a:ext cx="5049794" cy="16543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00898F-E03A-2E24-BDAC-1E30577FA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E45AF0-BCBA-D25D-2A2E-0913056D8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39B46C9-8ECE-A9AC-437B-3E48E6B15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587" y="1052736"/>
            <a:ext cx="9144000" cy="518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53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0C18D7-033F-256C-5DCC-09DEF91A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Hello World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3E0738-851F-2B74-CBE3-09CDBEC0A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直接修改標籤文字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708ACD5-50CB-97FB-8F96-F2AC8683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0"/>
            <a:ext cx="1781864" cy="6858000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EF744FF9-0CD6-77EA-4D2B-92E46ACA4BC3}"/>
              </a:ext>
            </a:extLst>
          </p:cNvPr>
          <p:cNvSpPr/>
          <p:nvPr/>
        </p:nvSpPr>
        <p:spPr>
          <a:xfrm>
            <a:off x="5724128" y="4869160"/>
            <a:ext cx="2592288" cy="792088"/>
          </a:xfrm>
          <a:prstGeom prst="ellips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858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3E6E97-1846-AA95-67DC-5EF780E16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Hello World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246D91-4D8A-D931-D992-661D2B7B2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使用頁面初始事件來改變文字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1E52E93-001F-E2AB-0722-16CE91A89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487" y="3573016"/>
            <a:ext cx="6808147" cy="223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442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E0D736-CBC3-95AA-3266-A3F755C9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Hello World 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F27164-5F5B-21E9-7AB1-31E3661C6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製作內容：讓使用者輸入名字，並在原先的</a:t>
            </a:r>
            <a:r>
              <a:rPr lang="en-US" altLang="zh-TW" dirty="0"/>
              <a:t>Hello World</a:t>
            </a:r>
            <a:r>
              <a:rPr lang="zh-TW" altLang="en-US" dirty="0"/>
              <a:t>之後展示其名字。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介面：標籤、輸入視窗、按鈕</a:t>
            </a:r>
          </a:p>
        </p:txBody>
      </p:sp>
    </p:spTree>
    <p:extLst>
      <p:ext uri="{BB962C8B-B14F-4D97-AF65-F5344CB8AC3E}">
        <p14:creationId xmlns:p14="http://schemas.microsoft.com/office/powerpoint/2010/main" val="690919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C58370-FF10-D24D-739C-8A80F7D6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Hello World 2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A9BF7B8-423D-B61A-D9D6-CC7F0E710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51" y="2636912"/>
            <a:ext cx="8367574" cy="330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71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214E73-0720-E956-4ADC-A68A6075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Hello World 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8E9E80-D5F2-EA38-458E-F16333473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使用按鈕事件來改變值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338D5495-C00D-EEA0-A4A6-6C6D29854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096407"/>
            <a:ext cx="7394030" cy="161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648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228</TotalTime>
  <Words>118</Words>
  <Application>Microsoft Office PowerPoint</Application>
  <PresentationFormat>如螢幕大小 (4:3)</PresentationFormat>
  <Paragraphs>26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Georgia</vt:lpstr>
      <vt:lpstr>Wingdings 2</vt:lpstr>
      <vt:lpstr>都會</vt:lpstr>
      <vt:lpstr>Lesson 4 第一個程式</vt:lpstr>
      <vt:lpstr>免費素材</vt:lpstr>
      <vt:lpstr>Hello World</vt:lpstr>
      <vt:lpstr>PowerPoint 簡報</vt:lpstr>
      <vt:lpstr>Hello World</vt:lpstr>
      <vt:lpstr>Hello World</vt:lpstr>
      <vt:lpstr>Hello World 2</vt:lpstr>
      <vt:lpstr>Hello World 2</vt:lpstr>
      <vt:lpstr>Hello World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56</cp:revision>
  <dcterms:created xsi:type="dcterms:W3CDTF">2024-11-18T05:57:07Z</dcterms:created>
  <dcterms:modified xsi:type="dcterms:W3CDTF">2025-04-09T05:19:09Z</dcterms:modified>
</cp:coreProperties>
</file>