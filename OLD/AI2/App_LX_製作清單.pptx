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1" r:id="rId3"/>
    <p:sldId id="258" r:id="rId4"/>
    <p:sldId id="263" r:id="rId5"/>
    <p:sldId id="262" r:id="rId6"/>
    <p:sldId id="257" r:id="rId7"/>
    <p:sldId id="259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2025/2/17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asutoya.com/" TargetMode="External"/><Relationship Id="rId2" Type="http://schemas.openxmlformats.org/officeDocument/2006/relationships/hyperlink" Target="https://www.iconfinder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X </a:t>
            </a:r>
            <a:br>
              <a:rPr lang="en-US" altLang="zh-TW" dirty="0"/>
            </a:br>
            <a:r>
              <a:rPr lang="en-US" altLang="zh-TW" dirty="0"/>
              <a:t>App Inventor</a:t>
            </a:r>
            <a:r>
              <a:rPr lang="zh-TW" altLang="en-US" dirty="0"/>
              <a:t>製作清單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1DEA55-2479-0B12-F571-ACFF6823D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免費素材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563150-EAE3-F59A-45CE-12CB8311B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https://www.iconfinder.com/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hlinkClick r:id="rId3"/>
              </a:rPr>
              <a:t>https://www.irasutoya.com/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27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Hello World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製作內容：</a:t>
            </a:r>
            <a:r>
              <a:rPr lang="en-US" altLang="zh-TW" dirty="0"/>
              <a:t>Hello World!</a:t>
            </a:r>
          </a:p>
          <a:p>
            <a:endParaRPr lang="en-US" altLang="zh-TW" dirty="0"/>
          </a:p>
          <a:p>
            <a:r>
              <a:rPr lang="zh-TW" altLang="en-US" dirty="0"/>
              <a:t>介面：標籤</a:t>
            </a:r>
            <a:endParaRPr lang="en-US" altLang="zh-TW" dirty="0"/>
          </a:p>
          <a:p>
            <a:r>
              <a:rPr lang="zh-TW" altLang="en-US" dirty="0"/>
              <a:t>程式：頁面初始事件、改變值</a:t>
            </a: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連線至</a:t>
            </a:r>
            <a:r>
              <a:rPr lang="en-US" altLang="zh-TW" dirty="0"/>
              <a:t>AI</a:t>
            </a:r>
            <a:r>
              <a:rPr lang="zh-TW" altLang="en-US" dirty="0"/>
              <a:t> </a:t>
            </a:r>
            <a:r>
              <a:rPr lang="en-US" altLang="zh-TW" dirty="0"/>
              <a:t>Companion</a:t>
            </a:r>
          </a:p>
          <a:p>
            <a:r>
              <a:rPr lang="zh-TW" altLang="en-US" dirty="0"/>
              <a:t>模擬器</a:t>
            </a:r>
            <a:endParaRPr lang="en-US" altLang="zh-TW" dirty="0"/>
          </a:p>
          <a:p>
            <a:r>
              <a:rPr lang="zh-TW" altLang="en-US" dirty="0"/>
              <a:t>建置</a:t>
            </a:r>
            <a:r>
              <a:rPr lang="en-US" altLang="zh-TW" dirty="0"/>
              <a:t>.</a:t>
            </a:r>
            <a:r>
              <a:rPr lang="en-US" altLang="zh-TW" dirty="0" err="1"/>
              <a:t>apk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E0D736-CBC3-95AA-3266-A3F755C97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Hello World 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F27164-5F5B-21E9-7AB1-31E3661C6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製作內容：讓使用者輸入名字，並在原先的</a:t>
            </a:r>
            <a:r>
              <a:rPr lang="en-US" altLang="zh-TW" dirty="0"/>
              <a:t>Hello World</a:t>
            </a:r>
            <a:r>
              <a:rPr lang="zh-TW" altLang="en-US" dirty="0"/>
              <a:t>之後展示其名字。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介面：標籤、輸入視窗、按鈕</a:t>
            </a:r>
            <a:endParaRPr lang="en-US" altLang="zh-TW" dirty="0"/>
          </a:p>
          <a:p>
            <a:r>
              <a:rPr lang="zh-TW" altLang="en-US" dirty="0"/>
              <a:t>程式：頁面初始事件、改變值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0919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FAC15C-3160-2DF1-B8DF-3EB7E3A7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圖片切換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52B0B6-2888-D0E5-3981-862BD6D5B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製作</a:t>
            </a:r>
            <a:r>
              <a:rPr lang="zh-TW" altLang="en-US"/>
              <a:t>內容：放置數個按鈕，按下不同按鈕會展示不同圖片及名稱。</a:t>
            </a:r>
            <a:endParaRPr lang="en-US" altLang="zh-TW" dirty="0"/>
          </a:p>
          <a:p>
            <a:r>
              <a:rPr lang="zh-TW" altLang="en-US" dirty="0"/>
              <a:t>介面：按鈕 </a:t>
            </a:r>
            <a:r>
              <a:rPr lang="en-US" altLang="zh-TW" dirty="0"/>
              <a:t>&amp;</a:t>
            </a:r>
            <a:r>
              <a:rPr lang="zh-TW" altLang="en-US" dirty="0"/>
              <a:t> 標籤 </a:t>
            </a:r>
            <a:r>
              <a:rPr lang="en-US" altLang="zh-TW" dirty="0"/>
              <a:t>&amp;</a:t>
            </a:r>
            <a:r>
              <a:rPr lang="zh-TW" altLang="en-US" dirty="0"/>
              <a:t> 圖片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程式：</a:t>
            </a:r>
            <a:endParaRPr lang="en-US" altLang="zh-TW" dirty="0"/>
          </a:p>
          <a:p>
            <a:pPr lvl="1"/>
            <a:r>
              <a:rPr lang="zh-TW" altLang="en-US" dirty="0"/>
              <a:t>按鈕事件</a:t>
            </a:r>
            <a:endParaRPr lang="en-US" altLang="zh-TW" dirty="0"/>
          </a:p>
          <a:p>
            <a:pPr lvl="1"/>
            <a:r>
              <a:rPr lang="zh-TW" altLang="en-US" dirty="0"/>
              <a:t>改變物件的值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0333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簡易計算機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文字輸入盒</a:t>
            </a:r>
            <a:endParaRPr lang="en-US" altLang="zh-TW" dirty="0"/>
          </a:p>
          <a:p>
            <a:r>
              <a:rPr lang="zh-TW" altLang="en-US" dirty="0"/>
              <a:t>按鈕</a:t>
            </a:r>
            <a:endParaRPr lang="en-US" altLang="zh-TW" dirty="0"/>
          </a:p>
          <a:p>
            <a:r>
              <a:rPr lang="zh-TW" altLang="en-US" dirty="0"/>
              <a:t>標籤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讀取</a:t>
            </a:r>
            <a:r>
              <a:rPr lang="en-US" altLang="zh-TW" dirty="0"/>
              <a:t>”</a:t>
            </a:r>
            <a:r>
              <a:rPr lang="zh-TW" altLang="en-US" dirty="0"/>
              <a:t>輸入盒</a:t>
            </a:r>
            <a:r>
              <a:rPr lang="en-US" altLang="zh-TW" dirty="0"/>
              <a:t>”</a:t>
            </a:r>
            <a:r>
              <a:rPr lang="zh-TW" altLang="en-US" dirty="0"/>
              <a:t>數值</a:t>
            </a:r>
            <a:endParaRPr lang="en-US" altLang="zh-TW" dirty="0"/>
          </a:p>
          <a:p>
            <a:r>
              <a:rPr lang="zh-TW" altLang="en-US" dirty="0"/>
              <a:t>算術運算子</a:t>
            </a:r>
            <a:endParaRPr lang="en-US" altLang="zh-TW" dirty="0"/>
          </a:p>
          <a:p>
            <a:r>
              <a:rPr lang="zh-TW" altLang="en-US" dirty="0"/>
              <a:t>輸出數值至標籤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猜拳遊戲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介面：圖片、按鈕</a:t>
            </a:r>
            <a:endParaRPr lang="en-US" altLang="zh-TW" dirty="0"/>
          </a:p>
          <a:p>
            <a:r>
              <a:rPr lang="zh-TW" altLang="en-US" dirty="0"/>
              <a:t>程式：</a:t>
            </a:r>
            <a:endParaRPr lang="en-US" altLang="zh-TW" dirty="0"/>
          </a:p>
          <a:p>
            <a:pPr lvl="1"/>
            <a:r>
              <a:rPr lang="en-US" altLang="zh-TW" dirty="0"/>
              <a:t>List</a:t>
            </a:r>
            <a:r>
              <a:rPr lang="zh-TW" altLang="en-US" dirty="0"/>
              <a:t>列表</a:t>
            </a:r>
            <a:endParaRPr lang="en-US" altLang="zh-TW" dirty="0"/>
          </a:p>
          <a:p>
            <a:pPr lvl="1"/>
            <a:r>
              <a:rPr lang="zh-TW" altLang="en-US" dirty="0"/>
              <a:t>隨機產生</a:t>
            </a:r>
            <a:endParaRPr lang="en-US" altLang="zh-TW" dirty="0"/>
          </a:p>
          <a:p>
            <a:pPr lvl="1"/>
            <a:r>
              <a:rPr lang="en-US" altLang="zh-TW"/>
              <a:t>If</a:t>
            </a:r>
            <a:r>
              <a:rPr lang="zh-TW" altLang="en-US" dirty="0"/>
              <a:t> </a:t>
            </a:r>
            <a:r>
              <a:rPr lang="en-US" altLang="zh-TW" dirty="0"/>
              <a:t>- else</a:t>
            </a:r>
            <a:endParaRPr lang="zh-TW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217</TotalTime>
  <Words>168</Words>
  <Application>Microsoft Office PowerPoint</Application>
  <PresentationFormat>如螢幕大小 (4:3)</PresentationFormat>
  <Paragraphs>45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Georgia</vt:lpstr>
      <vt:lpstr>Wingdings 2</vt:lpstr>
      <vt:lpstr>都會</vt:lpstr>
      <vt:lpstr>Lesson X  App Inventor製作清單</vt:lpstr>
      <vt:lpstr>免費素材</vt:lpstr>
      <vt:lpstr>Hello World</vt:lpstr>
      <vt:lpstr>Hello World 2</vt:lpstr>
      <vt:lpstr>圖片切換</vt:lpstr>
      <vt:lpstr>簡易計算機</vt:lpstr>
      <vt:lpstr>猜拳遊戲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52</cp:revision>
  <dcterms:created xsi:type="dcterms:W3CDTF">2024-11-18T05:57:07Z</dcterms:created>
  <dcterms:modified xsi:type="dcterms:W3CDTF">2025-02-17T06:32:39Z</dcterms:modified>
</cp:coreProperties>
</file>