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E04BA2-9944-932A-B748-FCA15A53D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FBCC42-6D78-D361-9DCA-9AC878255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1FEE3E-B376-3B10-19EC-9A75A846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14F29-4299-E126-01E1-52F286BE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1E0322-5D23-43AF-8CB2-2B99BB2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31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E5407A-EBDB-DD0D-CED3-5A6B4428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A28992-4ED1-9531-B15F-D648BE2FD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A231BD-AFD0-5929-6CEB-14C5D3C9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3F3ED5-7B22-8AEF-E7FA-EA5E6119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EE6F2C-A5D9-B79D-2674-4C83D554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21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42780-8E03-DD36-F928-59EAA8523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FDA81B-F00A-34FB-03CD-9779CBB0C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B9108A-C85E-2D2A-43E2-B8B927DE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365D0F-A50A-629D-40CB-84AFEF0E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18A149-0E2F-1975-1B04-557EDB45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23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E7F1C-AB7F-91B7-8957-81A7F2B7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145F4D-A920-5618-546E-3363D70E5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9432B3-3CFE-B9E4-45F5-07A343CB9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C84846-2ADD-669E-CEEA-7C4EE22B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3195AB-2198-65C4-E175-BF6099C3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B201C6-F7B1-0395-BAE5-499E4D75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13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CFE9E-69BC-6CA9-836F-959784AF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97C7D3-C4AD-E68E-2F82-F4371B6DE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BAB63E-BDE7-A014-0808-E45966E82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CA5EB97-B825-51CE-A179-FF8FF6D1F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5B060DC-E3C4-6015-6F69-E72B179BB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75E930-DE67-C093-3E95-8AEB2630F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2171D9-D5AD-F046-737E-3130C536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6CE49E-DFB6-926A-06B1-2F7C7BCA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55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A5F5D-7EF5-DE32-C756-BAB5E5F9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8488F0B-83A5-E6F4-87A8-5B333AB6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F9299A4-4920-86CD-4D6F-73986245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3C5655-2140-ED48-DCB7-647AEF76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19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724F03-C574-FEEB-19AE-11822900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D86D39F-F26D-3EE0-BBF5-1B522D24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A8A7EC-6C19-53B1-C251-DD0173B5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08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E61B4-A701-C4FE-13BA-BF965B8B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1366FB-A0B7-F81A-0171-7025E5D01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DCA425-B978-7CC8-FC09-D926B22B2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BDC126-C2E9-288B-55FB-2807A28E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310243-9FE5-8DA0-782D-9FC0385F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47133F-FD83-9389-8324-D7CD8595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35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BFB96C-ADDD-1F29-AE39-A540BB21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6F40556-820E-71C1-ACFB-EDD0D649C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DC6BED-A49F-CB6A-6BD2-DE2A5D79F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849CAB-8972-BCAD-1B5E-B077FEB6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8CE5AE-AC0A-4FED-3040-1E01E83C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6B5D74-2933-5FA4-107C-5B72286A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77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492FD-22B1-444C-B7FF-2D010598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CE608B-CCE6-9A1D-49D0-5BDD0C604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AD236F-C482-5791-6A11-BF458EFC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70F441-7573-B172-A787-712ECDA7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0DAF7C-A250-FBC1-96FE-D3125F8A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40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C1BBDB7-1227-7156-A139-E058135E7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7A9080-FAC6-DEAA-3C1A-6E2BF7035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9C4008-18A2-0727-FF82-33A7EA9C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9560CA-4D81-C5A1-2E74-069BC0B2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0CD0EB-CB3A-C63C-8D4A-D748B0EB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25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67C6A3-2B32-98A3-F1F5-7883DD04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0C8AB-5149-B007-AE23-6AB4B8B61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C92C82-0E11-7763-1321-A83324148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D233A-9BD6-4414-BC2F-94F9D02C8384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42B247-EE2C-2CA1-7F3B-570773DC5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836398-DE11-EAD7-B2FD-7A32E10B9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BBF76-0B1F-4127-816E-DAA76EE10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81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6173D-04BD-5B2E-C0AC-B85EE194E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30140"/>
          </a:xfrm>
        </p:spPr>
        <p:txBody>
          <a:bodyPr/>
          <a:lstStyle/>
          <a:p>
            <a:r>
              <a:rPr lang="en-US" altLang="zh-TW"/>
              <a:t>FPS</a:t>
            </a:r>
            <a:r>
              <a:rPr lang="zh-TW" altLang="en-US"/>
              <a:t>人物操作實</a:t>
            </a:r>
            <a:r>
              <a:rPr lang="zh-TW" altLang="en-US" dirty="0"/>
              <a:t>作部分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8E42CE-3881-D00B-F1C9-43A630735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Horazon</a:t>
            </a:r>
            <a:r>
              <a:rPr lang="en-US" altLang="zh-TW" dirty="0"/>
              <a:t> </a:t>
            </a:r>
            <a:r>
              <a:rPr lang="zh-TW" altLang="en-US" dirty="0"/>
              <a:t>遊戲程式</a:t>
            </a:r>
          </a:p>
        </p:txBody>
      </p:sp>
    </p:spTree>
    <p:extLst>
      <p:ext uri="{BB962C8B-B14F-4D97-AF65-F5344CB8AC3E}">
        <p14:creationId xmlns:p14="http://schemas.microsoft.com/office/powerpoint/2010/main" val="2340065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24A1052-09B9-37F9-16A5-1F6416C36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124892"/>
            <a:ext cx="4602473" cy="39605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D53AE60-73E9-F7CB-5EF7-980AFE40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534" y="1616259"/>
            <a:ext cx="3951505" cy="509046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C786C511-C5C8-93D8-EE0E-6C94528A2CC6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圖形變數 與 物件變數</a:t>
            </a:r>
          </a:p>
        </p:txBody>
      </p:sp>
    </p:spTree>
    <p:extLst>
      <p:ext uri="{BB962C8B-B14F-4D97-AF65-F5344CB8AC3E}">
        <p14:creationId xmlns:p14="http://schemas.microsoft.com/office/powerpoint/2010/main" val="196558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E869E54-3448-C83E-1A55-132FF9E2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65" y="1160362"/>
            <a:ext cx="8159931" cy="5426554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1947FA71-EE6E-1F62-452E-B2FDA263E3EA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整體</a:t>
            </a:r>
          </a:p>
        </p:txBody>
      </p:sp>
    </p:spTree>
    <p:extLst>
      <p:ext uri="{BB962C8B-B14F-4D97-AF65-F5344CB8AC3E}">
        <p14:creationId xmlns:p14="http://schemas.microsoft.com/office/powerpoint/2010/main" val="402022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E3724-1F61-ECBD-86CF-D5A6FD51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518"/>
            <a:ext cx="10515600" cy="871492"/>
          </a:xfrm>
        </p:spPr>
        <p:txBody>
          <a:bodyPr/>
          <a:lstStyle/>
          <a:p>
            <a:r>
              <a:rPr lang="zh-TW" altLang="en-US" dirty="0"/>
              <a:t>移動部分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E97D1D-1CC6-E051-9127-F388641E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72229B-D581-A010-1044-CFC1E9EAF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3" y="1310106"/>
            <a:ext cx="10736173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0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7826CF-A7F8-877C-3D51-AA06DFD44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7658C9-2507-1D65-D6BF-B2453A77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1660162"/>
            <a:ext cx="11098174" cy="4429743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9173B53C-AA1B-8843-FF35-18504662092A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重力部分</a:t>
            </a:r>
          </a:p>
        </p:txBody>
      </p:sp>
    </p:spTree>
    <p:extLst>
      <p:ext uri="{BB962C8B-B14F-4D97-AF65-F5344CB8AC3E}">
        <p14:creationId xmlns:p14="http://schemas.microsoft.com/office/powerpoint/2010/main" val="58080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163B6B-14BB-F8BC-C332-75680D46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1557076"/>
            <a:ext cx="11526859" cy="3743847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406056AA-79F9-8E40-4CBA-8FAA4875B0B0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跳躍部分</a:t>
            </a:r>
          </a:p>
        </p:txBody>
      </p:sp>
    </p:spTree>
    <p:extLst>
      <p:ext uri="{BB962C8B-B14F-4D97-AF65-F5344CB8AC3E}">
        <p14:creationId xmlns:p14="http://schemas.microsoft.com/office/powerpoint/2010/main" val="108999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6359AD-A258-785C-2D1F-E9A6B626A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06D422-FEB3-2DDE-1F8C-1FA0E5684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67" y="1164973"/>
            <a:ext cx="9318066" cy="501199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37C18F1F-1DDB-B3E3-9464-85004CCEBBFD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真實移動部分 </a:t>
            </a:r>
            <a:r>
              <a:rPr lang="en-US" altLang="zh-TW" sz="2400" dirty="0"/>
              <a:t>(</a:t>
            </a:r>
            <a:r>
              <a:rPr lang="zh-TW" altLang="en-US" sz="2400" dirty="0"/>
              <a:t>其他部分只計算速度</a:t>
            </a:r>
            <a:r>
              <a:rPr lang="en-US" altLang="zh-TW" sz="2400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694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77CF67-DAF3-32BC-F48C-A1935C3F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52" y="1419497"/>
            <a:ext cx="10227496" cy="495411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903D4A50-BB16-ED1F-8F8C-5170B5864F4C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水平視角部分</a:t>
            </a:r>
          </a:p>
        </p:txBody>
      </p:sp>
    </p:spTree>
    <p:extLst>
      <p:ext uri="{BB962C8B-B14F-4D97-AF65-F5344CB8AC3E}">
        <p14:creationId xmlns:p14="http://schemas.microsoft.com/office/powerpoint/2010/main" val="33643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22FA711-AA12-59CA-BF06-EA613878348B}"/>
              </a:ext>
            </a:extLst>
          </p:cNvPr>
          <p:cNvSpPr txBox="1">
            <a:spLocks/>
          </p:cNvSpPr>
          <p:nvPr/>
        </p:nvSpPr>
        <p:spPr>
          <a:xfrm>
            <a:off x="838200" y="165518"/>
            <a:ext cx="10515600" cy="871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垂直視角部分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B341F0F-6C62-D698-9301-C945FF23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92" y="1312774"/>
            <a:ext cx="11353800" cy="470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19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寬螢幕</PresentationFormat>
  <Paragraphs>10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FPS人物操作實作部分</vt:lpstr>
      <vt:lpstr>PowerPoint 簡報</vt:lpstr>
      <vt:lpstr>PowerPoint 簡報</vt:lpstr>
      <vt:lpstr>移動部分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仕明 張</dc:creator>
  <cp:lastModifiedBy>仕明 張</cp:lastModifiedBy>
  <cp:revision>3</cp:revision>
  <dcterms:created xsi:type="dcterms:W3CDTF">2025-04-11T09:14:58Z</dcterms:created>
  <dcterms:modified xsi:type="dcterms:W3CDTF">2025-04-18T02:15:22Z</dcterms:modified>
</cp:coreProperties>
</file>