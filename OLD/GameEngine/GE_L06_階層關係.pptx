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333" r:id="rId3"/>
    <p:sldId id="325" r:id="rId4"/>
    <p:sldId id="337" r:id="rId5"/>
    <p:sldId id="334" r:id="rId6"/>
    <p:sldId id="336" r:id="rId7"/>
    <p:sldId id="339" r:id="rId8"/>
    <p:sldId id="335" r:id="rId9"/>
    <p:sldId id="332" r:id="rId10"/>
    <p:sldId id="327" r:id="rId11"/>
    <p:sldId id="326" r:id="rId12"/>
    <p:sldId id="329" r:id="rId13"/>
    <p:sldId id="328" r:id="rId14"/>
    <p:sldId id="330" r:id="rId15"/>
    <p:sldId id="331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2025/9/15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youtu.be/bsRbt6ivKcw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6</a:t>
            </a:r>
            <a:br>
              <a:rPr lang="en-US" altLang="zh-TW" dirty="0"/>
            </a:br>
            <a:r>
              <a:rPr lang="zh-TW" altLang="en-US" dirty="0"/>
              <a:t>階層關係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建立遊戲物件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這邊打算使用基礎模型，建立一把劍</a:t>
            </a:r>
            <a:endParaRPr lang="en-US" altLang="zh-TW" sz="2400" dirty="0"/>
          </a:p>
          <a:p>
            <a:pPr lvl="1"/>
            <a:r>
              <a:rPr lang="zh-TW" altLang="en-US" sz="2400" dirty="0"/>
              <a:t>圓柱體</a:t>
            </a:r>
            <a:r>
              <a:rPr lang="en-US" altLang="zh-TW" sz="2400" dirty="0"/>
              <a:t>(Cylinder)</a:t>
            </a:r>
            <a:r>
              <a:rPr lang="zh-TW" altLang="en-US" sz="2400" dirty="0"/>
              <a:t>  劍柄</a:t>
            </a:r>
            <a:endParaRPr lang="en-US" altLang="zh-TW" sz="2400" dirty="0"/>
          </a:p>
          <a:p>
            <a:pPr lvl="1"/>
            <a:r>
              <a:rPr lang="zh-TW" altLang="en-US" sz="2400" dirty="0"/>
              <a:t>膠囊體</a:t>
            </a:r>
            <a:r>
              <a:rPr lang="en-US" altLang="zh-TW" sz="2400" dirty="0"/>
              <a:t>(Capsule)</a:t>
            </a:r>
            <a:r>
              <a:rPr lang="zh-TW" altLang="en-US" sz="2400" dirty="0"/>
              <a:t>  護手</a:t>
            </a:r>
            <a:endParaRPr lang="en-US" altLang="zh-TW" sz="2400" dirty="0"/>
          </a:p>
          <a:p>
            <a:pPr lvl="1"/>
            <a:r>
              <a:rPr lang="zh-TW" altLang="en-US" sz="2400" dirty="0"/>
              <a:t>立方體</a:t>
            </a:r>
            <a:r>
              <a:rPr lang="en-US" altLang="zh-TW" sz="2400" dirty="0"/>
              <a:t>(Cube)</a:t>
            </a:r>
            <a:r>
              <a:rPr lang="zh-TW" altLang="en-US" sz="2400" dirty="0"/>
              <a:t>       劍身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923470"/>
            <a:ext cx="7772400" cy="2858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調整位置與縮放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圓柱體</a:t>
            </a:r>
            <a:r>
              <a:rPr lang="en-US" altLang="zh-TW" dirty="0"/>
              <a:t>(Cylinder)</a:t>
            </a:r>
            <a:r>
              <a:rPr lang="zh-TW" altLang="en-US" dirty="0"/>
              <a:t>  劍柄</a:t>
            </a:r>
            <a:endParaRPr lang="en-US" altLang="zh-TW" dirty="0"/>
          </a:p>
          <a:p>
            <a:r>
              <a:rPr lang="zh-TW" altLang="en-US" dirty="0"/>
              <a:t>膠囊體</a:t>
            </a:r>
            <a:r>
              <a:rPr lang="en-US" altLang="zh-TW" dirty="0"/>
              <a:t>(Capsule)</a:t>
            </a:r>
            <a:r>
              <a:rPr lang="zh-TW" altLang="en-US" dirty="0"/>
              <a:t>  護手</a:t>
            </a:r>
            <a:endParaRPr lang="en-US" altLang="zh-TW" dirty="0"/>
          </a:p>
          <a:p>
            <a:r>
              <a:rPr lang="zh-TW" altLang="en-US" dirty="0"/>
              <a:t>立方體</a:t>
            </a:r>
            <a:r>
              <a:rPr lang="en-US" altLang="zh-TW" dirty="0"/>
              <a:t>(Cube)</a:t>
            </a:r>
            <a:r>
              <a:rPr lang="zh-TW" altLang="en-US" dirty="0"/>
              <a:t>       劍身</a:t>
            </a:r>
          </a:p>
          <a:p>
            <a:endParaRPr lang="en-US" altLang="zh-TW" dirty="0"/>
          </a:p>
          <a:p>
            <a:r>
              <a:rPr lang="zh-TW" altLang="en-US" b="1" u="sng" dirty="0"/>
              <a:t>請嘗試調整位置與縮放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5943600"/>
            <a:ext cx="3381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838200"/>
            <a:ext cx="3295650" cy="577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調整階層關係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你可以將物件拉到另一個物件底下，使兩個物件形成階層關係</a:t>
            </a:r>
            <a:endParaRPr lang="en-US" altLang="zh-TW" dirty="0"/>
          </a:p>
          <a:p>
            <a:pPr lvl="1"/>
            <a:r>
              <a:rPr lang="zh-TW" altLang="en-US" dirty="0"/>
              <a:t>不同層可以想像成父子關係</a:t>
            </a:r>
            <a:endParaRPr lang="en-US" altLang="zh-TW" dirty="0"/>
          </a:p>
          <a:p>
            <a:pPr lvl="1"/>
            <a:r>
              <a:rPr lang="zh-TW" altLang="en-US" dirty="0"/>
              <a:t>同一層的不同物件通常稱為鄰居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注意：以下三種皆為不同狀況，左側兩種在某些表現上會相同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91200"/>
            <a:ext cx="31146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5943600"/>
            <a:ext cx="32575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3600" y="5867400"/>
            <a:ext cx="30670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階層關係 與 變換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在改變階層的時候，</a:t>
            </a:r>
            <a:r>
              <a:rPr lang="en-US" altLang="zh-TW" dirty="0"/>
              <a:t>Unity</a:t>
            </a:r>
            <a:r>
              <a:rPr lang="zh-TW" altLang="en-US" dirty="0"/>
              <a:t>不會讓這些物件的變換</a:t>
            </a:r>
            <a:r>
              <a:rPr lang="en-US" altLang="zh-TW" dirty="0"/>
              <a:t>(Transform </a:t>
            </a:r>
            <a:r>
              <a:rPr lang="zh-TW" altLang="en-US" dirty="0"/>
              <a:t>即位置、旋轉、縮放</a:t>
            </a:r>
            <a:r>
              <a:rPr lang="en-US" altLang="zh-TW" dirty="0"/>
              <a:t>)</a:t>
            </a:r>
            <a:r>
              <a:rPr lang="zh-TW" altLang="en-US" dirty="0"/>
              <a:t> 改變</a:t>
            </a:r>
            <a:endParaRPr lang="en-US" altLang="zh-TW" dirty="0"/>
          </a:p>
          <a:p>
            <a:pPr lvl="1"/>
            <a:r>
              <a:rPr lang="zh-TW" altLang="en-US" dirty="0"/>
              <a:t>這些我們稱之為世界</a:t>
            </a:r>
            <a:r>
              <a:rPr lang="en-US" altLang="zh-TW" dirty="0"/>
              <a:t>(World)</a:t>
            </a:r>
            <a:r>
              <a:rPr lang="zh-TW" altLang="en-US" dirty="0"/>
              <a:t>或絕對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但你可以發現，在</a:t>
            </a:r>
            <a:r>
              <a:rPr lang="en-US" altLang="zh-TW" dirty="0"/>
              <a:t>Inspector</a:t>
            </a:r>
            <a:r>
              <a:rPr lang="zh-TW" altLang="en-US" dirty="0"/>
              <a:t>中顯示的變換</a:t>
            </a:r>
            <a:r>
              <a:rPr lang="en-US" altLang="zh-TW" dirty="0"/>
              <a:t>Transform</a:t>
            </a:r>
            <a:r>
              <a:rPr lang="zh-TW" altLang="en-US" dirty="0"/>
              <a:t>是會改變的</a:t>
            </a:r>
            <a:endParaRPr lang="en-US" altLang="zh-TW" dirty="0"/>
          </a:p>
          <a:p>
            <a:pPr lvl="1"/>
            <a:r>
              <a:rPr lang="zh-TW" altLang="en-US" dirty="0"/>
              <a:t>這邊我們稱為區域</a:t>
            </a:r>
            <a:r>
              <a:rPr lang="en-US" altLang="zh-TW" dirty="0"/>
              <a:t>(Local)</a:t>
            </a:r>
            <a:r>
              <a:rPr lang="zh-TW" altLang="en-US" dirty="0"/>
              <a:t>或相對</a:t>
            </a:r>
            <a:endParaRPr lang="en-US" altLang="zh-TW" dirty="0"/>
          </a:p>
          <a:p>
            <a:pPr lvl="1"/>
            <a:r>
              <a:rPr lang="zh-TW" altLang="en-US" dirty="0"/>
              <a:t>即該物件「相對」於父輩的位置、旋轉、縮放</a:t>
            </a:r>
            <a:endParaRPr lang="en-US" altLang="zh-TW" dirty="0"/>
          </a:p>
          <a:p>
            <a:pPr lvl="1"/>
            <a:r>
              <a:rPr lang="zh-TW" altLang="en-US" sz="2400" dirty="0"/>
              <a:t>沒有父輩的，也可以想像成「相對」於中心的區域變換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階層關係 與 變換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在遊戲引擎中，會從最底層一路反推回最上層，來計算出實際的世界變換</a:t>
            </a:r>
            <a:endParaRPr lang="en-US" altLang="zh-TW" dirty="0"/>
          </a:p>
          <a:p>
            <a:pPr lvl="1"/>
            <a:r>
              <a:rPr lang="zh-TW" altLang="en-US" dirty="0"/>
              <a:t>以位置為例</a:t>
            </a:r>
            <a:endParaRPr lang="en-US" altLang="zh-TW" dirty="0"/>
          </a:p>
          <a:p>
            <a:pPr lvl="1"/>
            <a:r>
              <a:rPr lang="zh-TW" altLang="en-US" dirty="0"/>
              <a:t>以縮放為例</a:t>
            </a:r>
            <a:endParaRPr lang="en-US" altLang="zh-TW" dirty="0"/>
          </a:p>
          <a:p>
            <a:pPr lvl="1"/>
            <a:r>
              <a:rPr lang="zh-TW" altLang="en-US" dirty="0"/>
              <a:t>旋轉相對複雜</a:t>
            </a:r>
            <a:endParaRPr lang="en-US" altLang="zh-TW" dirty="0"/>
          </a:p>
          <a:p>
            <a:r>
              <a:rPr lang="zh-TW" altLang="en-US" dirty="0"/>
              <a:t>實際電腦運算，會使用四元數 </a:t>
            </a:r>
            <a:r>
              <a:rPr lang="en-US" altLang="zh-TW" dirty="0"/>
              <a:t>+</a:t>
            </a:r>
            <a:r>
              <a:rPr lang="zh-TW" altLang="en-US" dirty="0"/>
              <a:t> 矩陣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5181600"/>
            <a:ext cx="16573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5181600"/>
            <a:ext cx="25527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77000" y="5181600"/>
            <a:ext cx="16383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調整位置與縮放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圓柱體</a:t>
            </a:r>
            <a:r>
              <a:rPr lang="en-US" altLang="zh-TW" dirty="0"/>
              <a:t>(Cylinder)</a:t>
            </a:r>
            <a:r>
              <a:rPr lang="zh-TW" altLang="en-US" dirty="0"/>
              <a:t>  劍柄</a:t>
            </a:r>
            <a:endParaRPr lang="en-US" altLang="zh-TW" dirty="0"/>
          </a:p>
          <a:p>
            <a:r>
              <a:rPr lang="zh-TW" altLang="en-US" dirty="0"/>
              <a:t>膠囊體</a:t>
            </a:r>
            <a:r>
              <a:rPr lang="en-US" altLang="zh-TW" dirty="0"/>
              <a:t>(Capsule)</a:t>
            </a:r>
            <a:r>
              <a:rPr lang="zh-TW" altLang="en-US" dirty="0"/>
              <a:t>  護手</a:t>
            </a:r>
            <a:endParaRPr lang="en-US" altLang="zh-TW" dirty="0"/>
          </a:p>
          <a:p>
            <a:r>
              <a:rPr lang="zh-TW" altLang="en-US" dirty="0"/>
              <a:t>立方體</a:t>
            </a:r>
            <a:r>
              <a:rPr lang="en-US" altLang="zh-TW" dirty="0"/>
              <a:t>(Cube)</a:t>
            </a:r>
            <a:r>
              <a:rPr lang="zh-TW" altLang="en-US" dirty="0"/>
              <a:t>       劍身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b="1" u="sng" dirty="0"/>
              <a:t>請在以下階層調整變換</a:t>
            </a:r>
            <a:endParaRPr lang="en-US" altLang="zh-TW" b="1" u="sng" dirty="0"/>
          </a:p>
          <a:p>
            <a:pPr lvl="1"/>
            <a:r>
              <a:rPr lang="zh-TW" altLang="en-US" b="1" u="sng" dirty="0"/>
              <a:t>位置、轉動、縮放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838200"/>
            <a:ext cx="3295650" cy="577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5867400"/>
            <a:ext cx="306705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階層關係的用途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組合物件</a:t>
            </a:r>
            <a:endParaRPr lang="en-US" altLang="zh-TW" dirty="0"/>
          </a:p>
          <a:p>
            <a:pPr lvl="1"/>
            <a:r>
              <a:rPr lang="zh-TW" altLang="en-US" dirty="0"/>
              <a:t>將多個物件組成一個主物件，可用來複製或一起操作，也方便管理</a:t>
            </a:r>
            <a:endParaRPr lang="en-US" altLang="zh-TW" dirty="0"/>
          </a:p>
          <a:p>
            <a:r>
              <a:rPr lang="zh-TW" altLang="en-US" dirty="0"/>
              <a:t>產生預製物件 </a:t>
            </a:r>
            <a:r>
              <a:rPr lang="en-US" altLang="zh-TW" dirty="0"/>
              <a:t>(Prefab)</a:t>
            </a:r>
          </a:p>
          <a:p>
            <a:pPr lvl="1"/>
            <a:r>
              <a:rPr lang="zh-TW" altLang="en-US" dirty="0"/>
              <a:t>讓物件能重複使用</a:t>
            </a:r>
            <a:endParaRPr lang="en-US" altLang="zh-TW" dirty="0"/>
          </a:p>
          <a:p>
            <a:r>
              <a:rPr lang="zh-TW" altLang="en-US" dirty="0"/>
              <a:t>骨骼動畫</a:t>
            </a:r>
            <a:endParaRPr lang="en-US" altLang="zh-TW" dirty="0"/>
          </a:p>
          <a:p>
            <a:pPr lvl="1"/>
            <a:r>
              <a:rPr lang="zh-TW" altLang="en-US" dirty="0"/>
              <a:t>運用階層，可做出像是人體骨骼，方便做動畫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空物件 與 揮劍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800600" cy="4325112"/>
          </a:xfrm>
        </p:spPr>
        <p:txBody>
          <a:bodyPr>
            <a:normAutofit lnSpcReduction="10000"/>
          </a:bodyPr>
          <a:lstStyle/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先解開所有的階層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在</a:t>
            </a:r>
            <a:r>
              <a:rPr lang="en-US" altLang="zh-TW" dirty="0" err="1"/>
              <a:t>Hierachy</a:t>
            </a:r>
            <a:r>
              <a:rPr lang="zh-TW" altLang="en-US" dirty="0"/>
              <a:t>按右鍵建立空物件</a:t>
            </a:r>
            <a:r>
              <a:rPr lang="en-US" altLang="zh-TW" dirty="0"/>
              <a:t>(Create Empty)</a:t>
            </a:r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將空物件放到劍柄中間位置，可改名為</a:t>
            </a:r>
            <a:r>
              <a:rPr lang="en-US" altLang="zh-TW" dirty="0"/>
              <a:t>Sword)</a:t>
            </a:r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將劍柄、護手、劍身三物件全部放到</a:t>
            </a:r>
            <a:r>
              <a:rPr lang="en-US" altLang="zh-TW" dirty="0"/>
              <a:t>Sword</a:t>
            </a:r>
            <a:r>
              <a:rPr lang="zh-TW" altLang="en-US" dirty="0"/>
              <a:t>底下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你可以控制</a:t>
            </a:r>
            <a:r>
              <a:rPr lang="en-US" altLang="zh-TW" dirty="0"/>
              <a:t>Sword</a:t>
            </a:r>
            <a:r>
              <a:rPr lang="zh-TW" altLang="en-US" dirty="0"/>
              <a:t>來看到這麼做的好處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838200"/>
            <a:ext cx="30480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1915837"/>
            <a:ext cx="3733800" cy="52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1200" y="2743200"/>
            <a:ext cx="1102087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文字方塊 6"/>
          <p:cNvSpPr txBox="1"/>
          <p:nvPr/>
        </p:nvSpPr>
        <p:spPr>
          <a:xfrm>
            <a:off x="5486400" y="838200"/>
            <a:ext cx="304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5334000" y="1752600"/>
            <a:ext cx="304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791200" y="2743200"/>
            <a:ext cx="304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34075" y="5867400"/>
            <a:ext cx="3209925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文字方塊 12"/>
          <p:cNvSpPr txBox="1"/>
          <p:nvPr/>
        </p:nvSpPr>
        <p:spPr>
          <a:xfrm>
            <a:off x="5867400" y="6019800"/>
            <a:ext cx="3048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/>
              <a:t>Section 2</a:t>
            </a:r>
            <a:br>
              <a:rPr lang="en-US" altLang="zh-TW" dirty="0"/>
            </a:br>
            <a:r>
              <a:rPr lang="zh-TW" altLang="en-US" dirty="0"/>
              <a:t>作業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作業內容預覽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https://youtu.be/bsRbt6ivKcw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819400"/>
            <a:ext cx="6705600" cy="375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Sphere(</a:t>
            </a:r>
            <a:r>
              <a:rPr lang="zh-TW" altLang="en-US" dirty="0"/>
              <a:t>球形</a:t>
            </a:r>
            <a:r>
              <a:rPr lang="en-US" altLang="zh-TW" dirty="0"/>
              <a:t>)</a:t>
            </a:r>
            <a:r>
              <a:rPr lang="zh-TW" altLang="en-US" dirty="0"/>
              <a:t>創造太陽、地球、月亮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太陽與地球距離 </a:t>
            </a:r>
            <a:r>
              <a:rPr lang="en-US" altLang="zh-TW" dirty="0"/>
              <a:t>= 20</a:t>
            </a:r>
          </a:p>
          <a:p>
            <a:r>
              <a:rPr lang="zh-TW" altLang="en-US" dirty="0"/>
              <a:t>地球與月亮距離 </a:t>
            </a:r>
            <a:r>
              <a:rPr lang="en-US" altLang="zh-TW" dirty="0"/>
              <a:t>= 2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1600" y="2819400"/>
          <a:ext cx="6324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vl="0"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太陽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地球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月亮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顏色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黃色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藍色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灰色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公轉速度</a:t>
                      </a:r>
                      <a:br>
                        <a:rPr lang="en-US" altLang="zh-TW"/>
                      </a:br>
                      <a:r>
                        <a:rPr lang="en-US" altLang="zh-TW"/>
                        <a:t>(</a:t>
                      </a:r>
                      <a:r>
                        <a:rPr lang="zh-TW" altLang="en-US" dirty="0"/>
                        <a:t>度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秒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如何繳交作業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8153400" cy="4325112"/>
          </a:xfrm>
        </p:spPr>
        <p:txBody>
          <a:bodyPr>
            <a:normAutofit/>
          </a:bodyPr>
          <a:lstStyle/>
          <a:p>
            <a:r>
              <a:rPr lang="zh-TW" altLang="en-US" dirty="0"/>
              <a:t>場景的存檔</a:t>
            </a:r>
            <a:endParaRPr lang="en-US" altLang="zh-TW" dirty="0"/>
          </a:p>
          <a:p>
            <a:pPr lvl="1"/>
            <a:r>
              <a:rPr lang="zh-TW" altLang="en-US" dirty="0"/>
              <a:t>當你製作完以後，務必</a:t>
            </a:r>
            <a:r>
              <a:rPr lang="en-US" altLang="zh-TW" dirty="0"/>
              <a:t>File &gt; Save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ctrl+s</a:t>
            </a:r>
            <a:r>
              <a:rPr lang="en-US" altLang="zh-TW" dirty="0"/>
              <a:t>)</a:t>
            </a:r>
            <a:r>
              <a:rPr lang="zh-TW" altLang="en-US" dirty="0"/>
              <a:t>將場景存檔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中找到你的場景，通常放在</a:t>
            </a:r>
            <a:r>
              <a:rPr lang="en-US" altLang="zh-TW" dirty="0"/>
              <a:t>Assets\Scene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r>
              <a:rPr lang="zh-TW" altLang="en-US" dirty="0"/>
              <a:t>如何繳交作業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25112"/>
          </a:xfrm>
        </p:spPr>
        <p:txBody>
          <a:bodyPr/>
          <a:lstStyle/>
          <a:p>
            <a:r>
              <a:rPr lang="zh-TW" altLang="en-US" dirty="0"/>
              <a:t>在場景檔案上 右鍵選擇</a:t>
            </a:r>
            <a:r>
              <a:rPr lang="en-US" altLang="zh-TW" dirty="0"/>
              <a:t>Export Package</a:t>
            </a:r>
          </a:p>
          <a:p>
            <a:pPr lvl="1"/>
            <a:r>
              <a:rPr lang="zh-TW" altLang="en-US" dirty="0"/>
              <a:t>務必勾選下方兩項、點選</a:t>
            </a:r>
            <a:r>
              <a:rPr lang="en-US" altLang="zh-TW" dirty="0"/>
              <a:t>Export…</a:t>
            </a:r>
          </a:p>
          <a:p>
            <a:r>
              <a:rPr lang="zh-TW" altLang="en-US" dirty="0"/>
              <a:t>繳交該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r>
              <a:rPr lang="zh-TW" altLang="en-US" dirty="0"/>
              <a:t>檔案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3200400"/>
            <a:ext cx="2286000" cy="3536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048000" y="4755641"/>
            <a:ext cx="18288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2819400"/>
            <a:ext cx="352779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5486400" y="6400800"/>
            <a:ext cx="23622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29600" y="6400800"/>
            <a:ext cx="6858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10" name="直線單箭頭接點 9"/>
          <p:cNvCxnSpPr>
            <a:stCxn id="5" idx="3"/>
            <a:endCxn id="7" idx="1"/>
          </p:cNvCxnSpPr>
          <p:nvPr/>
        </p:nvCxnSpPr>
        <p:spPr>
          <a:xfrm>
            <a:off x="4876800" y="4831841"/>
            <a:ext cx="609600" cy="16832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3"/>
          </p:cNvCxnSpPr>
          <p:nvPr/>
        </p:nvCxnSpPr>
        <p:spPr>
          <a:xfrm>
            <a:off x="7848600" y="6515100"/>
            <a:ext cx="381000" cy="396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4114800"/>
            <a:ext cx="1676400" cy="71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矩形 18"/>
          <p:cNvSpPr/>
          <p:nvPr/>
        </p:nvSpPr>
        <p:spPr>
          <a:xfrm>
            <a:off x="457200" y="4267200"/>
            <a:ext cx="16002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20" name="直線單箭頭接點 19"/>
          <p:cNvCxnSpPr>
            <a:endCxn id="5" idx="1"/>
          </p:cNvCxnSpPr>
          <p:nvPr/>
        </p:nvCxnSpPr>
        <p:spPr>
          <a:xfrm>
            <a:off x="2057400" y="4343400"/>
            <a:ext cx="990600" cy="48844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提示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先建立三個圓球，依照作業內容調整大小，並放到對應位置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建立三個材質，依照作業內容修改，套用至三個圓球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第</a:t>
            </a:r>
            <a:r>
              <a:rPr lang="en-US" altLang="zh-TW" dirty="0"/>
              <a:t>2</a:t>
            </a:r>
            <a:r>
              <a:rPr lang="zh-TW" altLang="en-US" dirty="0"/>
              <a:t>步不會，仍能嘗試從這一步開始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/>
              <a:t>思考怎麼讓地球繞著太陽轉動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/>
              <a:t>思考怎麼讓月球繞著地球轉動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/>
              <a:t>是否有呈現預覽的狀況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/>
              <a:t>調整兩種旋轉的速度</a:t>
            </a:r>
            <a:endParaRPr lang="en-US" altLang="zh-TW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5100</TotalTime>
  <Words>627</Words>
  <Application>Microsoft Office PowerPoint</Application>
  <PresentationFormat>如螢幕大小 (4:3)</PresentationFormat>
  <Paragraphs>107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Georgia</vt:lpstr>
      <vt:lpstr>Times New Roman</vt:lpstr>
      <vt:lpstr>Wingdings 2</vt:lpstr>
      <vt:lpstr>都會</vt:lpstr>
      <vt:lpstr>Lesson 6 階層關係</vt:lpstr>
      <vt:lpstr>建立遊戲物件</vt:lpstr>
      <vt:lpstr>調整位置與縮放</vt:lpstr>
      <vt:lpstr>調整階層關係</vt:lpstr>
      <vt:lpstr>階層關係 與 變換</vt:lpstr>
      <vt:lpstr>階層關係 與 變換</vt:lpstr>
      <vt:lpstr>調整位置與縮放</vt:lpstr>
      <vt:lpstr>階層關係的用途</vt:lpstr>
      <vt:lpstr>空物件 與 揮劍</vt:lpstr>
      <vt:lpstr>Section 2 作業1</vt:lpstr>
      <vt:lpstr>作業內容預覽</vt:lpstr>
      <vt:lpstr>作業內容</vt:lpstr>
      <vt:lpstr>如何繳交作業</vt:lpstr>
      <vt:lpstr>如何繳交作業</vt:lpstr>
      <vt:lpstr>提示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293</cp:revision>
  <dcterms:created xsi:type="dcterms:W3CDTF">2024-11-18T05:57:07Z</dcterms:created>
  <dcterms:modified xsi:type="dcterms:W3CDTF">2025-09-15T05:04:12Z</dcterms:modified>
</cp:coreProperties>
</file>