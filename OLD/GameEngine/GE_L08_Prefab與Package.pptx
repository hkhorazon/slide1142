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82" r:id="rId2"/>
    <p:sldId id="287" r:id="rId3"/>
    <p:sldId id="286" r:id="rId4"/>
    <p:sldId id="298" r:id="rId5"/>
    <p:sldId id="299" r:id="rId6"/>
    <p:sldId id="290" r:id="rId7"/>
    <p:sldId id="288" r:id="rId8"/>
    <p:sldId id="302" r:id="rId9"/>
    <p:sldId id="289" r:id="rId10"/>
    <p:sldId id="300" r:id="rId11"/>
    <p:sldId id="301" r:id="rId12"/>
    <p:sldId id="291" r:id="rId13"/>
    <p:sldId id="293" r:id="rId14"/>
    <p:sldId id="292" r:id="rId15"/>
    <p:sldId id="303" r:id="rId16"/>
    <p:sldId id="281" r:id="rId17"/>
    <p:sldId id="263" r:id="rId18"/>
    <p:sldId id="294" r:id="rId19"/>
    <p:sldId id="295" r:id="rId20"/>
    <p:sldId id="304" r:id="rId21"/>
    <p:sldId id="297" r:id="rId22"/>
    <p:sldId id="296" r:id="rId23"/>
    <p:sldId id="305" r:id="rId24"/>
    <p:sldId id="306" r:id="rId25"/>
    <p:sldId id="307" r:id="rId26"/>
    <p:sldId id="308" r:id="rId27"/>
    <p:sldId id="309" r:id="rId28"/>
    <p:sldId id="310" r:id="rId29"/>
    <p:sldId id="311" r:id="rId3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FF66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3322" y="-1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2025/10/12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2025/10/12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2025/10/12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assetstore.unity.com/zh-CN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assetstore.unity.com/packages/3d/characters/unity-chan-model-18705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8.1</a:t>
            </a:r>
            <a:br>
              <a:rPr lang="en-US" altLang="zh-TW" dirty="0"/>
            </a:br>
            <a:r>
              <a:rPr lang="en-US" altLang="zh-TW" dirty="0"/>
              <a:t>prefab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Prefab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什麼是</a:t>
            </a:r>
            <a:r>
              <a:rPr lang="en-US" altLang="zh-TW" dirty="0"/>
              <a:t>Prefab</a:t>
            </a:r>
          </a:p>
          <a:p>
            <a:pPr lvl="1"/>
            <a:r>
              <a:rPr lang="zh-TW" altLang="en-US" dirty="0"/>
              <a:t>預製</a:t>
            </a:r>
            <a:r>
              <a:rPr lang="en-US" altLang="zh-TW" dirty="0"/>
              <a:t>/</a:t>
            </a:r>
            <a:r>
              <a:rPr lang="zh-TW" altLang="en-US" dirty="0"/>
              <a:t>預鑄 組件 </a:t>
            </a:r>
            <a:endParaRPr lang="en-US" altLang="zh-TW" dirty="0"/>
          </a:p>
          <a:p>
            <a:pPr lvl="1"/>
            <a:r>
              <a:rPr lang="zh-TW" altLang="en-US" b="1" u="sng" dirty="0">
                <a:solidFill>
                  <a:srgbClr val="FF0000"/>
                </a:solidFill>
              </a:rPr>
              <a:t>是一種</a:t>
            </a:r>
            <a:r>
              <a:rPr lang="en-US" altLang="zh-TW" b="1" u="sng" dirty="0">
                <a:solidFill>
                  <a:srgbClr val="FF0000"/>
                </a:solidFill>
              </a:rPr>
              <a:t>Unity</a:t>
            </a:r>
            <a:r>
              <a:rPr lang="zh-TW" altLang="en-US" b="1" u="sng" dirty="0">
                <a:solidFill>
                  <a:srgbClr val="FF0000"/>
                </a:solidFill>
              </a:rPr>
              <a:t>資源 </a:t>
            </a:r>
            <a:endParaRPr lang="en-US" altLang="zh-TW" b="1" u="sng" dirty="0">
              <a:solidFill>
                <a:srgbClr val="FF0000"/>
              </a:solidFill>
            </a:endParaRPr>
          </a:p>
          <a:p>
            <a:pPr lvl="1"/>
            <a:endParaRPr lang="en-US" altLang="zh-TW" dirty="0"/>
          </a:p>
          <a:p>
            <a:r>
              <a:rPr lang="zh-TW" altLang="en-US" dirty="0"/>
              <a:t>為什麼要使用</a:t>
            </a:r>
            <a:r>
              <a:rPr lang="en-US" altLang="zh-TW" dirty="0"/>
              <a:t>Prefab</a:t>
            </a:r>
          </a:p>
          <a:p>
            <a:pPr lvl="1"/>
            <a:r>
              <a:rPr lang="zh-TW" altLang="en-US" dirty="0"/>
              <a:t>預先組合物件 </a:t>
            </a:r>
            <a:r>
              <a:rPr lang="en-US" altLang="zh-TW" dirty="0"/>
              <a:t>(</a:t>
            </a:r>
            <a:r>
              <a:rPr lang="en-US" altLang="zh-TW" dirty="0" err="1"/>
              <a:t>GameObject</a:t>
            </a:r>
            <a:r>
              <a:rPr lang="en-US" altLang="zh-TW" dirty="0"/>
              <a:t> &amp; Component)</a:t>
            </a:r>
          </a:p>
          <a:p>
            <a:pPr lvl="1"/>
            <a:r>
              <a:rPr lang="zh-TW" altLang="en-US" dirty="0"/>
              <a:t>快速創造多個 相同或相似的物件</a:t>
            </a:r>
            <a:endParaRPr lang="en-US" altLang="zh-TW" dirty="0"/>
          </a:p>
          <a:p>
            <a:pPr lvl="1"/>
            <a:r>
              <a:rPr lang="zh-TW" altLang="en-US" dirty="0"/>
              <a:t>多人協作與版本控管 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Prefab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Project</a:t>
            </a:r>
            <a:r>
              <a:rPr lang="zh-TW" altLang="en-US" dirty="0"/>
              <a:t>中建立 </a:t>
            </a:r>
            <a:r>
              <a:rPr lang="en-US" altLang="zh-TW" dirty="0"/>
              <a:t>(Project</a:t>
            </a:r>
            <a:r>
              <a:rPr lang="zh-TW" altLang="en-US" dirty="0"/>
              <a:t>右鍵</a:t>
            </a:r>
            <a:r>
              <a:rPr lang="en-US" altLang="zh-TW" dirty="0"/>
              <a:t>Create &gt; Prefab)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相對不建議使用這種方式，製作起來可能不太直覺。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03CADD55-D1A6-ADBB-3873-410981898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895600"/>
            <a:ext cx="5868219" cy="819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Prefab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直接將在場景中組合好的物件，拉入專案中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成功後原場景物件會變為藍色字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="" xmlns:a16="http://schemas.microsoft.com/office/drawing/2014/main" id="{C32C57C7-6D54-E0F7-1E3C-1BDA69A2F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95600"/>
            <a:ext cx="4439270" cy="2591162"/>
          </a:xfrm>
          <a:prstGeom prst="rect">
            <a:avLst/>
          </a:prstGeom>
        </p:spPr>
      </p:pic>
      <p:cxnSp>
        <p:nvCxnSpPr>
          <p:cNvPr id="10" name="直線單箭頭接點 9">
            <a:extLst>
              <a:ext uri="{FF2B5EF4-FFF2-40B4-BE49-F238E27FC236}">
                <a16:creationId xmlns="" xmlns:a16="http://schemas.microsoft.com/office/drawing/2014/main" id="{C23D9F5B-5116-DC43-14B3-806744CD10AC}"/>
              </a:ext>
            </a:extLst>
          </p:cNvPr>
          <p:cNvCxnSpPr/>
          <p:nvPr/>
        </p:nvCxnSpPr>
        <p:spPr>
          <a:xfrm flipH="1">
            <a:off x="2209800" y="4267200"/>
            <a:ext cx="1143000" cy="304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620435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79970231-8D68-1654-03C2-CBC969C2D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Prefab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zh-TW" altLang="en-US" dirty="0"/>
              <a:t> 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272F1A8F-51C4-D235-AC16-91834579C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如果你將已有</a:t>
            </a:r>
            <a:r>
              <a:rPr lang="en-US" altLang="zh-TW" dirty="0"/>
              <a:t>Prefab</a:t>
            </a:r>
            <a:r>
              <a:rPr lang="zh-TW" altLang="en-US" dirty="0"/>
              <a:t>連結</a:t>
            </a:r>
            <a:r>
              <a:rPr lang="en-US" altLang="zh-TW" dirty="0"/>
              <a:t>(</a:t>
            </a:r>
            <a:r>
              <a:rPr lang="zh-TW" altLang="en-US" dirty="0"/>
              <a:t>藍色字</a:t>
            </a:r>
            <a:r>
              <a:rPr lang="en-US" altLang="zh-TW" dirty="0"/>
              <a:t>)</a:t>
            </a:r>
            <a:r>
              <a:rPr lang="zh-TW" altLang="en-US" dirty="0"/>
              <a:t>的物件再次拉入專案中，會出現以下視窗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選</a:t>
            </a:r>
            <a:r>
              <a:rPr lang="en-US" altLang="zh-TW" dirty="0"/>
              <a:t>1</a:t>
            </a:r>
            <a:r>
              <a:rPr lang="zh-TW" altLang="en-US" dirty="0"/>
              <a:t>會建立新的</a:t>
            </a:r>
            <a:r>
              <a:rPr lang="en-US" altLang="zh-TW" dirty="0"/>
              <a:t>Prefab</a:t>
            </a:r>
            <a:r>
              <a:rPr lang="zh-TW" altLang="en-US" dirty="0"/>
              <a:t>，連結也會改成這個</a:t>
            </a:r>
            <a:endParaRPr lang="en-US" altLang="zh-TW" dirty="0"/>
          </a:p>
          <a:p>
            <a:r>
              <a:rPr lang="zh-TW" altLang="en-US" dirty="0"/>
              <a:t>選</a:t>
            </a:r>
            <a:r>
              <a:rPr lang="en-US" altLang="zh-TW" dirty="0"/>
              <a:t>2</a:t>
            </a:r>
            <a:r>
              <a:rPr lang="zh-TW" altLang="en-US" dirty="0"/>
              <a:t>會建立</a:t>
            </a:r>
            <a:r>
              <a:rPr lang="en-US" altLang="zh-TW" dirty="0"/>
              <a:t>Prefab Variant(</a:t>
            </a:r>
            <a:r>
              <a:rPr lang="zh-TW" altLang="en-US" dirty="0"/>
              <a:t>變體</a:t>
            </a:r>
            <a:r>
              <a:rPr lang="en-US" altLang="zh-TW" dirty="0"/>
              <a:t>)</a:t>
            </a:r>
            <a:r>
              <a:rPr lang="zh-TW" altLang="en-US" dirty="0"/>
              <a:t>，此時該變體會和原</a:t>
            </a:r>
            <a:r>
              <a:rPr lang="en-US" altLang="zh-TW" dirty="0"/>
              <a:t>Prefab</a:t>
            </a:r>
            <a:r>
              <a:rPr lang="zh-TW" altLang="en-US" dirty="0"/>
              <a:t>有連結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01C2111F-D48B-52BB-F898-428B37852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200400"/>
            <a:ext cx="4001058" cy="16480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97700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Prefab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成為</a:t>
            </a:r>
            <a:r>
              <a:rPr lang="en-US" altLang="zh-TW" dirty="0"/>
              <a:t>Prefab</a:t>
            </a:r>
            <a:r>
              <a:rPr lang="zh-TW" altLang="en-US" dirty="0"/>
              <a:t>後，直接將</a:t>
            </a:r>
            <a:r>
              <a:rPr lang="en-US" altLang="zh-TW" dirty="0"/>
              <a:t>Prefab</a:t>
            </a:r>
            <a:r>
              <a:rPr lang="zh-TW" altLang="en-US" dirty="0"/>
              <a:t>拉到</a:t>
            </a:r>
            <a:r>
              <a:rPr lang="en-US" altLang="zh-TW" dirty="0" err="1"/>
              <a:t>Hierachy</a:t>
            </a:r>
            <a:r>
              <a:rPr lang="zh-TW" altLang="en-US" dirty="0"/>
              <a:t>上就可以在場景上建立它的副本</a:t>
            </a:r>
            <a:r>
              <a:rPr lang="en-US" altLang="zh-TW" dirty="0"/>
              <a:t>(instance)</a:t>
            </a:r>
          </a:p>
          <a:p>
            <a:r>
              <a:rPr lang="zh-TW" altLang="en-US" dirty="0"/>
              <a:t>除了最上層的</a:t>
            </a:r>
            <a:r>
              <a:rPr lang="en-US" altLang="zh-TW" dirty="0"/>
              <a:t>Transform</a:t>
            </a:r>
            <a:r>
              <a:rPr lang="zh-TW" altLang="en-US" dirty="0"/>
              <a:t>，副本的所有內容都會與</a:t>
            </a:r>
            <a:r>
              <a:rPr lang="en-US" altLang="zh-TW" dirty="0"/>
              <a:t>Prefab</a:t>
            </a:r>
            <a:r>
              <a:rPr lang="zh-TW" altLang="en-US" dirty="0"/>
              <a:t>相同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51773A2E-60A7-4254-C87D-1140316B7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3810000"/>
            <a:ext cx="4363059" cy="2572109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="" xmlns:a16="http://schemas.microsoft.com/office/drawing/2014/main" id="{984AC3C0-D47A-40A5-A32D-364682BCBBC7}"/>
              </a:ext>
            </a:extLst>
          </p:cNvPr>
          <p:cNvCxnSpPr>
            <a:cxnSpLocks/>
          </p:cNvCxnSpPr>
          <p:nvPr/>
        </p:nvCxnSpPr>
        <p:spPr>
          <a:xfrm>
            <a:off x="3962400" y="4411980"/>
            <a:ext cx="2438400" cy="176022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修改已建立的</a:t>
            </a:r>
            <a:r>
              <a:rPr lang="en-US" altLang="zh-TW" dirty="0"/>
              <a:t>Prefab</a:t>
            </a:r>
            <a:r>
              <a:rPr lang="zh-TW" altLang="en-US" dirty="0"/>
              <a:t>：方法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修改已建立的副本</a:t>
            </a:r>
            <a:endParaRPr lang="en-US" altLang="zh-TW" dirty="0"/>
          </a:p>
          <a:p>
            <a:r>
              <a:rPr lang="zh-TW" altLang="en-US" dirty="0"/>
              <a:t>選擇</a:t>
            </a:r>
            <a:r>
              <a:rPr lang="en-US" altLang="zh-TW" dirty="0"/>
              <a:t>Overrides &gt;</a:t>
            </a:r>
            <a:r>
              <a:rPr lang="zh-TW" altLang="en-US" dirty="0"/>
              <a:t> </a:t>
            </a:r>
            <a:r>
              <a:rPr lang="en-US" altLang="zh-TW" dirty="0"/>
              <a:t>Apply All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="" xmlns:a16="http://schemas.microsoft.com/office/drawing/2014/main" id="{C0F6328E-90BC-E9E8-196F-6E3C7E3B8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714" y="4456176"/>
            <a:ext cx="9205714" cy="211836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="" xmlns:a16="http://schemas.microsoft.com/office/drawing/2014/main" id="{15095692-77CC-BABE-11F7-3F0FE01CAD22}"/>
              </a:ext>
            </a:extLst>
          </p:cNvPr>
          <p:cNvSpPr/>
          <p:nvPr/>
        </p:nvSpPr>
        <p:spPr>
          <a:xfrm>
            <a:off x="1981200" y="6172200"/>
            <a:ext cx="1371600" cy="402336"/>
          </a:xfrm>
          <a:prstGeom prst="ellipse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修改已建立的</a:t>
            </a:r>
            <a:r>
              <a:rPr lang="en-US" altLang="zh-TW" dirty="0"/>
              <a:t>Prefab</a:t>
            </a:r>
            <a:r>
              <a:rPr lang="zh-TW" altLang="en-US" dirty="0"/>
              <a:t>：方法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修改已建立的副本</a:t>
            </a:r>
            <a:endParaRPr lang="en-US" altLang="zh-TW" dirty="0"/>
          </a:p>
          <a:p>
            <a:r>
              <a:rPr lang="zh-TW" altLang="en-US" dirty="0"/>
              <a:t>將副本拖回目標</a:t>
            </a:r>
            <a:r>
              <a:rPr lang="en-US" altLang="zh-TW" dirty="0"/>
              <a:t>Prefab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715E0E4C-4882-DBFA-3DDD-4D1C1D099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16" y="3505200"/>
            <a:ext cx="6866568" cy="2724477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="" xmlns:a16="http://schemas.microsoft.com/office/drawing/2014/main" id="{4D819D21-9A07-4276-006E-7D06DCEA7226}"/>
              </a:ext>
            </a:extLst>
          </p:cNvPr>
          <p:cNvCxnSpPr>
            <a:cxnSpLocks/>
          </p:cNvCxnSpPr>
          <p:nvPr/>
        </p:nvCxnSpPr>
        <p:spPr>
          <a:xfrm flipH="1" flipV="1">
            <a:off x="1981200" y="4267200"/>
            <a:ext cx="2133600" cy="1447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04440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修改已建立的</a:t>
            </a:r>
            <a:r>
              <a:rPr lang="en-US" altLang="zh-TW" dirty="0"/>
              <a:t>Prefab</a:t>
            </a:r>
            <a:r>
              <a:rPr lang="zh-TW" altLang="en-US" dirty="0"/>
              <a:t>：方法</a:t>
            </a: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Prefab</a:t>
            </a:r>
            <a:r>
              <a:rPr lang="zh-TW" altLang="en-US" dirty="0"/>
              <a:t> </a:t>
            </a:r>
            <a:r>
              <a:rPr lang="en-US" altLang="zh-TW" dirty="0"/>
              <a:t>Stage</a:t>
            </a:r>
          </a:p>
          <a:p>
            <a:pPr lvl="1"/>
            <a:r>
              <a:rPr lang="zh-TW" altLang="en-US" dirty="0"/>
              <a:t>直接在</a:t>
            </a:r>
            <a:r>
              <a:rPr lang="en-US" altLang="zh-TW" dirty="0"/>
              <a:t>Prefab</a:t>
            </a:r>
            <a:r>
              <a:rPr lang="zh-TW" altLang="en-US" dirty="0"/>
              <a:t>點兩下</a:t>
            </a:r>
            <a:endParaRPr lang="en-US" altLang="zh-TW" dirty="0"/>
          </a:p>
          <a:p>
            <a:pPr lvl="1"/>
            <a:r>
              <a:rPr lang="zh-TW" altLang="en-US" dirty="0"/>
              <a:t>最頂層</a:t>
            </a:r>
            <a:r>
              <a:rPr lang="en-US" altLang="zh-TW" dirty="0"/>
              <a:t>(Root)</a:t>
            </a:r>
            <a:r>
              <a:rPr lang="zh-TW" altLang="en-US" dirty="0"/>
              <a:t>的</a:t>
            </a:r>
            <a:r>
              <a:rPr lang="en-US" altLang="zh-TW" dirty="0"/>
              <a:t>Transform</a:t>
            </a:r>
            <a:r>
              <a:rPr lang="zh-TW" altLang="en-US" dirty="0"/>
              <a:t>參數會被忽略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Unity</a:t>
            </a:r>
            <a:r>
              <a:rPr lang="zh-TW" altLang="en-US" dirty="0"/>
              <a:t>官方建議使用此方法</a:t>
            </a:r>
            <a:endParaRPr lang="en-US" altLang="zh-TW" dirty="0"/>
          </a:p>
          <a:p>
            <a:r>
              <a:rPr lang="zh-TW" altLang="en-US" dirty="0"/>
              <a:t>修改環境：</a:t>
            </a:r>
            <a:r>
              <a:rPr lang="en-US" altLang="zh-TW" dirty="0"/>
              <a:t>Project Setting &gt; Editor &gt; </a:t>
            </a:r>
            <a:r>
              <a:rPr lang="en-US" altLang="zh-TW" dirty="0" err="1"/>
              <a:t>PrefabMode</a:t>
            </a:r>
            <a:endParaRPr lang="en-US" altLang="zh-TW" dirty="0"/>
          </a:p>
          <a:p>
            <a:pPr lvl="1"/>
            <a:r>
              <a:rPr lang="zh-TW" altLang="en-US" dirty="0"/>
              <a:t>可建立預設的編輯</a:t>
            </a:r>
            <a:r>
              <a:rPr lang="en-US" altLang="zh-TW" dirty="0"/>
              <a:t>Scene (UI</a:t>
            </a:r>
            <a:r>
              <a:rPr lang="zh-TW" altLang="en-US" dirty="0"/>
              <a:t>可能會用到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pPr marL="411480" lvl="1" indent="0">
              <a:buNone/>
            </a:pPr>
            <a:r>
              <a:rPr lang="en-US" altLang="zh-TW" dirty="0"/>
              <a:t>	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B45D4CEF-2C00-0FCD-04F4-DD20E8FA4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Prefab</a:t>
            </a:r>
            <a:r>
              <a:rPr lang="zh-TW" altLang="en-US" dirty="0"/>
              <a:t>連結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C0D10B1A-0C63-C904-4D3D-01B4CFA43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所有藍色字的物件，即與</a:t>
            </a:r>
            <a:r>
              <a:rPr lang="en-US" altLang="zh-TW" dirty="0"/>
              <a:t>Prefab</a:t>
            </a:r>
            <a:r>
              <a:rPr lang="zh-TW" altLang="en-US" dirty="0"/>
              <a:t>有連結，你可以在</a:t>
            </a:r>
            <a:r>
              <a:rPr lang="en-US" altLang="zh-TW" dirty="0"/>
              <a:t>Inspector</a:t>
            </a:r>
            <a:r>
              <a:rPr lang="zh-TW" altLang="en-US" dirty="0"/>
              <a:t>中的上方確認連結的</a:t>
            </a:r>
            <a:r>
              <a:rPr lang="en-US" altLang="zh-TW" dirty="0"/>
              <a:t>Prefab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7D46781E-2DAB-D61B-D790-FF1BF9221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200400"/>
            <a:ext cx="5315692" cy="200052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34561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B31F0EB8-4984-EC42-CE27-0F6E10E89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Prefab</a:t>
            </a:r>
            <a:r>
              <a:rPr lang="zh-TW" altLang="en-US" dirty="0"/>
              <a:t>連結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A831E510-680A-E985-043C-DE5E32E6C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對</a:t>
            </a:r>
            <a:r>
              <a:rPr lang="en-US" altLang="zh-TW" dirty="0"/>
              <a:t>Prefab</a:t>
            </a:r>
            <a:r>
              <a:rPr lang="zh-TW" altLang="en-US" dirty="0"/>
              <a:t>的修正都會反應在所有副本</a:t>
            </a:r>
            <a:r>
              <a:rPr lang="en-US" altLang="zh-TW" dirty="0"/>
              <a:t>(</a:t>
            </a:r>
            <a:r>
              <a:rPr lang="zh-TW" altLang="en-US" dirty="0"/>
              <a:t>被連結的物件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修改數值</a:t>
            </a:r>
            <a:endParaRPr lang="en-US" altLang="zh-TW" dirty="0"/>
          </a:p>
          <a:p>
            <a:pPr lvl="1"/>
            <a:r>
              <a:rPr lang="zh-TW" altLang="en-US" dirty="0"/>
              <a:t>增減元件等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但要注意，如果再個別的副本上有做過修改，則該值的名稱會變成</a:t>
            </a:r>
            <a:r>
              <a:rPr lang="zh-TW" altLang="en-US" sz="1600" dirty="0"/>
              <a:t>幾乎看不出來的</a:t>
            </a:r>
            <a:r>
              <a:rPr lang="zh-TW" altLang="en-US" dirty="0"/>
              <a:t>粗體字。此時</a:t>
            </a:r>
            <a:r>
              <a:rPr lang="en-US" altLang="zh-TW" dirty="0"/>
              <a:t>Prefab</a:t>
            </a:r>
            <a:r>
              <a:rPr lang="zh-TW" altLang="en-US" dirty="0"/>
              <a:t>的修正就不會生效。</a:t>
            </a:r>
          </a:p>
        </p:txBody>
      </p:sp>
    </p:spTree>
    <p:extLst>
      <p:ext uri="{BB962C8B-B14F-4D97-AF65-F5344CB8AC3E}">
        <p14:creationId xmlns="" xmlns:p14="http://schemas.microsoft.com/office/powerpoint/2010/main" val="2032291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復原物件至</a:t>
            </a:r>
            <a:r>
              <a:rPr lang="en-US" altLang="zh-TW" dirty="0"/>
              <a:t>Prefab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Revert</a:t>
            </a:r>
          </a:p>
          <a:p>
            <a:pPr lvl="1"/>
            <a:r>
              <a:rPr lang="en-US" altLang="zh-TW" dirty="0"/>
              <a:t>Override &gt; Revert</a:t>
            </a:r>
          </a:p>
          <a:p>
            <a:r>
              <a:rPr lang="zh-TW" altLang="en-US" dirty="0"/>
              <a:t>這麼做會放棄所有副本自身的修正，回到與</a:t>
            </a:r>
            <a:r>
              <a:rPr lang="en-US" altLang="zh-TW" dirty="0"/>
              <a:t>Prefab</a:t>
            </a:r>
            <a:r>
              <a:rPr lang="zh-TW" altLang="en-US" dirty="0"/>
              <a:t>相同 </a:t>
            </a:r>
            <a:r>
              <a:rPr lang="en-US" altLang="zh-TW" dirty="0"/>
              <a:t>(</a:t>
            </a:r>
            <a:r>
              <a:rPr lang="zh-TW" altLang="en-US" dirty="0"/>
              <a:t>最上層的</a:t>
            </a:r>
            <a:r>
              <a:rPr lang="en-US" altLang="zh-TW" dirty="0"/>
              <a:t>Transform</a:t>
            </a:r>
            <a:r>
              <a:rPr lang="zh-TW" altLang="en-US" dirty="0"/>
              <a:t>除外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="" xmlns:a16="http://schemas.microsoft.com/office/drawing/2014/main" id="{0960BA08-DD4D-7241-FCE1-7F6738756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714" y="4456176"/>
            <a:ext cx="9205714" cy="2118360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="" xmlns:a16="http://schemas.microsoft.com/office/drawing/2014/main" id="{84B2F3DC-5ADC-18AF-239E-57FB29521688}"/>
              </a:ext>
            </a:extLst>
          </p:cNvPr>
          <p:cNvSpPr/>
          <p:nvPr/>
        </p:nvSpPr>
        <p:spPr>
          <a:xfrm>
            <a:off x="838200" y="6172200"/>
            <a:ext cx="1371600" cy="402336"/>
          </a:xfrm>
          <a:prstGeom prst="ellipse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斷開</a:t>
            </a:r>
            <a:r>
              <a:rPr lang="en-US" altLang="zh-TW" dirty="0"/>
              <a:t>Prefab</a:t>
            </a:r>
            <a:r>
              <a:rPr lang="zh-TW" altLang="en-US" dirty="0"/>
              <a:t>連結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0" y="2249424"/>
            <a:ext cx="4114800" cy="4325112"/>
          </a:xfrm>
        </p:spPr>
        <p:txBody>
          <a:bodyPr/>
          <a:lstStyle/>
          <a:p>
            <a:r>
              <a:rPr lang="zh-TW" altLang="en-US" dirty="0"/>
              <a:t>在副本上按右鍵，可以在</a:t>
            </a:r>
            <a:r>
              <a:rPr lang="en-US" altLang="zh-TW" dirty="0"/>
              <a:t>Prefab</a:t>
            </a:r>
            <a:r>
              <a:rPr lang="zh-TW" altLang="en-US" dirty="0"/>
              <a:t>下找到</a:t>
            </a:r>
            <a:r>
              <a:rPr lang="en-US" altLang="zh-TW" dirty="0"/>
              <a:t>Unpack</a:t>
            </a:r>
            <a:r>
              <a:rPr lang="zh-TW" altLang="en-US" dirty="0"/>
              <a:t>即可斷開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E810F1D7-1688-FC34-E95B-B023F9531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284060"/>
            <a:ext cx="4310992" cy="4058333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="" xmlns:a16="http://schemas.microsoft.com/office/drawing/2014/main" id="{1A3D26A7-632F-3A41-FF7D-E0B36B9A1E0B}"/>
              </a:ext>
            </a:extLst>
          </p:cNvPr>
          <p:cNvSpPr/>
          <p:nvPr/>
        </p:nvSpPr>
        <p:spPr>
          <a:xfrm>
            <a:off x="2286000" y="5638800"/>
            <a:ext cx="2177392" cy="457200"/>
          </a:xfrm>
          <a:prstGeom prst="roundRect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Prefab (</a:t>
            </a:r>
            <a:r>
              <a:rPr lang="zh-TW" altLang="en-US" dirty="0"/>
              <a:t>其他操作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Nested Prefab</a:t>
            </a:r>
          </a:p>
          <a:p>
            <a:pPr lvl="1"/>
            <a:r>
              <a:rPr lang="pt-BR" dirty="0"/>
              <a:t>Prefab中可以</a:t>
            </a:r>
            <a:r>
              <a:rPr lang="pt-BR" b="1" u="sng" dirty="0"/>
              <a:t>包含</a:t>
            </a:r>
            <a:r>
              <a:rPr lang="pt-BR" dirty="0"/>
              <a:t>其他Prefab</a:t>
            </a:r>
          </a:p>
          <a:p>
            <a:pPr lvl="1"/>
            <a:r>
              <a:rPr lang="zh-TW" altLang="en-US" dirty="0"/>
              <a:t>拖拉子物件進入</a:t>
            </a:r>
            <a:r>
              <a:rPr lang="en-US" altLang="zh-TW" dirty="0"/>
              <a:t>Project</a:t>
            </a:r>
            <a:r>
              <a:rPr lang="zh-TW" altLang="en-US" dirty="0"/>
              <a:t>即可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Prefab </a:t>
            </a:r>
            <a:r>
              <a:rPr lang="en-US" dirty="0"/>
              <a:t>Variant</a:t>
            </a:r>
          </a:p>
          <a:p>
            <a:pPr lvl="1"/>
            <a:r>
              <a:rPr lang="en-US" altLang="zh-TW" dirty="0" err="1"/>
              <a:t>PrefabV</a:t>
            </a:r>
            <a:r>
              <a:rPr lang="zh-TW" altLang="en-US" dirty="0"/>
              <a:t>繼承</a:t>
            </a:r>
            <a:r>
              <a:rPr lang="en-US" altLang="zh-TW" dirty="0"/>
              <a:t>Prefab</a:t>
            </a:r>
            <a:r>
              <a:rPr lang="zh-TW" altLang="en-US" dirty="0"/>
              <a:t>，其資料大致相同</a:t>
            </a:r>
            <a:endParaRPr lang="en-US" altLang="zh-TW" dirty="0"/>
          </a:p>
          <a:p>
            <a:pPr lvl="1"/>
            <a:r>
              <a:rPr lang="zh-TW" altLang="en-US" dirty="0"/>
              <a:t>拖拉</a:t>
            </a:r>
            <a:r>
              <a:rPr lang="zh-TW" altLang="en-US" b="1" u="sng" dirty="0"/>
              <a:t>已為</a:t>
            </a:r>
            <a:r>
              <a:rPr lang="en-US" altLang="zh-TW" b="1" u="sng" dirty="0"/>
              <a:t>Prefab</a:t>
            </a:r>
            <a:r>
              <a:rPr lang="zh-TW" altLang="en-US" b="1" u="sng" dirty="0"/>
              <a:t>物件</a:t>
            </a:r>
            <a:r>
              <a:rPr lang="zh-TW" altLang="en-US" dirty="0"/>
              <a:t>進入</a:t>
            </a:r>
            <a:r>
              <a:rPr lang="en-US" altLang="zh-TW" dirty="0"/>
              <a:t>Project</a:t>
            </a:r>
            <a:r>
              <a:rPr lang="zh-TW" altLang="en-US" dirty="0"/>
              <a:t>即可建立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C7A93449-8B47-1626-83FF-1EF0A3739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思考型範例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71551D52-7C1E-8671-C554-B609DC4B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Character</a:t>
            </a:r>
            <a:r>
              <a:rPr lang="zh-TW" altLang="en-US" dirty="0"/>
              <a:t>為</a:t>
            </a:r>
            <a:r>
              <a:rPr lang="en-US" altLang="zh-TW" dirty="0"/>
              <a:t>Prefab</a:t>
            </a:r>
            <a:r>
              <a:rPr lang="zh-TW" altLang="en-US" dirty="0"/>
              <a:t>，以組織好角色相關行為的原件與設定。</a:t>
            </a:r>
            <a:endParaRPr lang="en-US" altLang="zh-TW" dirty="0"/>
          </a:p>
          <a:p>
            <a:pPr lvl="1"/>
            <a:r>
              <a:rPr lang="zh-TW" altLang="en-US" dirty="0"/>
              <a:t>其中有人類、精靈、矮人等 </a:t>
            </a:r>
            <a:r>
              <a:rPr lang="en-US" altLang="zh-TW" dirty="0" err="1"/>
              <a:t>PrefabV</a:t>
            </a:r>
            <a:endParaRPr lang="en-US" altLang="zh-TW" dirty="0"/>
          </a:p>
          <a:p>
            <a:r>
              <a:rPr lang="en-US" altLang="zh-TW" dirty="0"/>
              <a:t>Weapon</a:t>
            </a:r>
            <a:r>
              <a:rPr lang="zh-TW" altLang="en-US" dirty="0"/>
              <a:t>為</a:t>
            </a:r>
            <a:r>
              <a:rPr lang="en-US" altLang="zh-TW" dirty="0"/>
              <a:t>Prefab</a:t>
            </a:r>
            <a:r>
              <a:rPr lang="zh-TW" altLang="en-US" dirty="0"/>
              <a:t> ，以組織好角色相關行為的原件與設定。</a:t>
            </a:r>
            <a:endParaRPr lang="en-US" altLang="zh-TW" dirty="0"/>
          </a:p>
          <a:p>
            <a:pPr lvl="1"/>
            <a:r>
              <a:rPr lang="zh-TW" altLang="en-US" dirty="0"/>
              <a:t>其中有</a:t>
            </a:r>
            <a:r>
              <a:rPr lang="en-US" altLang="zh-TW" dirty="0"/>
              <a:t> </a:t>
            </a:r>
            <a:r>
              <a:rPr lang="zh-TW" altLang="en-US" dirty="0"/>
              <a:t>長劍、弓、法杖等</a:t>
            </a:r>
            <a:r>
              <a:rPr lang="en-US" altLang="zh-TW" dirty="0" err="1"/>
              <a:t>PrefabV</a:t>
            </a:r>
            <a:endParaRPr lang="en-US" altLang="zh-TW" dirty="0"/>
          </a:p>
          <a:p>
            <a:r>
              <a:rPr lang="zh-TW" altLang="en-US" dirty="0"/>
              <a:t>藉由組合精靈 </a:t>
            </a:r>
            <a:r>
              <a:rPr lang="en-US" altLang="zh-TW" dirty="0"/>
              <a:t>&amp;</a:t>
            </a:r>
            <a:r>
              <a:rPr lang="zh-TW" altLang="en-US" dirty="0"/>
              <a:t> 弓，可以形成精靈弓箭手的</a:t>
            </a:r>
            <a:r>
              <a:rPr lang="en-US" altLang="zh-TW" dirty="0"/>
              <a:t>Prefab</a:t>
            </a:r>
            <a:r>
              <a:rPr lang="zh-TW" altLang="en-US" dirty="0"/>
              <a:t>，此時武器為</a:t>
            </a:r>
            <a:r>
              <a:rPr lang="en-US" altLang="zh-TW" dirty="0"/>
              <a:t>Nested Prefab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21718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8.2</a:t>
            </a:r>
            <a:br>
              <a:rPr lang="en-US" altLang="zh-TW" dirty="0"/>
            </a:br>
            <a:r>
              <a:rPr lang="en-US" altLang="zh-TW" dirty="0"/>
              <a:t>.</a:t>
            </a:r>
            <a:r>
              <a:rPr lang="en-US" altLang="zh-TW" dirty="0" err="1"/>
              <a:t>unitypackage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.</a:t>
            </a:r>
            <a:r>
              <a:rPr lang="en-US" altLang="zh-TW" dirty="0" err="1"/>
              <a:t>unitypackage</a:t>
            </a:r>
            <a:r>
              <a:rPr lang="zh-TW" altLang="en-US" dirty="0"/>
              <a:t>是什麼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Unity </a:t>
            </a:r>
            <a:r>
              <a:rPr lang="zh-TW" altLang="en-US" b="1" dirty="0"/>
              <a:t>專用的資源封裝檔</a:t>
            </a:r>
            <a:r>
              <a:rPr lang="zh-TW" altLang="en-US" dirty="0"/>
              <a:t>，用來在不同專案之間方便地傳輸素材、腳本與設定。</a:t>
            </a:r>
            <a:endParaRPr lang="en-US" altLang="zh-TW" dirty="0"/>
          </a:p>
          <a:p>
            <a:pPr lvl="1"/>
            <a:r>
              <a:rPr lang="zh-TW" altLang="en-US" b="1" u="sng" dirty="0">
                <a:solidFill>
                  <a:srgbClr val="FF0000"/>
                </a:solidFill>
              </a:rPr>
              <a:t>不是一種</a:t>
            </a:r>
            <a:r>
              <a:rPr lang="en-US" altLang="zh-TW" b="1" u="sng" dirty="0">
                <a:solidFill>
                  <a:srgbClr val="FF0000"/>
                </a:solidFill>
              </a:rPr>
              <a:t>Unity</a:t>
            </a:r>
            <a:r>
              <a:rPr lang="zh-TW" altLang="en-US" b="1" u="sng" dirty="0">
                <a:solidFill>
                  <a:srgbClr val="FF0000"/>
                </a:solidFill>
              </a:rPr>
              <a:t>資源 </a:t>
            </a:r>
            <a:endParaRPr lang="en-US" altLang="zh-TW" dirty="0"/>
          </a:p>
          <a:p>
            <a:pPr lvl="1"/>
            <a:r>
              <a:rPr lang="zh-TW" altLang="en-US" dirty="0"/>
              <a:t>壓縮檔，但不能用</a:t>
            </a:r>
            <a:r>
              <a:rPr lang="en-US" altLang="zh-TW" dirty="0" err="1"/>
              <a:t>rar</a:t>
            </a:r>
            <a:r>
              <a:rPr lang="zh-TW" altLang="en-US" dirty="0"/>
              <a:t>等開啟</a:t>
            </a:r>
            <a:endParaRPr lang="en-US" altLang="zh-TW" dirty="0"/>
          </a:p>
          <a:p>
            <a:pPr lvl="1"/>
            <a:r>
              <a:rPr lang="zh-TW" altLang="en-US" b="1" dirty="0"/>
              <a:t>內容</a:t>
            </a:r>
            <a:r>
              <a:rPr lang="zh-TW" altLang="en-US" dirty="0"/>
              <a:t>：可以包含模型、材質、音效、</a:t>
            </a:r>
            <a:r>
              <a:rPr lang="en-US" altLang="zh-TW" dirty="0"/>
              <a:t>Prefab</a:t>
            </a:r>
            <a:r>
              <a:rPr lang="zh-TW" altLang="en-US" dirty="0"/>
              <a:t>、腳本、場景設定等，甚至保留了資源的 </a:t>
            </a:r>
            <a:r>
              <a:rPr lang="en-US" altLang="zh-TW" dirty="0"/>
              <a:t>meta </a:t>
            </a:r>
            <a:r>
              <a:rPr lang="zh-TW" altLang="en-US" dirty="0"/>
              <a:t>資訊。</a:t>
            </a:r>
            <a:endParaRPr lang="en-US" altLang="zh-TW" dirty="0"/>
          </a:p>
          <a:p>
            <a:pPr lvl="1"/>
            <a:r>
              <a:rPr lang="zh-TW" altLang="en-US" b="1" dirty="0"/>
              <a:t>跨專案傳輸</a:t>
            </a:r>
            <a:r>
              <a:rPr lang="zh-TW" altLang="en-US" dirty="0"/>
              <a:t>：非常適合把別人的 </a:t>
            </a:r>
            <a:r>
              <a:rPr lang="en-US" altLang="zh-TW" dirty="0"/>
              <a:t>Unity </a:t>
            </a:r>
            <a:r>
              <a:rPr lang="zh-TW" altLang="en-US" dirty="0"/>
              <a:t>資源包匯入到自己的專案，或是分享自己的工具</a:t>
            </a:r>
            <a:r>
              <a:rPr lang="en-US" altLang="zh-TW" dirty="0"/>
              <a:t>/</a:t>
            </a:r>
            <a:r>
              <a:rPr lang="zh-TW" altLang="en-US" dirty="0"/>
              <a:t>素材給別人。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為什麼使用</a:t>
            </a:r>
            <a:r>
              <a:rPr lang="en-US" altLang="zh-TW" dirty="0"/>
              <a:t>.</a:t>
            </a:r>
            <a:r>
              <a:rPr lang="en-US" altLang="zh-TW" dirty="0" err="1"/>
              <a:t>unitypackage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雖然功能等同於壓縮檔，但可以在</a:t>
            </a:r>
            <a:r>
              <a:rPr lang="en-US" altLang="zh-TW" dirty="0"/>
              <a:t>Unity</a:t>
            </a:r>
            <a:r>
              <a:rPr lang="zh-TW" altLang="en-US" dirty="0"/>
              <a:t>中直接建立，也可以在</a:t>
            </a:r>
            <a:r>
              <a:rPr lang="en-US" altLang="zh-TW" dirty="0"/>
              <a:t>Unity</a:t>
            </a:r>
            <a:r>
              <a:rPr lang="zh-TW" altLang="en-US" dirty="0"/>
              <a:t>中直接解壓縮。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可以確保所有相關資源都有被打包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匯出</a:t>
            </a:r>
            <a:r>
              <a:rPr lang="en-US" altLang="zh-TW" dirty="0"/>
              <a:t>.</a:t>
            </a:r>
            <a:r>
              <a:rPr lang="en-US" altLang="zh-TW" dirty="0" err="1"/>
              <a:t>unitypackage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匯出的東西為</a:t>
            </a:r>
            <a:r>
              <a:rPr lang="en-US" altLang="zh-TW" dirty="0"/>
              <a:t>Project</a:t>
            </a:r>
            <a:r>
              <a:rPr lang="zh-TW" altLang="en-US" dirty="0"/>
              <a:t>內的資源</a:t>
            </a:r>
            <a:endParaRPr lang="en-US" altLang="zh-TW" dirty="0"/>
          </a:p>
          <a:p>
            <a:r>
              <a:rPr lang="zh-TW" altLang="en-US" dirty="0"/>
              <a:t>請注意要選取該被匯出的東西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你可能選擇的是</a:t>
            </a:r>
            <a:endParaRPr lang="en-US" altLang="zh-TW" dirty="0"/>
          </a:p>
          <a:p>
            <a:pPr lvl="1"/>
            <a:r>
              <a:rPr lang="zh-TW" altLang="en-US" dirty="0"/>
              <a:t>單一個檔案 或 資料夾</a:t>
            </a:r>
            <a:endParaRPr lang="en-US" altLang="zh-TW" dirty="0"/>
          </a:p>
          <a:p>
            <a:pPr lvl="1"/>
            <a:r>
              <a:rPr lang="zh-TW" altLang="en-US" dirty="0"/>
              <a:t>多個 檔案 和</a:t>
            </a:r>
            <a:r>
              <a:rPr lang="en-US" altLang="zh-TW" dirty="0"/>
              <a:t>/</a:t>
            </a:r>
            <a:r>
              <a:rPr lang="zh-TW" altLang="en-US" dirty="0"/>
              <a:t>或 資料夾</a:t>
            </a:r>
            <a:endParaRPr lang="en-US" altLang="zh-TW" dirty="0"/>
          </a:p>
          <a:p>
            <a:pPr lvl="1"/>
            <a:r>
              <a:rPr lang="zh-TW" altLang="en-US" dirty="0"/>
              <a:t>未選取 </a:t>
            </a:r>
            <a:r>
              <a:rPr lang="en-US" altLang="zh-TW" dirty="0"/>
              <a:t>(</a:t>
            </a:r>
            <a:r>
              <a:rPr lang="zh-TW" altLang="en-US" dirty="0"/>
              <a:t>視同選取全部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="" xmlns:a16="http://schemas.microsoft.com/office/drawing/2014/main" id="{6AE15F69-26B2-2979-4AFA-1818FDF7C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4673300"/>
            <a:ext cx="2810267" cy="19719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BF96E417-85F6-E587-9A0E-3C9070AF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匯出</a:t>
            </a:r>
            <a:r>
              <a:rPr lang="en-US" altLang="zh-TW" dirty="0"/>
              <a:t>.</a:t>
            </a:r>
            <a:r>
              <a:rPr lang="en-US" altLang="zh-TW" dirty="0" err="1"/>
              <a:t>unitypackage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066F88B5-FACB-B257-6619-B13419138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867400" cy="4325112"/>
          </a:xfrm>
        </p:spPr>
        <p:txBody>
          <a:bodyPr/>
          <a:lstStyle/>
          <a:p>
            <a:r>
              <a:rPr lang="zh-TW" altLang="en-US" dirty="0"/>
              <a:t>在選取之後，在其中一個被選取的東西按下右鍵，尋找</a:t>
            </a:r>
            <a:r>
              <a:rPr lang="en-US" altLang="zh-TW" dirty="0"/>
              <a:t>Export Package..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="" xmlns:a16="http://schemas.microsoft.com/office/drawing/2014/main" id="{2A1CD327-C961-605C-F8B1-3844DC68C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375" y="2773669"/>
            <a:ext cx="2235425" cy="3800867"/>
          </a:xfrm>
          <a:prstGeom prst="rect">
            <a:avLst/>
          </a:prstGeom>
        </p:spPr>
      </p:pic>
      <p:sp>
        <p:nvSpPr>
          <p:cNvPr id="5" name="矩形: 圓角 4">
            <a:extLst>
              <a:ext uri="{FF2B5EF4-FFF2-40B4-BE49-F238E27FC236}">
                <a16:creationId xmlns="" xmlns:a16="http://schemas.microsoft.com/office/drawing/2014/main" id="{63A41D29-97F0-CBCB-F530-DFD613749DD6}"/>
              </a:ext>
            </a:extLst>
          </p:cNvPr>
          <p:cNvSpPr/>
          <p:nvPr/>
        </p:nvSpPr>
        <p:spPr>
          <a:xfrm>
            <a:off x="6400800" y="4343400"/>
            <a:ext cx="2362200" cy="3048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4F3E78F7-1DD4-1F25-1495-CDBE35579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664866"/>
            <a:ext cx="2810267" cy="19719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09496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匯出相依性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343400" cy="432511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Include Dependencies</a:t>
            </a:r>
          </a:p>
          <a:p>
            <a:pPr lvl="1"/>
            <a:r>
              <a:rPr lang="zh-TW" altLang="en-US" dirty="0"/>
              <a:t>包含相關物件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 err="1"/>
              <a:t>Inclue</a:t>
            </a:r>
            <a:r>
              <a:rPr lang="en-US" altLang="zh-TW" dirty="0"/>
              <a:t> all scripts</a:t>
            </a:r>
          </a:p>
          <a:p>
            <a:pPr lvl="1"/>
            <a:r>
              <a:rPr lang="zh-TW" altLang="en-US" dirty="0"/>
              <a:t>包含所有程式碼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Export..</a:t>
            </a:r>
          </a:p>
          <a:p>
            <a:pPr lvl="1"/>
            <a:r>
              <a:rPr lang="zh-TW" altLang="en-US" dirty="0"/>
              <a:t>開始匯出</a:t>
            </a:r>
            <a:endParaRPr lang="en-US" altLang="zh-TW" dirty="0"/>
          </a:p>
          <a:p>
            <a:pPr lvl="1"/>
            <a:r>
              <a:rPr lang="en-US" altLang="zh-TW" dirty="0"/>
              <a:t>.</a:t>
            </a:r>
            <a:r>
              <a:rPr lang="en-US" altLang="zh-TW" dirty="0" err="1"/>
              <a:t>unitypackge</a:t>
            </a:r>
            <a:r>
              <a:rPr lang="zh-TW" altLang="en-US" dirty="0"/>
              <a:t>不是遊戲資源，不需要放在</a:t>
            </a:r>
            <a:r>
              <a:rPr lang="en-US" altLang="zh-TW" dirty="0"/>
              <a:t>Assets</a:t>
            </a:r>
            <a:r>
              <a:rPr lang="zh-TW" altLang="en-US" dirty="0"/>
              <a:t>資料夾下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5F6F05D3-510E-139E-4CBE-FB668A873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66531"/>
            <a:ext cx="3867690" cy="64683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匯入</a:t>
            </a:r>
            <a:r>
              <a:rPr lang="en-US" altLang="zh-TW" dirty="0"/>
              <a:t>.</a:t>
            </a:r>
            <a:r>
              <a:rPr lang="en-US" altLang="zh-TW" dirty="0" err="1"/>
              <a:t>unitypackage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匯入方法</a:t>
            </a:r>
            <a:r>
              <a:rPr lang="en-US" altLang="zh-TW" dirty="0"/>
              <a:t>1</a:t>
            </a:r>
          </a:p>
          <a:p>
            <a:pPr lvl="1"/>
            <a:r>
              <a:rPr lang="zh-TW" altLang="en-US" dirty="0"/>
              <a:t>直接拖拉至</a:t>
            </a:r>
            <a:r>
              <a:rPr lang="en-US" altLang="zh-TW" dirty="0"/>
              <a:t>project</a:t>
            </a:r>
            <a:r>
              <a:rPr lang="zh-TW" altLang="en-US" dirty="0"/>
              <a:t>專案空白處</a:t>
            </a:r>
            <a:endParaRPr lang="en-US" altLang="zh-TW" dirty="0"/>
          </a:p>
          <a:p>
            <a:r>
              <a:rPr lang="zh-TW" altLang="en-US" dirty="0"/>
              <a:t>匯入方法</a:t>
            </a:r>
            <a:r>
              <a:rPr lang="en-US" altLang="zh-TW" dirty="0"/>
              <a:t>2</a:t>
            </a:r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Unity</a:t>
            </a:r>
            <a:r>
              <a:rPr lang="zh-TW" altLang="en-US" dirty="0"/>
              <a:t>打開狀況下，雙擊</a:t>
            </a:r>
            <a:r>
              <a:rPr lang="en-US" altLang="zh-TW" dirty="0"/>
              <a:t>.</a:t>
            </a:r>
            <a:r>
              <a:rPr lang="en-US" altLang="zh-TW" dirty="0" err="1"/>
              <a:t>unitypackage</a:t>
            </a:r>
            <a:endParaRPr lang="en-US" altLang="zh-TW" dirty="0"/>
          </a:p>
          <a:p>
            <a:r>
              <a:rPr lang="zh-TW" altLang="en-US" dirty="0"/>
              <a:t>匯入方法</a:t>
            </a:r>
            <a:r>
              <a:rPr lang="en-US" altLang="zh-TW" dirty="0"/>
              <a:t>3</a:t>
            </a:r>
          </a:p>
          <a:p>
            <a:pPr lvl="1"/>
            <a:r>
              <a:rPr lang="en-US" altLang="zh-TW" dirty="0"/>
              <a:t>Project</a:t>
            </a:r>
            <a:r>
              <a:rPr lang="zh-TW" altLang="en-US" dirty="0"/>
              <a:t>空白處右鍵 選擇</a:t>
            </a:r>
            <a:r>
              <a:rPr lang="en-US" altLang="zh-TW" dirty="0"/>
              <a:t>Import Package &gt; Custom Package..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7B3BF1CC-9A33-DDFC-3048-F4EDAB2E0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5486400"/>
            <a:ext cx="5249008" cy="8192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272323B0-B976-24B6-D974-8E053D36F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匯入</a:t>
            </a:r>
            <a:r>
              <a:rPr lang="en-US" altLang="zh-TW" dirty="0"/>
              <a:t>.</a:t>
            </a:r>
            <a:r>
              <a:rPr lang="en-US" altLang="zh-TW" dirty="0" err="1"/>
              <a:t>unitypackage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C41962ED-89AE-D567-50F1-F4DCD96FA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572000" cy="4325112"/>
          </a:xfrm>
        </p:spPr>
        <p:txBody>
          <a:bodyPr/>
          <a:lstStyle/>
          <a:p>
            <a:r>
              <a:rPr lang="zh-TW" altLang="en-US" dirty="0"/>
              <a:t>依照狀況會有</a:t>
            </a:r>
            <a:endParaRPr lang="en-US" altLang="zh-TW" dirty="0"/>
          </a:p>
          <a:p>
            <a:pPr lvl="1"/>
            <a:r>
              <a:rPr lang="zh-TW" altLang="en-US" dirty="0"/>
              <a:t>不需要更改</a:t>
            </a:r>
            <a:endParaRPr lang="en-US" altLang="zh-TW" dirty="0"/>
          </a:p>
          <a:p>
            <a:pPr lvl="1"/>
            <a:r>
              <a:rPr lang="zh-TW" altLang="en-US" dirty="0"/>
              <a:t>新資源</a:t>
            </a:r>
            <a:r>
              <a:rPr lang="en-US" altLang="zh-TW" dirty="0"/>
              <a:t>(</a:t>
            </a:r>
            <a:r>
              <a:rPr lang="zh-TW" altLang="en-US" dirty="0"/>
              <a:t>綠色</a:t>
            </a:r>
            <a:r>
              <a:rPr lang="en-US" altLang="zh-TW" dirty="0"/>
              <a:t>new)</a:t>
            </a:r>
          </a:p>
          <a:p>
            <a:pPr lvl="1"/>
            <a:r>
              <a:rPr lang="zh-TW" altLang="en-US" dirty="0"/>
              <a:t>有變動 </a:t>
            </a:r>
            <a:r>
              <a:rPr lang="en-US" altLang="zh-TW" dirty="0"/>
              <a:t>(</a:t>
            </a:r>
            <a:r>
              <a:rPr lang="zh-TW" altLang="en-US" dirty="0"/>
              <a:t>迴轉符號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如果都不需要更改會是一行文字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="" xmlns:a16="http://schemas.microsoft.com/office/drawing/2014/main" id="{7CFE4874-1124-65BA-5A77-0F2B9B376FC7}"/>
              </a:ext>
            </a:extLst>
          </p:cNvPr>
          <p:cNvSpPr txBox="1">
            <a:spLocks/>
          </p:cNvSpPr>
          <p:nvPr/>
        </p:nvSpPr>
        <p:spPr>
          <a:xfrm>
            <a:off x="457200" y="2209800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0BAF4177-8C28-C411-4179-384590D85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973054"/>
            <a:ext cx="3467584" cy="560148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="" xmlns:a16="http://schemas.microsoft.com/office/drawing/2014/main" id="{F226B8C1-76EB-8AC8-158D-FC75051DF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57794"/>
            <a:ext cx="3846901" cy="51441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42457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</a:t>
            </a:r>
            <a:r>
              <a:rPr lang="en-US" altLang="zh-TW" dirty="0" smtClean="0"/>
              <a:t>8.3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smtClean="0"/>
              <a:t>Asset Store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網站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https://</a:t>
            </a:r>
            <a:r>
              <a:rPr lang="en-US" altLang="zh-TW" dirty="0" smtClean="0">
                <a:hlinkClick r:id="rId2"/>
              </a:rPr>
              <a:t>assetstore.unity.com/zh-CN</a:t>
            </a:r>
            <a:endParaRPr lang="en-US" altLang="zh-TW" dirty="0" smtClean="0"/>
          </a:p>
          <a:p>
            <a:r>
              <a:rPr lang="en-US" altLang="zh-TW" dirty="0" smtClean="0"/>
              <a:t>Unity Asset</a:t>
            </a:r>
            <a:r>
              <a:rPr lang="zh-TW" altLang="en-US" dirty="0" smtClean="0"/>
              <a:t> </a:t>
            </a:r>
            <a:r>
              <a:rPr lang="en-US" altLang="zh-TW" dirty="0" smtClean="0"/>
              <a:t>Store</a:t>
            </a:r>
            <a:r>
              <a:rPr lang="zh-TW" altLang="en-US" dirty="0" smtClean="0"/>
              <a:t>是一個網站，你可以在上面購買與銷售素材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3758877"/>
            <a:ext cx="5340350" cy="2852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種類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181600" cy="4325112"/>
          </a:xfrm>
        </p:spPr>
        <p:txBody>
          <a:bodyPr/>
          <a:lstStyle/>
          <a:p>
            <a:r>
              <a:rPr lang="en-US" altLang="zh-TW" dirty="0" smtClean="0"/>
              <a:t>2D</a:t>
            </a:r>
          </a:p>
          <a:p>
            <a:r>
              <a:rPr lang="en-US" altLang="zh-TW" dirty="0" smtClean="0"/>
              <a:t>3D</a:t>
            </a:r>
          </a:p>
          <a:p>
            <a:r>
              <a:rPr lang="zh-TW" altLang="en-US" dirty="0" smtClean="0"/>
              <a:t>插件</a:t>
            </a:r>
            <a:endParaRPr lang="en-US" altLang="zh-TW" dirty="0" smtClean="0"/>
          </a:p>
          <a:p>
            <a:r>
              <a:rPr lang="zh-TW" altLang="en-US" dirty="0" smtClean="0"/>
              <a:t>聲音</a:t>
            </a:r>
            <a:endParaRPr lang="en-US" altLang="zh-TW" dirty="0" smtClean="0"/>
          </a:p>
          <a:p>
            <a:r>
              <a:rPr lang="zh-TW" altLang="en-US" dirty="0" smtClean="0"/>
              <a:t>雛形</a:t>
            </a:r>
            <a:endParaRPr lang="en-US" altLang="zh-TW" dirty="0" smtClean="0"/>
          </a:p>
          <a:p>
            <a:r>
              <a:rPr lang="zh-TW" altLang="en-US" dirty="0" smtClean="0"/>
              <a:t>模板</a:t>
            </a:r>
            <a:endParaRPr lang="en-US" altLang="zh-TW" dirty="0" smtClean="0"/>
          </a:p>
          <a:p>
            <a:r>
              <a:rPr lang="zh-TW" altLang="en-US" dirty="0" smtClean="0"/>
              <a:t>工具</a:t>
            </a:r>
            <a:endParaRPr lang="en-US" altLang="zh-TW" dirty="0" smtClean="0"/>
          </a:p>
          <a:p>
            <a:r>
              <a:rPr lang="zh-TW" altLang="en-US" dirty="0" smtClean="0"/>
              <a:t>視覺</a:t>
            </a:r>
            <a:r>
              <a:rPr lang="zh-TW" altLang="en-US" dirty="0" smtClean="0"/>
              <a:t>特效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3124200"/>
            <a:ext cx="2589978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範例：</a:t>
            </a:r>
            <a:r>
              <a:rPr lang="en-US" altLang="zh-TW" dirty="0" smtClean="0"/>
              <a:t>Unity Chan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https://</a:t>
            </a:r>
            <a:r>
              <a:rPr lang="en-US" altLang="zh-TW" dirty="0" smtClean="0">
                <a:hlinkClick r:id="rId2"/>
              </a:rPr>
              <a:t>assetstore.unity.com/packages/3d/characters/unity-chan-model-18705</a:t>
            </a:r>
            <a:endParaRPr lang="en-US" altLang="zh-TW" dirty="0" smtClean="0"/>
          </a:p>
          <a:p>
            <a:r>
              <a:rPr lang="zh-TW" altLang="en-US" dirty="0" smtClean="0"/>
              <a:t>可以</a:t>
            </a:r>
            <a:r>
              <a:rPr lang="zh-TW" altLang="en-US" dirty="0" smtClean="0"/>
              <a:t>點選 </a:t>
            </a:r>
            <a:r>
              <a:rPr lang="en-US" altLang="zh-TW" dirty="0" smtClean="0"/>
              <a:t>Add to My Assets</a:t>
            </a:r>
            <a:r>
              <a:rPr lang="zh-TW" altLang="en-US" dirty="0" smtClean="0"/>
              <a:t> 來取得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3690799"/>
            <a:ext cx="6689326" cy="31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Package Manager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如果點擊後沒有自動開啟</a:t>
            </a:r>
            <a:r>
              <a:rPr lang="en-US" altLang="zh-TW" dirty="0" smtClean="0"/>
              <a:t>Unity</a:t>
            </a:r>
            <a:r>
              <a:rPr lang="zh-TW" altLang="en-US" dirty="0" smtClean="0"/>
              <a:t>加入</a:t>
            </a:r>
            <a:endParaRPr lang="en-US" altLang="zh-TW" dirty="0" smtClean="0"/>
          </a:p>
          <a:p>
            <a:r>
              <a:rPr lang="zh-TW" altLang="en-US" dirty="0" smtClean="0"/>
              <a:t>可前往</a:t>
            </a:r>
            <a:r>
              <a:rPr lang="en-US" altLang="zh-TW" dirty="0" smtClean="0"/>
              <a:t>Window &gt; Package</a:t>
            </a:r>
            <a:r>
              <a:rPr lang="zh-TW" altLang="en-US" dirty="0" smtClean="0"/>
              <a:t> </a:t>
            </a:r>
            <a:r>
              <a:rPr lang="en-US" altLang="zh-TW" dirty="0" smtClean="0"/>
              <a:t>Manager</a:t>
            </a:r>
            <a:r>
              <a:rPr lang="zh-TW" altLang="en-US" dirty="0" smtClean="0"/>
              <a:t>尋找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3429000"/>
            <a:ext cx="4564411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下載與匯入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257800" cy="4325112"/>
          </a:xfrm>
        </p:spPr>
        <p:txBody>
          <a:bodyPr/>
          <a:lstStyle/>
          <a:p>
            <a:r>
              <a:rPr lang="en-US" altLang="zh-TW" dirty="0" smtClean="0"/>
              <a:t>Download </a:t>
            </a:r>
            <a:r>
              <a:rPr lang="zh-TW" altLang="en-US" dirty="0" smtClean="0"/>
              <a:t>下載該套件</a:t>
            </a:r>
            <a:endParaRPr lang="en-US" altLang="zh-TW" dirty="0" smtClean="0"/>
          </a:p>
          <a:p>
            <a:r>
              <a:rPr lang="en-US" altLang="zh-TW" dirty="0" smtClean="0"/>
              <a:t>Import </a:t>
            </a:r>
            <a:r>
              <a:rPr lang="zh-TW" altLang="en-US" dirty="0" smtClean="0"/>
              <a:t>匯入該套件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實際上</a:t>
            </a:r>
            <a:r>
              <a:rPr lang="zh-TW" altLang="en-US" dirty="0" smtClean="0"/>
              <a:t>這</a:t>
            </a:r>
            <a:r>
              <a:rPr lang="zh-TW" altLang="en-US" dirty="0" smtClean="0"/>
              <a:t>與</a:t>
            </a:r>
            <a:r>
              <a:rPr lang="en-US" altLang="zh-TW" dirty="0" smtClean="0"/>
              <a:t>.</a:t>
            </a:r>
            <a:r>
              <a:rPr lang="en-US" altLang="zh-TW" dirty="0" err="1" smtClean="0"/>
              <a:t>UnityPackage</a:t>
            </a:r>
            <a:r>
              <a:rPr lang="zh-TW" altLang="en-US" dirty="0" smtClean="0"/>
              <a:t>的概念相同</a:t>
            </a:r>
            <a:endParaRPr lang="en-US" altLang="zh-TW" dirty="0" smtClean="0"/>
          </a:p>
          <a:p>
            <a:r>
              <a:rPr lang="zh-TW" altLang="en-US" dirty="0" smtClean="0"/>
              <a:t>官方的部分</a:t>
            </a:r>
            <a:r>
              <a:rPr lang="zh-TW" altLang="en-US" dirty="0" smtClean="0"/>
              <a:t>功能也需要以這種方式匯入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額外、進階、實驗功能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590800"/>
            <a:ext cx="3056809" cy="3718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5617</TotalTime>
  <Words>941</Words>
  <Application>Microsoft Office PowerPoint</Application>
  <PresentationFormat>如螢幕大小 (4:3)</PresentationFormat>
  <Paragraphs>166</Paragraphs>
  <Slides>29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0" baseType="lpstr">
      <vt:lpstr>都會</vt:lpstr>
      <vt:lpstr>Lesson 8.1 prefab</vt:lpstr>
      <vt:lpstr>Prefab</vt:lpstr>
      <vt:lpstr>建立Prefab 1</vt:lpstr>
      <vt:lpstr>建立Prefab 2</vt:lpstr>
      <vt:lpstr>建立Prefab 2 續</vt:lpstr>
      <vt:lpstr>使用Prefab</vt:lpstr>
      <vt:lpstr>修改已建立的Prefab：方法1</vt:lpstr>
      <vt:lpstr>修改已建立的Prefab：方法2</vt:lpstr>
      <vt:lpstr>修改已建立的Prefab：方法3</vt:lpstr>
      <vt:lpstr>Prefab連結</vt:lpstr>
      <vt:lpstr>Prefab連結</vt:lpstr>
      <vt:lpstr>復原物件至Prefab</vt:lpstr>
      <vt:lpstr>斷開Prefab連結</vt:lpstr>
      <vt:lpstr>Prefab (其他操作)</vt:lpstr>
      <vt:lpstr>思考型範例</vt:lpstr>
      <vt:lpstr>Lesson 8.2 .unitypackage</vt:lpstr>
      <vt:lpstr>.unitypackage是什麼</vt:lpstr>
      <vt:lpstr>為什麼使用.unitypackage</vt:lpstr>
      <vt:lpstr>匯出.unitypackage</vt:lpstr>
      <vt:lpstr>匯出.unitypackage</vt:lpstr>
      <vt:lpstr>匯出相依性</vt:lpstr>
      <vt:lpstr>匯入.unitypackage</vt:lpstr>
      <vt:lpstr>匯入.unitypackage</vt:lpstr>
      <vt:lpstr>Lesson 8.3 Asset Store</vt:lpstr>
      <vt:lpstr>網站</vt:lpstr>
      <vt:lpstr>種類</vt:lpstr>
      <vt:lpstr>範例：Unity Chan</vt:lpstr>
      <vt:lpstr>Package Manager</vt:lpstr>
      <vt:lpstr>下載與匯入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341</cp:revision>
  <dcterms:created xsi:type="dcterms:W3CDTF">2024-11-18T05:57:07Z</dcterms:created>
  <dcterms:modified xsi:type="dcterms:W3CDTF">2025-10-12T13:16:56Z</dcterms:modified>
</cp:coreProperties>
</file>