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264" r:id="rId3"/>
    <p:sldId id="281" r:id="rId4"/>
    <p:sldId id="282" r:id="rId5"/>
    <p:sldId id="283" r:id="rId6"/>
    <p:sldId id="290" r:id="rId7"/>
    <p:sldId id="284" r:id="rId8"/>
    <p:sldId id="300" r:id="rId9"/>
    <p:sldId id="301" r:id="rId10"/>
    <p:sldId id="291" r:id="rId11"/>
    <p:sldId id="292" r:id="rId12"/>
    <p:sldId id="295" r:id="rId13"/>
    <p:sldId id="293" r:id="rId14"/>
    <p:sldId id="294" r:id="rId15"/>
    <p:sldId id="296" r:id="rId16"/>
    <p:sldId id="297" r:id="rId17"/>
    <p:sldId id="298" r:id="rId18"/>
    <p:sldId id="299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11" autoAdjust="0"/>
  </p:normalViewPr>
  <p:slideViewPr>
    <p:cSldViewPr>
      <p:cViewPr>
        <p:scale>
          <a:sx n="125" d="100"/>
          <a:sy n="125" d="100"/>
        </p:scale>
        <p:origin x="-161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3:15.727" v="3" actId="20577"/>
      <pc:docMkLst>
        <pc:docMk/>
      </pc:docMkLst>
      <pc:sldChg chg="modSp mod">
        <pc:chgData name="仕明 張" userId="a807ee1b932df6c2" providerId="LiveId" clId="{AFAE7C5A-3E6D-494F-BBBB-CC72F70A7DD7}" dt="2025-03-13T06:23:15.727" v="3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3:15.727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仕明 張" userId="a807ee1b932df6c2" providerId="LiveId" clId="{82AF1F07-EA2B-4C9D-A90B-DBE7AA00116F}"/>
    <pc:docChg chg="custSel addSld delSld modSld sldOrd">
      <pc:chgData name="仕明 張" userId="a807ee1b932df6c2" providerId="LiveId" clId="{82AF1F07-EA2B-4C9D-A90B-DBE7AA00116F}" dt="2025-03-18T03:21:57.229" v="1561" actId="20577"/>
      <pc:docMkLst>
        <pc:docMk/>
      </pc:docMkLst>
      <pc:sldChg chg="modSp mod">
        <pc:chgData name="仕明 張" userId="a807ee1b932df6c2" providerId="LiveId" clId="{82AF1F07-EA2B-4C9D-A90B-DBE7AA00116F}" dt="2025-03-18T01:10:19.912" v="19" actId="20577"/>
        <pc:sldMkLst>
          <pc:docMk/>
          <pc:sldMk cId="0" sldId="256"/>
        </pc:sldMkLst>
        <pc:spChg chg="mod">
          <ac:chgData name="仕明 張" userId="a807ee1b932df6c2" providerId="LiveId" clId="{82AF1F07-EA2B-4C9D-A90B-DBE7AA00116F}" dt="2025-03-18T01:10:19.912" v="19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modSp new mod ord">
        <pc:chgData name="仕明 張" userId="a807ee1b932df6c2" providerId="LiveId" clId="{82AF1F07-EA2B-4C9D-A90B-DBE7AA00116F}" dt="2025-03-18T03:09:41.435" v="632" actId="20577"/>
        <pc:sldMkLst>
          <pc:docMk/>
          <pc:sldMk cId="2438330782" sldId="257"/>
        </pc:sldMkLst>
        <pc:spChg chg="mod">
          <ac:chgData name="仕明 張" userId="a807ee1b932df6c2" providerId="LiveId" clId="{82AF1F07-EA2B-4C9D-A90B-DBE7AA00116F}" dt="2025-03-18T03:09:41.435" v="632" actId="20577"/>
          <ac:spMkLst>
            <pc:docMk/>
            <pc:sldMk cId="2438330782" sldId="257"/>
            <ac:spMk id="2" creationId="{C8A001B2-318F-F738-F4F7-9BABA1B4ED50}"/>
          </ac:spMkLst>
        </pc:spChg>
        <pc:spChg chg="mod">
          <ac:chgData name="仕明 張" userId="a807ee1b932df6c2" providerId="LiveId" clId="{82AF1F07-EA2B-4C9D-A90B-DBE7AA00116F}" dt="2025-03-18T01:37:13.582" v="259" actId="404"/>
          <ac:spMkLst>
            <pc:docMk/>
            <pc:sldMk cId="2438330782" sldId="257"/>
            <ac:spMk id="3" creationId="{FB5E92BE-BEE6-9126-A514-BBEEAE32A7A5}"/>
          </ac:spMkLst>
        </pc:spChg>
        <pc:picChg chg="add mod">
          <ac:chgData name="仕明 張" userId="a807ee1b932df6c2" providerId="LiveId" clId="{82AF1F07-EA2B-4C9D-A90B-DBE7AA00116F}" dt="2025-03-18T01:35:45.885" v="52" actId="1076"/>
          <ac:picMkLst>
            <pc:docMk/>
            <pc:sldMk cId="2438330782" sldId="257"/>
            <ac:picMk id="5" creationId="{C9AF7AB2-AE35-3AEE-4BB4-D9F0990F78B4}"/>
          </ac:picMkLst>
        </pc:picChg>
      </pc:sldChg>
      <pc:sldChg chg="modSp new mod">
        <pc:chgData name="仕明 張" userId="a807ee1b932df6c2" providerId="LiveId" clId="{82AF1F07-EA2B-4C9D-A90B-DBE7AA00116F}" dt="2025-03-18T01:39:00.044" v="581" actId="20577"/>
        <pc:sldMkLst>
          <pc:docMk/>
          <pc:sldMk cId="3392264140" sldId="258"/>
        </pc:sldMkLst>
        <pc:spChg chg="mod">
          <ac:chgData name="仕明 張" userId="a807ee1b932df6c2" providerId="LiveId" clId="{82AF1F07-EA2B-4C9D-A90B-DBE7AA00116F}" dt="2025-03-18T01:37:30.155" v="284" actId="20577"/>
          <ac:spMkLst>
            <pc:docMk/>
            <pc:sldMk cId="3392264140" sldId="258"/>
            <ac:spMk id="2" creationId="{F7C164FF-B52D-4EA8-274D-294CD70A3E8F}"/>
          </ac:spMkLst>
        </pc:spChg>
        <pc:spChg chg="mod">
          <ac:chgData name="仕明 張" userId="a807ee1b932df6c2" providerId="LiveId" clId="{82AF1F07-EA2B-4C9D-A90B-DBE7AA00116F}" dt="2025-03-18T01:39:00.044" v="581" actId="20577"/>
          <ac:spMkLst>
            <pc:docMk/>
            <pc:sldMk cId="3392264140" sldId="258"/>
            <ac:spMk id="3" creationId="{1B8E764D-898D-2E2B-772D-5A4D2226CB4D}"/>
          </ac:spMkLst>
        </pc:spChg>
      </pc:sldChg>
      <pc:sldChg chg="addSp modSp new mod">
        <pc:chgData name="仕明 張" userId="a807ee1b932df6c2" providerId="LiveId" clId="{82AF1F07-EA2B-4C9D-A90B-DBE7AA00116F}" dt="2025-03-18T03:21:57.229" v="1561" actId="20577"/>
        <pc:sldMkLst>
          <pc:docMk/>
          <pc:sldMk cId="529276187" sldId="259"/>
        </pc:sldMkLst>
        <pc:spChg chg="mod">
          <ac:chgData name="仕明 張" userId="a807ee1b932df6c2" providerId="LiveId" clId="{82AF1F07-EA2B-4C9D-A90B-DBE7AA00116F}" dt="2025-03-18T03:09:46.322" v="645" actId="20577"/>
          <ac:spMkLst>
            <pc:docMk/>
            <pc:sldMk cId="529276187" sldId="259"/>
            <ac:spMk id="2" creationId="{9ED3E8C0-1A25-27F0-0B6A-90A7424FC35E}"/>
          </ac:spMkLst>
        </pc:spChg>
        <pc:spChg chg="mod">
          <ac:chgData name="仕明 張" userId="a807ee1b932df6c2" providerId="LiveId" clId="{82AF1F07-EA2B-4C9D-A90B-DBE7AA00116F}" dt="2025-03-18T03:21:57.229" v="1561" actId="20577"/>
          <ac:spMkLst>
            <pc:docMk/>
            <pc:sldMk cId="529276187" sldId="259"/>
            <ac:spMk id="3" creationId="{B95E9014-BC8D-99A6-3327-6F70C1C14FE9}"/>
          </ac:spMkLst>
        </pc:spChg>
        <pc:picChg chg="add mod">
          <ac:chgData name="仕明 張" userId="a807ee1b932df6c2" providerId="LiveId" clId="{82AF1F07-EA2B-4C9D-A90B-DBE7AA00116F}" dt="2025-03-18T03:09:34.736" v="621" actId="1076"/>
          <ac:picMkLst>
            <pc:docMk/>
            <pc:sldMk cId="529276187" sldId="259"/>
            <ac:picMk id="5" creationId="{0A718DA7-D9A9-A8E1-3286-4722A904A939}"/>
          </ac:picMkLst>
        </pc:picChg>
      </pc:sldChg>
      <pc:sldChg chg="addSp modSp new mod">
        <pc:chgData name="仕明 張" userId="a807ee1b932df6c2" providerId="LiveId" clId="{82AF1F07-EA2B-4C9D-A90B-DBE7AA00116F}" dt="2025-03-18T03:16:55.161" v="1032" actId="14100"/>
        <pc:sldMkLst>
          <pc:docMk/>
          <pc:sldMk cId="1346487584" sldId="260"/>
        </pc:sldMkLst>
        <pc:spChg chg="mod">
          <ac:chgData name="仕明 張" userId="a807ee1b932df6c2" providerId="LiveId" clId="{82AF1F07-EA2B-4C9D-A90B-DBE7AA00116F}" dt="2025-03-18T03:15:46.739" v="873" actId="20577"/>
          <ac:spMkLst>
            <pc:docMk/>
            <pc:sldMk cId="1346487584" sldId="260"/>
            <ac:spMk id="2" creationId="{41DE6A87-ABA3-C89C-DED5-C42CD4E6FB4E}"/>
          </ac:spMkLst>
        </pc:spChg>
        <pc:spChg chg="mod">
          <ac:chgData name="仕明 張" userId="a807ee1b932df6c2" providerId="LiveId" clId="{82AF1F07-EA2B-4C9D-A90B-DBE7AA00116F}" dt="2025-03-18T03:16:55.161" v="1032" actId="14100"/>
          <ac:spMkLst>
            <pc:docMk/>
            <pc:sldMk cId="1346487584" sldId="260"/>
            <ac:spMk id="3" creationId="{76824733-F35A-70AD-DC74-337876E3562B}"/>
          </ac:spMkLst>
        </pc:spChg>
        <pc:picChg chg="add mod">
          <ac:chgData name="仕明 張" userId="a807ee1b932df6c2" providerId="LiveId" clId="{82AF1F07-EA2B-4C9D-A90B-DBE7AA00116F}" dt="2025-03-18T03:16:20.832" v="949" actId="14100"/>
          <ac:picMkLst>
            <pc:docMk/>
            <pc:sldMk cId="1346487584" sldId="260"/>
            <ac:picMk id="5" creationId="{CDD08B3E-20E8-4BC5-9E68-D098645DCE7A}"/>
          </ac:picMkLst>
        </pc:picChg>
      </pc:sldChg>
      <pc:sldChg chg="addSp delSp modSp new mod">
        <pc:chgData name="仕明 張" userId="a807ee1b932df6c2" providerId="LiveId" clId="{82AF1F07-EA2B-4C9D-A90B-DBE7AA00116F}" dt="2025-03-18T03:21:11.395" v="1410" actId="6549"/>
        <pc:sldMkLst>
          <pc:docMk/>
          <pc:sldMk cId="3006665140" sldId="261"/>
        </pc:sldMkLst>
        <pc:spChg chg="mod">
          <ac:chgData name="仕明 張" userId="a807ee1b932df6c2" providerId="LiveId" clId="{82AF1F07-EA2B-4C9D-A90B-DBE7AA00116F}" dt="2025-03-18T03:20:25.899" v="1404"/>
          <ac:spMkLst>
            <pc:docMk/>
            <pc:sldMk cId="3006665140" sldId="261"/>
            <ac:spMk id="2" creationId="{CD69200E-22D0-334C-D056-7D605ADC745B}"/>
          </ac:spMkLst>
        </pc:spChg>
        <pc:spChg chg="mod">
          <ac:chgData name="仕明 張" userId="a807ee1b932df6c2" providerId="LiveId" clId="{82AF1F07-EA2B-4C9D-A90B-DBE7AA00116F}" dt="2025-03-18T03:21:11.395" v="1410" actId="6549"/>
          <ac:spMkLst>
            <pc:docMk/>
            <pc:sldMk cId="3006665140" sldId="261"/>
            <ac:spMk id="3" creationId="{538A6DF5-BD35-8537-DAF4-D5193A76AC97}"/>
          </ac:spMkLst>
        </pc:spChg>
        <pc:picChg chg="add del mod">
          <ac:chgData name="仕明 張" userId="a807ee1b932df6c2" providerId="LiveId" clId="{82AF1F07-EA2B-4C9D-A90B-DBE7AA00116F}" dt="2025-03-18T03:18:05.165" v="1036" actId="478"/>
          <ac:picMkLst>
            <pc:docMk/>
            <pc:sldMk cId="3006665140" sldId="261"/>
            <ac:picMk id="5" creationId="{833FC8AB-7D49-DAC3-EB58-897DEDCA76A6}"/>
          </ac:picMkLst>
        </pc:picChg>
        <pc:picChg chg="add mod">
          <ac:chgData name="仕明 張" userId="a807ee1b932df6c2" providerId="LiveId" clId="{82AF1F07-EA2B-4C9D-A90B-DBE7AA00116F}" dt="2025-03-18T03:18:07.026" v="1038" actId="1076"/>
          <ac:picMkLst>
            <pc:docMk/>
            <pc:sldMk cId="3006665140" sldId="261"/>
            <ac:picMk id="7" creationId="{F2AF50ED-3102-B2CF-808C-5661A35E12BC}"/>
          </ac:picMkLst>
        </pc:picChg>
      </pc:sldChg>
      <pc:sldChg chg="new del">
        <pc:chgData name="仕明 張" userId="a807ee1b932df6c2" providerId="LiveId" clId="{82AF1F07-EA2B-4C9D-A90B-DBE7AA00116F}" dt="2025-03-18T03:21:04.325" v="1407" actId="47"/>
        <pc:sldMkLst>
          <pc:docMk/>
          <pc:sldMk cId="428144202" sldId="262"/>
        </pc:sldMkLst>
      </pc:sldChg>
      <pc:sldChg chg="add">
        <pc:chgData name="仕明 張" userId="a807ee1b932df6c2" providerId="LiveId" clId="{82AF1F07-EA2B-4C9D-A90B-DBE7AA00116F}" dt="2025-03-18T03:21:02.994" v="1406"/>
        <pc:sldMkLst>
          <pc:docMk/>
          <pc:sldMk cId="3190844274" sldId="263"/>
        </pc:sldMkLst>
      </pc:sldChg>
    </pc:docChg>
  </pc:docChgLst>
  <pc:docChgLst>
    <pc:chgData name="仕明 張" userId="a807ee1b932df6c2" providerId="LiveId" clId="{BEBE251C-7599-4391-ABB1-20AC427F0AE6}"/>
    <pc:docChg chg="delSld modSld">
      <pc:chgData name="仕明 張" userId="a807ee1b932df6c2" providerId="LiveId" clId="{BEBE251C-7599-4391-ABB1-20AC427F0AE6}" dt="2025-03-13T06:24:14.409" v="15" actId="2696"/>
      <pc:docMkLst>
        <pc:docMk/>
      </pc:docMkLst>
      <pc:sldChg chg="modSp mod">
        <pc:chgData name="仕明 張" userId="a807ee1b932df6c2" providerId="LiveId" clId="{BEBE251C-7599-4391-ABB1-20AC427F0AE6}" dt="2025-03-13T06:24:09.239" v="14" actId="20577"/>
        <pc:sldMkLst>
          <pc:docMk/>
          <pc:sldMk cId="0" sldId="256"/>
        </pc:sldMkLst>
        <pc:spChg chg="mod">
          <ac:chgData name="仕明 張" userId="a807ee1b932df6c2" providerId="LiveId" clId="{BEBE251C-7599-4391-ABB1-20AC427F0AE6}" dt="2025-03-13T06:24:09.239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7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8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9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0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1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924347708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639790741" sldId="273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458689279" sldId="27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259108623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390105728" sldId="27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2158295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Lesson 15</a:t>
            </a:r>
            <a:br>
              <a:rPr lang="en-US" altLang="zh-TW" dirty="0" smtClean="0"/>
            </a:br>
            <a:r>
              <a:rPr lang="zh-TW" altLang="en-US" dirty="0" smtClean="0"/>
              <a:t>場景與資源管理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smtClean="0"/>
              <a:t>Horazon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通用</a:t>
            </a:r>
            <a:r>
              <a:rPr lang="en-US" altLang="zh-TW" dirty="0"/>
              <a:t>]</a:t>
            </a:r>
            <a:r>
              <a:rPr lang="zh-TW" altLang="en-US" dirty="0"/>
              <a:t>遊戲引擎功能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視覺與渲染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物理模擬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動畫系統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音效與音樂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使用者互動 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輸入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&amp;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回應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使用者介面 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(UI)</a:t>
            </a:r>
          </a:p>
          <a:p>
            <a:r>
              <a:rPr lang="zh-TW" altLang="en-US" b="1" u="sng" dirty="0">
                <a:solidFill>
                  <a:srgbClr val="00B050"/>
                </a:solidFill>
              </a:rPr>
              <a:t>場景與資源管理 </a:t>
            </a:r>
            <a:r>
              <a:rPr lang="en-US" altLang="zh-TW" dirty="0"/>
              <a:t>	</a:t>
            </a:r>
          </a:p>
          <a:p>
            <a:r>
              <a:rPr lang="zh-TW" altLang="en-US" dirty="0"/>
              <a:t>遊戲邏輯與腳本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</a:t>
            </a:r>
            <a:r>
              <a:rPr lang="en-US" altLang="zh-TW" dirty="0" smtClean="0"/>
              <a:t>14.1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場景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 smtClean="0"/>
              <a:t>Horazon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01808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C4106E3-7CD4-5229-6CE8-7E2A6FEA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加入可切換的場景</a:t>
            </a:r>
            <a:r>
              <a:rPr lang="en-US" altLang="zh-TW" dirty="0"/>
              <a:t>(Scene)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38D44FD-C8FE-E2D9-27B4-C229A32A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並不是每個場景都會在可遊玩的遊戲中</a:t>
            </a:r>
            <a:endParaRPr lang="en-US" altLang="zh-TW" dirty="0"/>
          </a:p>
          <a:p>
            <a:pPr lvl="1"/>
            <a:r>
              <a:rPr lang="zh-TW" altLang="en-US" dirty="0"/>
              <a:t>測試用場景</a:t>
            </a:r>
            <a:endParaRPr lang="en-US" altLang="zh-TW" dirty="0"/>
          </a:p>
          <a:p>
            <a:pPr lvl="1"/>
            <a:r>
              <a:rPr lang="zh-TW" altLang="en-US" dirty="0"/>
              <a:t>編輯器場景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File&gt;Build Settings</a:t>
            </a:r>
          </a:p>
          <a:p>
            <a:pPr lvl="1"/>
            <a:r>
              <a:rPr lang="zh-TW" altLang="en-US" dirty="0"/>
              <a:t>上方加入場景</a:t>
            </a:r>
            <a:endParaRPr lang="en-US" altLang="zh-TW" dirty="0"/>
          </a:p>
          <a:p>
            <a:pPr lvl="1"/>
            <a:r>
              <a:rPr lang="zh-TW" altLang="en-US" dirty="0"/>
              <a:t>注意此處的編號</a:t>
            </a:r>
            <a:r>
              <a:rPr lang="en-US" altLang="zh-TW" dirty="0"/>
              <a:t>(index)</a:t>
            </a:r>
            <a:r>
              <a:rPr lang="zh-TW" altLang="en-US" dirty="0"/>
              <a:t>，</a:t>
            </a:r>
            <a:endParaRPr lang="en-US" altLang="zh-TW" dirty="0"/>
          </a:p>
          <a:p>
            <a:pPr marL="411480" lvl="1" indent="0">
              <a:buNone/>
            </a:pPr>
            <a:r>
              <a:rPr lang="zh-TW" altLang="en-US" dirty="0"/>
              <a:t>   也可調整順序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8193F6DE-CA2F-3BF7-0A87-A8773F26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924944"/>
            <a:ext cx="4283968" cy="383213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xmlns="" id="{011B0593-20DF-206E-E04D-129AEB10620C}"/>
              </a:ext>
            </a:extLst>
          </p:cNvPr>
          <p:cNvSpPr/>
          <p:nvPr/>
        </p:nvSpPr>
        <p:spPr>
          <a:xfrm>
            <a:off x="4788024" y="2852936"/>
            <a:ext cx="4355976" cy="1296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5783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C799F7E-0BB7-BEDA-54FE-8112EC7D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0E1E49-CFDD-C116-DCBF-392F33E5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249424"/>
            <a:ext cx="6122872" cy="432511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Scene Manager</a:t>
            </a:r>
            <a:r>
              <a:rPr lang="zh-TW" altLang="en-US" dirty="0"/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Load Scene</a:t>
            </a:r>
          </a:p>
          <a:p>
            <a:pPr lvl="1"/>
            <a:r>
              <a:rPr lang="zh-TW" altLang="en-US" dirty="0"/>
              <a:t>可使用名稱</a:t>
            </a:r>
            <a:endParaRPr lang="en-US" altLang="zh-TW" dirty="0"/>
          </a:p>
          <a:p>
            <a:pPr lvl="1"/>
            <a:r>
              <a:rPr lang="zh-TW" altLang="en-US" dirty="0"/>
              <a:t>或使用編號</a:t>
            </a:r>
            <a:r>
              <a:rPr lang="en-US" altLang="zh-TW" dirty="0"/>
              <a:t>(index)</a:t>
            </a:r>
          </a:p>
          <a:p>
            <a:pPr lvl="2"/>
            <a:r>
              <a:rPr lang="zh-TW" altLang="en-US" dirty="0"/>
              <a:t>可以使用</a:t>
            </a:r>
            <a:r>
              <a:rPr lang="en-US" altLang="zh-TW" dirty="0"/>
              <a:t>Get Active Scene</a:t>
            </a:r>
            <a:r>
              <a:rPr lang="zh-TW" altLang="en-US" dirty="0"/>
              <a:t>來做計算</a:t>
            </a:r>
            <a:endParaRPr lang="en-US" altLang="zh-TW" dirty="0"/>
          </a:p>
          <a:p>
            <a:pPr lvl="2"/>
            <a:r>
              <a:rPr lang="zh-TW" altLang="en-US" dirty="0"/>
              <a:t>如</a:t>
            </a:r>
            <a:r>
              <a:rPr lang="en-US" altLang="zh-TW" dirty="0"/>
              <a:t>+1</a:t>
            </a:r>
            <a:r>
              <a:rPr lang="zh-TW" altLang="en-US" dirty="0"/>
              <a:t>前往下一關</a:t>
            </a:r>
            <a:endParaRPr lang="en-US" altLang="zh-TW" dirty="0"/>
          </a:p>
          <a:p>
            <a:pPr marL="411480" lvl="1" indent="0">
              <a:buNone/>
            </a:pPr>
            <a:endParaRPr lang="en-US" altLang="zh-TW" dirty="0"/>
          </a:p>
          <a:p>
            <a:r>
              <a:rPr lang="zh-TW" altLang="en-US" dirty="0"/>
              <a:t>讀取場景時可加入參數，</a:t>
            </a:r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   使其為</a:t>
            </a:r>
            <a:r>
              <a:rPr lang="en-US" altLang="zh-TW" dirty="0"/>
              <a:t>”</a:t>
            </a:r>
            <a:r>
              <a:rPr lang="zh-TW" altLang="en-US" dirty="0"/>
              <a:t>新增讀取</a:t>
            </a:r>
            <a:r>
              <a:rPr lang="en-US" altLang="zh-TW" dirty="0"/>
              <a:t>”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957241BA-FDA8-AE53-8BCA-4C305BF8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400" y="1234481"/>
            <a:ext cx="2715004" cy="33913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2118899F-CDE7-923E-0010-DA0ABA7C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07" y="4902888"/>
            <a:ext cx="413442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5483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讀取場景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也可以使用程式碼達成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這邊做的事情與下一段相同，分別為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/>
              <a:t>讀取 序號</a:t>
            </a:r>
            <a:r>
              <a:rPr lang="en-US" altLang="zh-TW" dirty="0" smtClean="0"/>
              <a:t>(index)</a:t>
            </a:r>
            <a:r>
              <a:rPr lang="zh-TW" altLang="en-US" dirty="0" smtClean="0"/>
              <a:t>為</a:t>
            </a:r>
            <a:r>
              <a:rPr lang="en-US" altLang="zh-TW" dirty="0" smtClean="0"/>
              <a:t>1</a:t>
            </a:r>
            <a:r>
              <a:rPr lang="zh-TW" altLang="en-US" dirty="0" smtClean="0"/>
              <a:t>的場景 </a:t>
            </a:r>
            <a:r>
              <a:rPr lang="en-US" altLang="zh-TW" dirty="0" smtClean="0"/>
              <a:t>(</a:t>
            </a:r>
            <a:r>
              <a:rPr lang="zh-TW" altLang="en-US" dirty="0" smtClean="0"/>
              <a:t>第</a:t>
            </a:r>
            <a:r>
              <a:rPr lang="en-US" altLang="zh-TW" dirty="0" smtClean="0"/>
              <a:t>2</a:t>
            </a:r>
            <a:r>
              <a:rPr lang="zh-TW" altLang="en-US" dirty="0" smtClean="0"/>
              <a:t>個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讀取名稱為</a:t>
            </a:r>
            <a:r>
              <a:rPr lang="en-US" altLang="zh-TW" dirty="0" smtClean="0"/>
              <a:t>”</a:t>
            </a:r>
            <a:r>
              <a:rPr lang="zh-TW" altLang="en-US" dirty="0" smtClean="0"/>
              <a:t>下一個場景</a:t>
            </a:r>
            <a:r>
              <a:rPr lang="en-US" altLang="zh-TW" dirty="0" smtClean="0"/>
              <a:t>“</a:t>
            </a:r>
            <a:r>
              <a:rPr lang="zh-TW" altLang="en-US" dirty="0" smtClean="0"/>
              <a:t>的場景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讀取</a:t>
            </a:r>
            <a:r>
              <a:rPr lang="en-US" altLang="zh-TW" dirty="0" smtClean="0"/>
              <a:t>(</a:t>
            </a:r>
            <a:r>
              <a:rPr lang="zh-TW" altLang="en-US" dirty="0" smtClean="0"/>
              <a:t>當前場景序號</a:t>
            </a:r>
            <a:r>
              <a:rPr lang="en-US" altLang="zh-TW" dirty="0" smtClean="0"/>
              <a:t>+1)</a:t>
            </a:r>
            <a:r>
              <a:rPr lang="zh-TW" altLang="en-US" dirty="0" smtClean="0"/>
              <a:t>的場景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5314950"/>
            <a:ext cx="8383587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DDBAE2F-A677-112C-59EB-57CA4CAF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53ABE08-3BFA-B8E6-7E29-9C405277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</a:t>
            </a:r>
            <a:r>
              <a:rPr lang="zh-TW" altLang="en-US"/>
              <a:t>使用</a:t>
            </a:r>
            <a:r>
              <a:rPr lang="zh-TW" altLang="en-US" smtClean="0"/>
              <a:t>非同步讀取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常見的遊戲讀取方式為：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先讓玩家無法操作、暫停遊戲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以讀取畫面覆蓋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非同步讀取場景 </a:t>
            </a:r>
            <a:r>
              <a:rPr lang="en-US" altLang="zh-TW" dirty="0"/>
              <a:t>(</a:t>
            </a:r>
            <a:r>
              <a:rPr lang="zh-TW" altLang="en-US" dirty="0"/>
              <a:t>此時可顯示讀取百分比</a:t>
            </a:r>
            <a:r>
              <a:rPr lang="en-US" altLang="zh-TW" dirty="0"/>
              <a:t>)</a:t>
            </a:r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確認場景讀取完成後，切換場景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關閉讀取畫面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釋放玩家操作、解除暫停</a:t>
            </a:r>
            <a:endParaRPr lang="en-US" altLang="zh-TW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743200"/>
            <a:ext cx="36957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1044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組合式場景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可藉由改為</a:t>
            </a:r>
            <a:r>
              <a:rPr lang="en-US" altLang="zh-TW" dirty="0" smtClean="0"/>
              <a:t>Additive</a:t>
            </a:r>
            <a:r>
              <a:rPr lang="zh-TW" altLang="en-US" dirty="0" smtClean="0"/>
              <a:t>模式，讓同時間有多個場景 </a:t>
            </a:r>
            <a:r>
              <a:rPr lang="en-US" altLang="zh-TW" dirty="0" smtClean="0"/>
              <a:t>(</a:t>
            </a:r>
            <a:r>
              <a:rPr lang="zh-TW" altLang="en-US" dirty="0" smtClean="0"/>
              <a:t>如 </a:t>
            </a:r>
            <a:r>
              <a:rPr lang="en-US" altLang="zh-TW" dirty="0" smtClean="0"/>
              <a:t>UI</a:t>
            </a:r>
            <a:r>
              <a:rPr lang="zh-TW" altLang="en-US" dirty="0" smtClean="0"/>
              <a:t>場景、遊戲場景分開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352800"/>
            <a:ext cx="7183437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4419600"/>
            <a:ext cx="288607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跨場景物件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藉由程式碼，將物件標記為 </a:t>
            </a:r>
            <a:r>
              <a:rPr lang="en-US" altLang="zh-TW" dirty="0" err="1" smtClean="0"/>
              <a:t>DontDestroyOnLoad</a:t>
            </a:r>
            <a:r>
              <a:rPr lang="zh-TW" altLang="en-US" dirty="0" smtClean="0"/>
              <a:t>可以使物件在切換場景時不會被移除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Don’t Destroy On Load</a:t>
            </a:r>
          </a:p>
          <a:p>
            <a:pPr lvl="1"/>
            <a:r>
              <a:rPr lang="zh-TW" altLang="en-US" dirty="0" smtClean="0"/>
              <a:t>讀取時不要摧毀</a:t>
            </a:r>
            <a:endParaRPr lang="en-US" altLang="zh-TW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429000"/>
            <a:ext cx="64055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</a:t>
            </a:r>
            <a:r>
              <a:rPr lang="en-US" altLang="zh-TW" dirty="0" smtClean="0"/>
              <a:t>14.2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資源管理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 smtClean="0"/>
              <a:t>Horazon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0180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資源管理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如同之前所說，</a:t>
            </a:r>
            <a:r>
              <a:rPr lang="en-US" altLang="zh-TW" dirty="0" smtClean="0"/>
              <a:t>Unity</a:t>
            </a:r>
            <a:r>
              <a:rPr lang="zh-TW" altLang="en-US" dirty="0" smtClean="0"/>
              <a:t>的資源有非常多種，我們可以藉由放到場景中的遊戲物件、元件來使用這些資源。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但並非所有資源都有被放入遊戲中，如何在運行期間</a:t>
            </a:r>
            <a:r>
              <a:rPr lang="en-US" altLang="zh-TW" dirty="0" smtClean="0"/>
              <a:t>(runtime)</a:t>
            </a:r>
            <a:r>
              <a:rPr lang="zh-TW" altLang="en-US" dirty="0" smtClean="0"/>
              <a:t>去創造物件或資源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也可以用來替換素材 </a:t>
            </a:r>
            <a:r>
              <a:rPr lang="en-US" altLang="zh-TW" dirty="0" smtClean="0"/>
              <a:t>(</a:t>
            </a:r>
            <a:r>
              <a:rPr lang="zh-TW" altLang="en-US" dirty="0" smtClean="0"/>
              <a:t>如材質、圖片、音樂等等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建立遊戲物件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我們可以利用現有的遊戲物件 或是 </a:t>
            </a:r>
            <a:r>
              <a:rPr lang="en-US" altLang="zh-TW" dirty="0" smtClean="0"/>
              <a:t>Prefab</a:t>
            </a:r>
            <a:r>
              <a:rPr lang="zh-TW" altLang="en-US" dirty="0" smtClean="0"/>
              <a:t>，藉由程式碼的呼叫，就能建立新的物件。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問題是？如何取得要建立的物件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zh-TW" altLang="en-US" dirty="0" smtClean="0"/>
              <a:t>以下這段程式碼會複製該元件的遊戲物件，並且放在</a:t>
            </a:r>
            <a:r>
              <a:rPr lang="en-US" altLang="zh-TW" dirty="0" smtClean="0"/>
              <a:t>(0,0,0)</a:t>
            </a:r>
            <a:r>
              <a:rPr lang="zh-TW" altLang="en-US" dirty="0" smtClean="0"/>
              <a:t>位置，轉動為</a:t>
            </a:r>
            <a:r>
              <a:rPr lang="en-US" altLang="zh-TW" dirty="0" smtClean="0"/>
              <a:t>(0,0,0)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5486400"/>
            <a:ext cx="8469313" cy="496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調用資源的方式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至少有以下方式：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場景方式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參考方式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利用</a:t>
            </a:r>
            <a:r>
              <a:rPr lang="en-US" altLang="zh-TW" dirty="0" smtClean="0"/>
              <a:t>Inspector</a:t>
            </a:r>
            <a:r>
              <a:rPr lang="zh-TW" altLang="en-US" dirty="0" smtClean="0"/>
              <a:t>的參考來使用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Resources</a:t>
            </a:r>
          </a:p>
          <a:p>
            <a:pPr lvl="1"/>
            <a:r>
              <a:rPr lang="en-US" altLang="zh-TW" dirty="0" err="1" smtClean="0"/>
              <a:t>AssetBundle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打包型的資源系統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Addressable</a:t>
            </a:r>
          </a:p>
          <a:p>
            <a:pPr lvl="2"/>
            <a:r>
              <a:rPr lang="zh-TW" altLang="en-US" dirty="0" smtClean="0"/>
              <a:t>可取代前者的系統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參考方式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藉由公開物件的參考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我們可以在</a:t>
            </a:r>
            <a:r>
              <a:rPr lang="en-US" altLang="zh-TW" dirty="0" smtClean="0"/>
              <a:t>Inspector</a:t>
            </a:r>
            <a:r>
              <a:rPr lang="zh-TW" altLang="en-US" dirty="0" smtClean="0"/>
              <a:t>中看到其參考，即可設置、調用其物件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971800"/>
            <a:ext cx="7040563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5181600"/>
            <a:ext cx="49149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Resources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建立名稱為 </a:t>
            </a:r>
            <a:r>
              <a:rPr lang="en-US" altLang="zh-TW" dirty="0" smtClean="0"/>
              <a:t>Resources (</a:t>
            </a:r>
            <a:r>
              <a:rPr lang="zh-TW" altLang="en-US" dirty="0" smtClean="0"/>
              <a:t>資源、不可打錯字、可放在任何位置</a:t>
            </a:r>
            <a:r>
              <a:rPr lang="en-US" altLang="zh-TW" dirty="0" smtClean="0"/>
              <a:t>)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zh-TW" altLang="en-US" dirty="0" smtClean="0"/>
              <a:t>資料夾其下的資源都會在建置時被輸出，並且我們可以用程式調用。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注意</a:t>
            </a:r>
            <a:r>
              <a:rPr lang="en-US" altLang="zh-TW" dirty="0" smtClean="0"/>
              <a:t>Load</a:t>
            </a:r>
            <a:r>
              <a:rPr lang="zh-TW" altLang="en-US" dirty="0" smtClean="0"/>
              <a:t>出來的物件並不會在場景中出現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用此方法讀取得物件建議要釋放</a:t>
            </a:r>
            <a:r>
              <a:rPr lang="en-US" altLang="zh-TW" dirty="0" smtClean="0"/>
              <a:t>(release)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62800" y="1219200"/>
            <a:ext cx="1117179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5562600"/>
            <a:ext cx="7050087" cy="54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Asset Bundle (</a:t>
            </a:r>
            <a:r>
              <a:rPr lang="zh-TW" altLang="en-US" dirty="0" smtClean="0"/>
              <a:t>進階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Asset Bundle</a:t>
            </a:r>
            <a:r>
              <a:rPr lang="zh-TW" altLang="en-US" dirty="0" smtClean="0"/>
              <a:t>（資產包）是一種把</a:t>
            </a:r>
            <a:r>
              <a:rPr lang="zh-TW" altLang="en-US" b="1" u="sng" dirty="0" smtClean="0"/>
              <a:t>遊戲資源打包成獨立檔案</a:t>
            </a:r>
            <a:r>
              <a:rPr lang="zh-TW" altLang="en-US" dirty="0" smtClean="0"/>
              <a:t>的方式，讓你可以在遊戲執行時動態下載或載入內容。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可以使用本地或網路方式讀取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4572000"/>
            <a:ext cx="401108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5486400"/>
            <a:ext cx="49339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Asset Bundle (</a:t>
            </a:r>
            <a:r>
              <a:rPr lang="zh-TW" altLang="en-US" dirty="0" smtClean="0"/>
              <a:t>進階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Asset Bundle</a:t>
            </a:r>
            <a:r>
              <a:rPr lang="zh-TW" altLang="en-US" dirty="0" smtClean="0"/>
              <a:t>被讀取後，就可以從該包去讀取資源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可以對</a:t>
            </a:r>
            <a:r>
              <a:rPr lang="en-US" altLang="zh-TW" dirty="0" smtClean="0"/>
              <a:t>Asset Bundle</a:t>
            </a:r>
            <a:r>
              <a:rPr lang="zh-TW" altLang="en-US" dirty="0" smtClean="0"/>
              <a:t>維護版本號來讓遊戲運行時可以熱更新。</a:t>
            </a:r>
            <a:endParaRPr lang="en-US" altLang="zh-TW" dirty="0" smtClean="0"/>
          </a:p>
          <a:p>
            <a:r>
              <a:rPr lang="en-US" altLang="zh-TW" dirty="0" smtClean="0"/>
              <a:t>AB</a:t>
            </a:r>
            <a:r>
              <a:rPr lang="zh-TW" altLang="en-US" dirty="0" smtClean="0"/>
              <a:t>可以ˇ在要使用才讀取，來讓遊戲運行時可以減小記憶體使用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276600"/>
            <a:ext cx="7316788" cy="5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Addressable (</a:t>
            </a:r>
            <a:r>
              <a:rPr lang="zh-TW" altLang="en-US" dirty="0" smtClean="0"/>
              <a:t>進階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Addressables</a:t>
            </a:r>
            <a:r>
              <a:rPr lang="en-US" dirty="0" smtClean="0"/>
              <a:t> (</a:t>
            </a:r>
            <a:r>
              <a:rPr lang="zh-TW" altLang="en-US" dirty="0" smtClean="0"/>
              <a:t>尋址系統</a:t>
            </a:r>
            <a:r>
              <a:rPr lang="en-US" altLang="zh-TW" dirty="0" smtClean="0"/>
              <a:t>)</a:t>
            </a:r>
            <a:r>
              <a:rPr lang="zh-TW" altLang="en-US" dirty="0" smtClean="0"/>
              <a:t> 是 </a:t>
            </a:r>
            <a:r>
              <a:rPr lang="en-US" dirty="0" smtClean="0"/>
              <a:t>Unity </a:t>
            </a:r>
            <a:r>
              <a:rPr lang="zh-TW" altLang="en-US" dirty="0" smtClean="0"/>
              <a:t>官方推出的一套資源管理系統。它是在 </a:t>
            </a:r>
            <a:r>
              <a:rPr lang="en-US" dirty="0" err="1" smtClean="0"/>
              <a:t>AssetBundle</a:t>
            </a:r>
            <a:r>
              <a:rPr lang="en-US" dirty="0" smtClean="0"/>
              <a:t> </a:t>
            </a:r>
            <a:r>
              <a:rPr lang="zh-TW" altLang="en-US" dirty="0" smtClean="0"/>
              <a:t>基礎上，幫你「自動」處理複雜的事情，例如：依賴、載入、卸載、版本控制、更新。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加強版的</a:t>
            </a:r>
            <a:r>
              <a:rPr lang="en-US" altLang="zh-TW" dirty="0" smtClean="0"/>
              <a:t>Asset bundle</a:t>
            </a:r>
            <a:r>
              <a:rPr lang="zh-TW" altLang="en-US" dirty="0" smtClean="0"/>
              <a:t>，有需要再研究或詢問我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可以依照使用狀況來設置不同的讀取方式</a:t>
            </a:r>
            <a:r>
              <a:rPr lang="en-US" altLang="zh-TW" dirty="0" smtClean="0"/>
              <a:t>(</a:t>
            </a:r>
            <a:r>
              <a:rPr lang="zh-TW" altLang="en-US" dirty="0" smtClean="0"/>
              <a:t>本地、網路</a:t>
            </a:r>
            <a:r>
              <a:rPr lang="en-US" altLang="zh-TW" dirty="0" smtClean="0"/>
              <a:t>)</a:t>
            </a:r>
          </a:p>
          <a:p>
            <a:pPr lvl="1"/>
            <a:endParaRPr lang="en-US" altLang="zh-TW" dirty="0" smtClean="0"/>
          </a:p>
          <a:p>
            <a:r>
              <a:rPr lang="zh-TW" altLang="en-US" b="1" u="sng" dirty="0" smtClean="0"/>
              <a:t>先使用參考</a:t>
            </a:r>
            <a:r>
              <a:rPr lang="en-US" altLang="zh-TW" b="1" u="sng" dirty="0" smtClean="0"/>
              <a:t>/Resources</a:t>
            </a:r>
            <a:r>
              <a:rPr lang="zh-TW" altLang="en-US" b="1" u="sng" dirty="0" smtClean="0"/>
              <a:t>方式，如果想要進階，建議直接跳到</a:t>
            </a:r>
            <a:r>
              <a:rPr lang="en-US" altLang="zh-TW" b="1" u="sng" dirty="0" smtClean="0"/>
              <a:t>Addressable</a:t>
            </a:r>
            <a:r>
              <a:rPr lang="zh-TW" altLang="en-US" b="1" u="sng" dirty="0" smtClean="0"/>
              <a:t>方式</a:t>
            </a:r>
            <a:endParaRPr lang="en-US" altLang="zh-TW" b="1" u="sng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7476</TotalTime>
  <Words>723</Words>
  <Application>Microsoft Office PowerPoint</Application>
  <PresentationFormat>如螢幕大小 (4:3)</PresentationFormat>
  <Paragraphs>118</Paragraphs>
  <Slides>18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都會</vt:lpstr>
      <vt:lpstr>Lesson 15 場景與資源管理</vt:lpstr>
      <vt:lpstr>[通用]遊戲引擎功能</vt:lpstr>
      <vt:lpstr>Lesson 14.1 場景</vt:lpstr>
      <vt:lpstr>加入可切換的場景(Scene)</vt:lpstr>
      <vt:lpstr>讀取場景</vt:lpstr>
      <vt:lpstr>讀取場景</vt:lpstr>
      <vt:lpstr>讀取場景</vt:lpstr>
      <vt:lpstr>組合式場景</vt:lpstr>
      <vt:lpstr>跨場景物件</vt:lpstr>
      <vt:lpstr>Lesson 14.2 資源管理</vt:lpstr>
      <vt:lpstr>資源管理</vt:lpstr>
      <vt:lpstr>建立遊戲物件</vt:lpstr>
      <vt:lpstr>調用資源的方式</vt:lpstr>
      <vt:lpstr>參考方式</vt:lpstr>
      <vt:lpstr>Resources</vt:lpstr>
      <vt:lpstr>Asset Bundle (進階)</vt:lpstr>
      <vt:lpstr>Asset Bundle (進階)</vt:lpstr>
      <vt:lpstr>Addressable (進階)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557</cp:revision>
  <dcterms:created xsi:type="dcterms:W3CDTF">2024-11-18T05:57:07Z</dcterms:created>
  <dcterms:modified xsi:type="dcterms:W3CDTF">2025-12-07T15:20:52Z</dcterms:modified>
</cp:coreProperties>
</file>