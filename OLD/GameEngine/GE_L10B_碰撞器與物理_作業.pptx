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327" r:id="rId2"/>
    <p:sldId id="333" r:id="rId3"/>
    <p:sldId id="335" r:id="rId4"/>
    <p:sldId id="334" r:id="rId5"/>
    <p:sldId id="332" r:id="rId6"/>
    <p:sldId id="337" r:id="rId7"/>
    <p:sldId id="338" r:id="rId8"/>
    <p:sldId id="339" r:id="rId9"/>
    <p:sldId id="340" r:id="rId10"/>
    <p:sldId id="342" r:id="rId11"/>
    <p:sldId id="341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>
      <p:cViewPr varScale="1">
        <p:scale>
          <a:sx n="104" d="100"/>
          <a:sy n="104" d="100"/>
        </p:scale>
        <p:origin x="17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FCF86-7227-4377-829F-7A7284FFC17C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955DD-706D-481E-9D4D-808645359D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741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youtu.be/PJse_iPROq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zh-TW" dirty="0"/>
            </a:br>
            <a:r>
              <a:rPr lang="zh-TW" altLang="en-US" dirty="0"/>
              <a:t>作業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</a:t>
            </a:r>
            <a:r>
              <a:rPr lang="zh-TW" altLang="en-US">
                <a:solidFill>
                  <a:srgbClr val="003399"/>
                </a:solidFill>
                <a:latin typeface="Times New Roman" panose="02020603050405020304" pitchFamily="18" charset="0"/>
              </a:rPr>
              <a:t>引擎應用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F33499-B6A3-A09B-5FD8-DAB4A78B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安裝檔案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51044D-DB05-A2D9-532F-A9EF3FBC2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專案開啟時一定要選</a:t>
            </a:r>
            <a:r>
              <a:rPr lang="en-US" altLang="zh-TW" dirty="0"/>
              <a:t>Built-in RP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安裝作業的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r>
              <a:rPr lang="zh-TW" altLang="en-US" dirty="0"/>
              <a:t>檔案</a:t>
            </a:r>
            <a:endParaRPr lang="en-US" altLang="zh-TW" dirty="0"/>
          </a:p>
          <a:p>
            <a:pPr lvl="1"/>
            <a:r>
              <a:rPr lang="zh-TW" altLang="en-US" dirty="0"/>
              <a:t>應該就可以看到完整資源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1B32BD0-8083-D92B-33E4-E5841D282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19400"/>
            <a:ext cx="4201111" cy="83831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7576CA7-CC97-CC0F-3C5E-6DC75E5A1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911" y="4572000"/>
            <a:ext cx="2029108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56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9591C-73C6-52E3-D1A5-27F400B5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作業起始狀態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1F1220-0078-09BC-8B1B-0E6C88EDE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開啟場景 </a:t>
            </a:r>
            <a:r>
              <a:rPr lang="en-US" altLang="zh-TW" dirty="0"/>
              <a:t>Scenes/</a:t>
            </a:r>
            <a:r>
              <a:rPr lang="zh-TW" altLang="en-US" dirty="0"/>
              <a:t>場景</a:t>
            </a:r>
            <a:r>
              <a:rPr lang="en-US" altLang="zh-TW" dirty="0"/>
              <a:t>_</a:t>
            </a:r>
            <a:r>
              <a:rPr lang="zh-TW" altLang="en-US" dirty="0"/>
              <a:t>作業</a:t>
            </a:r>
            <a:r>
              <a:rPr lang="en-US" altLang="zh-TW" dirty="0"/>
              <a:t>2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ED1B591-D071-4768-0611-07D7F41CB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856345"/>
            <a:ext cx="6050202" cy="397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3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0B56B5-939D-DA0A-39A7-600E1EB5F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作業完成結果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51F996-CEB5-E35B-4CC9-89A942E79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運作情形如同影片展示</a:t>
            </a:r>
            <a:endParaRPr lang="en-US" altLang="zh-TW" dirty="0"/>
          </a:p>
          <a:p>
            <a:pPr lvl="1"/>
            <a:r>
              <a:rPr lang="en-US" altLang="zh-TW" dirty="0">
                <a:hlinkClick r:id="rId2"/>
              </a:rPr>
              <a:t>https://youtu.be/PJse_iPROqU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5F29FDC-EF70-4A73-2BBA-68C8AEE3E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431310"/>
            <a:ext cx="5696553" cy="325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8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F17942-D4E5-800F-9CAF-3C887396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D42B50-F0C6-F4C1-DDD0-C92FA2B8C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>
                <a:solidFill>
                  <a:srgbClr val="FF0000"/>
                </a:solidFill>
              </a:rPr>
              <a:t>球</a:t>
            </a:r>
            <a:r>
              <a:rPr lang="zh-TW" altLang="en-US" dirty="0"/>
              <a:t>似乎不會</a:t>
            </a:r>
            <a:r>
              <a:rPr lang="zh-TW" altLang="en-US" u="sng" dirty="0"/>
              <a:t>掉落</a:t>
            </a:r>
            <a:r>
              <a:rPr lang="zh-TW" altLang="en-US" dirty="0"/>
              <a:t>，也無法被程式</a:t>
            </a:r>
            <a:r>
              <a:rPr lang="zh-TW" altLang="en-US" u="sng" dirty="0"/>
              <a:t>施加力量</a:t>
            </a:r>
            <a:r>
              <a:rPr lang="zh-TW" altLang="en-US" dirty="0"/>
              <a:t>，應該要加上什麼？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85C357-0A6B-0BE6-616B-CD3F360A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542129"/>
            <a:ext cx="4890780" cy="321427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AA31E89-7778-77A0-BF5D-E758E772E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257800"/>
            <a:ext cx="2286000" cy="72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76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F17942-D4E5-800F-9CAF-3C887396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D42B50-F0C6-F4C1-DDD0-C92FA2B8C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淡藍色</a:t>
            </a:r>
            <a:r>
              <a:rPr lang="zh-TW" altLang="en-US" b="1" u="sng" dirty="0">
                <a:solidFill>
                  <a:srgbClr val="FF0000"/>
                </a:solidFill>
              </a:rPr>
              <a:t>地板</a:t>
            </a:r>
            <a:r>
              <a:rPr lang="en-US" altLang="zh-TW" b="1" u="sng" dirty="0">
                <a:solidFill>
                  <a:srgbClr val="FF0000"/>
                </a:solidFill>
              </a:rPr>
              <a:t>1</a:t>
            </a:r>
            <a:r>
              <a:rPr lang="zh-TW" altLang="en-US" dirty="0"/>
              <a:t>似乎不會擋不住掉落的球，應該要加上什麼？</a:t>
            </a:r>
            <a:endParaRPr lang="en-US" altLang="zh-TW" dirty="0"/>
          </a:p>
          <a:p>
            <a:pPr lvl="1"/>
            <a:r>
              <a:rPr lang="zh-TW" altLang="en-US" dirty="0"/>
              <a:t>這個步驟完成，可嘗試執行按空白鍵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85C357-0A6B-0BE6-616B-CD3F360A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642288"/>
            <a:ext cx="4738380" cy="311411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BD79F11-159E-543C-1F5A-027CD8F1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5715000"/>
            <a:ext cx="1838582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5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F17942-D4E5-800F-9CAF-3C887396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D42B50-F0C6-F4C1-DDD0-C92FA2B8C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紅色的</a:t>
            </a:r>
            <a:r>
              <a:rPr lang="en-US" altLang="zh-TW" b="1" u="sng" dirty="0"/>
              <a:t>3</a:t>
            </a:r>
            <a:r>
              <a:rPr lang="zh-TW" altLang="en-US" b="1" u="sng" dirty="0"/>
              <a:t>面</a:t>
            </a:r>
            <a:r>
              <a:rPr lang="zh-TW" altLang="en-US" b="1" u="sng" dirty="0">
                <a:solidFill>
                  <a:srgbClr val="FF0000"/>
                </a:solidFill>
              </a:rPr>
              <a:t>牆</a:t>
            </a:r>
            <a:r>
              <a:rPr lang="zh-TW" altLang="en-US" dirty="0"/>
              <a:t>似乎不該顯示，但仍然</a:t>
            </a:r>
            <a:r>
              <a:rPr lang="zh-TW" altLang="en-US" u="sng" dirty="0"/>
              <a:t>必須擋住球</a:t>
            </a:r>
            <a:r>
              <a:rPr lang="zh-TW" altLang="en-US" dirty="0"/>
              <a:t>，要如何修改？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85C357-0A6B-0BE6-616B-CD3F360A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542129"/>
            <a:ext cx="4890780" cy="321427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F36CFC7-2C25-56CB-AE14-83F3880F1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67" y="5181600"/>
            <a:ext cx="2579715" cy="82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39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F17942-D4E5-800F-9CAF-3C887396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D42B50-F0C6-F4C1-DDD0-C92FA2B8C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黃色的</a:t>
            </a:r>
            <a:r>
              <a:rPr lang="zh-TW" altLang="en-US" b="1" u="sng" dirty="0">
                <a:solidFill>
                  <a:srgbClr val="FF0000"/>
                </a:solidFill>
              </a:rPr>
              <a:t>重置區域</a:t>
            </a:r>
            <a:r>
              <a:rPr lang="zh-TW" altLang="en-US" dirty="0"/>
              <a:t>是用來檢測球是否已到達終點，它</a:t>
            </a:r>
            <a:r>
              <a:rPr lang="zh-TW" altLang="en-US" u="sng" dirty="0"/>
              <a:t>不該擋住</a:t>
            </a:r>
            <a:r>
              <a:rPr lang="zh-TW" altLang="en-US" dirty="0"/>
              <a:t>球的運行，但是又要</a:t>
            </a:r>
            <a:r>
              <a:rPr lang="zh-TW" altLang="en-US" u="sng" dirty="0"/>
              <a:t>偵測球已經進入終點</a:t>
            </a:r>
            <a:r>
              <a:rPr lang="zh-TW" altLang="en-US" dirty="0"/>
              <a:t>，該如何修改</a:t>
            </a:r>
            <a:endParaRPr lang="en-US" altLang="zh-TW" dirty="0"/>
          </a:p>
          <a:p>
            <a:pPr lvl="1"/>
            <a:r>
              <a:rPr lang="zh-TW" altLang="en-US" dirty="0"/>
              <a:t>此步修改完，球到終點後，按</a:t>
            </a:r>
            <a:r>
              <a:rPr lang="en-US" altLang="zh-TW" dirty="0"/>
              <a:t>R</a:t>
            </a:r>
            <a:r>
              <a:rPr lang="zh-TW" altLang="en-US" dirty="0"/>
              <a:t>可以回到起始設置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85C357-0A6B-0BE6-616B-CD3F360A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226209"/>
            <a:ext cx="3976380" cy="261331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F31EFFB-3797-BA60-A006-EB32668C3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55" y="5257800"/>
            <a:ext cx="3189273" cy="65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0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F17942-D4E5-800F-9CAF-3C887396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D42B50-F0C6-F4C1-DDD0-C92FA2B8C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/>
              <a:t>十個</a:t>
            </a:r>
            <a:r>
              <a:rPr lang="zh-TW" altLang="en-US" b="1" u="sng" dirty="0">
                <a:solidFill>
                  <a:srgbClr val="FF0000"/>
                </a:solidFill>
              </a:rPr>
              <a:t>球瓶</a:t>
            </a:r>
            <a:r>
              <a:rPr lang="zh-TW" altLang="en-US" dirty="0"/>
              <a:t>沒辦法被球推倒，該加上什麼？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85C357-0A6B-0BE6-616B-CD3F360A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542129"/>
            <a:ext cx="4890780" cy="321427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4FBA8E2-1943-93BA-7CE7-C0019A11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278252"/>
            <a:ext cx="1752845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03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F17942-D4E5-800F-9CAF-3C887396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D42B50-F0C6-F4C1-DDD0-C92FA2B8C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整體來說似乎符合運作了，但</a:t>
            </a:r>
            <a:r>
              <a:rPr lang="zh-TW" altLang="en-US" b="1" u="sng" dirty="0">
                <a:solidFill>
                  <a:srgbClr val="FF0000"/>
                </a:solidFill>
              </a:rPr>
              <a:t>球</a:t>
            </a:r>
            <a:r>
              <a:rPr lang="zh-TW" altLang="en-US" dirty="0"/>
              <a:t>似乎很難推倒</a:t>
            </a:r>
            <a:r>
              <a:rPr lang="zh-TW" altLang="en-US" b="1" u="sng" dirty="0"/>
              <a:t>球瓶</a:t>
            </a:r>
            <a:r>
              <a:rPr lang="zh-TW" altLang="en-US" dirty="0"/>
              <a:t>，是否能調整球的重量 </a:t>
            </a:r>
            <a:r>
              <a:rPr lang="en-US" altLang="zh-TW" dirty="0"/>
              <a:t>(</a:t>
            </a:r>
            <a:r>
              <a:rPr lang="zh-TW" altLang="en-US" dirty="0"/>
              <a:t>建議大於球瓶數倍</a:t>
            </a:r>
            <a:r>
              <a:rPr lang="en-US" altLang="zh-TW" dirty="0"/>
              <a:t>)</a:t>
            </a:r>
            <a:r>
              <a:rPr lang="zh-TW" altLang="en-US" dirty="0"/>
              <a:t>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85C357-0A6B-0BE6-616B-CD3F360A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542129"/>
            <a:ext cx="4890780" cy="321427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D738472-833D-BD07-CB9F-0F040DEA6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093216"/>
            <a:ext cx="1952844" cy="252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3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F17942-D4E5-800F-9CAF-3C887396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  <a:r>
              <a:rPr lang="en-US" altLang="zh-TW" dirty="0"/>
              <a:t>7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D42B50-F0C6-F4C1-DDD0-C92FA2B8C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整體來說似乎符合運作了，但球的速度不太快，原因應該是</a:t>
            </a:r>
            <a:r>
              <a:rPr lang="zh-TW" altLang="en-US" b="1" u="sng" dirty="0">
                <a:solidFill>
                  <a:srgbClr val="FF0000"/>
                </a:solidFill>
              </a:rPr>
              <a:t>地板</a:t>
            </a:r>
            <a:r>
              <a:rPr lang="zh-TW" altLang="en-US" b="1" u="sng" dirty="0"/>
              <a:t>與</a:t>
            </a:r>
            <a:r>
              <a:rPr lang="zh-TW" altLang="en-US" b="1" u="sng" dirty="0">
                <a:solidFill>
                  <a:srgbClr val="FF0000"/>
                </a:solidFill>
              </a:rPr>
              <a:t>球</a:t>
            </a:r>
            <a:r>
              <a:rPr lang="zh-TW" altLang="en-US" b="1" u="sng" dirty="0"/>
              <a:t>的摩擦力太高了</a:t>
            </a:r>
            <a:r>
              <a:rPr lang="zh-TW" altLang="en-US" dirty="0"/>
              <a:t>，該如何修正？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85C357-0A6B-0BE6-616B-CD3F360A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542129"/>
            <a:ext cx="4890780" cy="321427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4859B57-C2E8-6199-192C-1D25C3E58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65" y="4648200"/>
            <a:ext cx="3122555" cy="1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226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6772</TotalTime>
  <Words>266</Words>
  <Application>Microsoft Office PowerPoint</Application>
  <PresentationFormat>如螢幕大小 (4:3)</PresentationFormat>
  <Paragraphs>34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Aptos</vt:lpstr>
      <vt:lpstr>Arial</vt:lpstr>
      <vt:lpstr>Georgia</vt:lpstr>
      <vt:lpstr>Times New Roman</vt:lpstr>
      <vt:lpstr>Wingdings 2</vt:lpstr>
      <vt:lpstr>都會</vt:lpstr>
      <vt:lpstr> 作業2</vt:lpstr>
      <vt:lpstr>安裝檔案</vt:lpstr>
      <vt:lpstr>作業起始狀態</vt:lpstr>
      <vt:lpstr>作業完成結果</vt:lpstr>
      <vt:lpstr>作業內容1</vt:lpstr>
      <vt:lpstr>作業內容2</vt:lpstr>
      <vt:lpstr>作業內容3</vt:lpstr>
      <vt:lpstr>作業內容4</vt:lpstr>
      <vt:lpstr>作業內容5</vt:lpstr>
      <vt:lpstr>作業內容6</vt:lpstr>
      <vt:lpstr>作業內容7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398</cp:revision>
  <dcterms:created xsi:type="dcterms:W3CDTF">2024-11-18T05:57:07Z</dcterms:created>
  <dcterms:modified xsi:type="dcterms:W3CDTF">2025-11-04T08:42:57Z</dcterms:modified>
</cp:coreProperties>
</file>