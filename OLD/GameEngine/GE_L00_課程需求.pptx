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64" r:id="rId3"/>
    <p:sldId id="265" r:id="rId4"/>
    <p:sldId id="257" r:id="rId5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2025/9/8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2025/9/8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2025/9/8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2025/9/8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2025/9/8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2025/9/8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2025/9/8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2025/9/8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2025/9/8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2025/9/8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2025/9/8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2025/9/8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Lesson 0</a:t>
            </a:r>
            <a:br>
              <a:rPr lang="en-US" altLang="zh-TW" dirty="0"/>
            </a:br>
            <a:r>
              <a:rPr lang="zh-TW" altLang="en-US" dirty="0"/>
              <a:t>課程需求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zh-TW" altLang="en-US" dirty="0">
                <a:solidFill>
                  <a:srgbClr val="003399"/>
                </a:solidFill>
                <a:latin typeface="Times New Roman" panose="02020603050405020304" pitchFamily="18" charset="0"/>
              </a:rPr>
              <a:t>基礎遊戲</a:t>
            </a:r>
            <a:r>
              <a:rPr lang="zh-TW" altLang="en-US">
                <a:solidFill>
                  <a:srgbClr val="003399"/>
                </a:solidFill>
                <a:latin typeface="Times New Roman" panose="02020603050405020304" pitchFamily="18" charset="0"/>
              </a:rPr>
              <a:t>引擎應用</a:t>
            </a:r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課程內容</a:t>
            </a:r>
            <a:r>
              <a:rPr lang="en-US" altLang="zh-TW" dirty="0"/>
              <a:t>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Unity</a:t>
            </a:r>
            <a:r>
              <a:rPr lang="zh-TW" altLang="en-US" dirty="0"/>
              <a:t>遊戲引擎介紹</a:t>
            </a:r>
            <a:endParaRPr lang="en-US" altLang="zh-TW" dirty="0"/>
          </a:p>
          <a:p>
            <a:pPr lvl="1"/>
            <a:r>
              <a:rPr lang="zh-TW" altLang="en-US" dirty="0"/>
              <a:t>主要介紹各種功能，與可能的使用方法</a:t>
            </a:r>
            <a:endParaRPr lang="en-US" altLang="zh-TW" dirty="0"/>
          </a:p>
          <a:p>
            <a:pPr lvl="1"/>
            <a:r>
              <a:rPr lang="zh-TW" altLang="en-US" dirty="0"/>
              <a:t>以</a:t>
            </a:r>
            <a:r>
              <a:rPr lang="en-US" altLang="zh-TW" dirty="0"/>
              <a:t>3D</a:t>
            </a:r>
            <a:r>
              <a:rPr lang="zh-TW" altLang="en-US" dirty="0"/>
              <a:t>功能為主</a:t>
            </a:r>
            <a:endParaRPr lang="en-US" altLang="zh-TW" dirty="0"/>
          </a:p>
          <a:p>
            <a:pPr lvl="1"/>
            <a:r>
              <a:rPr lang="zh-TW" altLang="en-US" dirty="0"/>
              <a:t>對於三年級的同學，原先是希望這門課已經上完，整體內容會和遊戲程式</a:t>
            </a:r>
            <a:r>
              <a:rPr lang="en-US" altLang="zh-TW" dirty="0"/>
              <a:t>(</a:t>
            </a:r>
            <a:r>
              <a:rPr lang="zh-TW" altLang="en-US" dirty="0"/>
              <a:t>一</a:t>
            </a:r>
            <a:r>
              <a:rPr lang="en-US" altLang="zh-TW" dirty="0"/>
              <a:t>)</a:t>
            </a:r>
            <a:r>
              <a:rPr lang="zh-TW" altLang="en-US" dirty="0"/>
              <a:t>接近，但會更加詳細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盡量不會寫到程式</a:t>
            </a:r>
            <a:endParaRPr lang="en-US" altLang="zh-TW" dirty="0"/>
          </a:p>
          <a:p>
            <a:pPr lvl="1"/>
            <a:r>
              <a:rPr lang="zh-TW" altLang="en-US" dirty="0"/>
              <a:t>如果需要，會由我</a:t>
            </a:r>
            <a:r>
              <a:rPr lang="zh-TW" altLang="en-US"/>
              <a:t>這邊提供、資源商店或</a:t>
            </a:r>
            <a:r>
              <a:rPr lang="en-US" altLang="zh-TW" dirty="0"/>
              <a:t>AI</a:t>
            </a:r>
            <a:r>
              <a:rPr lang="zh-TW" altLang="en-US" dirty="0"/>
              <a:t>生成</a:t>
            </a:r>
            <a:endParaRPr lang="en-US" altLang="zh-TW" dirty="0"/>
          </a:p>
          <a:p>
            <a:pPr lvl="1"/>
            <a:r>
              <a:rPr lang="zh-TW" altLang="en-US" dirty="0"/>
              <a:t>但由於此原因，較難形成一個完整的遊戲</a:t>
            </a:r>
            <a:endParaRPr lang="en-US" altLang="zh-TW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課程大綱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2249424"/>
            <a:ext cx="3657600" cy="4325112"/>
          </a:xfrm>
        </p:spPr>
        <p:txBody>
          <a:bodyPr/>
          <a:lstStyle/>
          <a:p>
            <a:r>
              <a:rPr lang="zh-TW" altLang="en-US" dirty="0"/>
              <a:t>會視情況調整順序或增減內容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17AB275-D6C5-2D60-845A-5625C0FB66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8636" y="1143000"/>
            <a:ext cx="4724400" cy="552022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B6D276-599C-C796-7A52-7C42B82DC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評分標準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F00F060-45B5-F109-29E8-F494F9C65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我的課程內容會上多一點，如果有部分單元跟不上，但作業應該會比課程簡單。</a:t>
            </a:r>
            <a:endParaRPr lang="en-US" altLang="zh-TW" dirty="0"/>
          </a:p>
          <a:p>
            <a:r>
              <a:rPr lang="zh-TW" altLang="en-US" b="1" dirty="0"/>
              <a:t>作業</a:t>
            </a:r>
            <a:r>
              <a:rPr lang="en-US" altLang="zh-TW" b="1" dirty="0"/>
              <a:t>100%</a:t>
            </a:r>
            <a:r>
              <a:rPr lang="zh-TW" altLang="en-US" b="1" dirty="0"/>
              <a:t>，</a:t>
            </a:r>
            <a:r>
              <a:rPr lang="en-US" altLang="zh-TW" b="1" dirty="0"/>
              <a:t>2-3</a:t>
            </a:r>
            <a:r>
              <a:rPr lang="zh-TW" altLang="en-US" b="1" dirty="0"/>
              <a:t>次，至少包含期中與期末各一次</a:t>
            </a:r>
            <a:r>
              <a:rPr lang="zh-TW" altLang="en-US" dirty="0"/>
              <a:t>。</a:t>
            </a:r>
            <a:endParaRPr lang="en-US" altLang="zh-TW" dirty="0"/>
          </a:p>
          <a:p>
            <a:pPr lvl="1"/>
            <a:r>
              <a:rPr lang="zh-TW" altLang="en-US" dirty="0"/>
              <a:t>作業內容皆為課堂內容</a:t>
            </a:r>
            <a:endParaRPr lang="en-US" altLang="zh-TW" dirty="0"/>
          </a:p>
          <a:p>
            <a:pPr lvl="1"/>
            <a:r>
              <a:rPr lang="zh-TW" altLang="en-US" dirty="0"/>
              <a:t>不一定要完全相同才有分數，請盡量製作</a:t>
            </a:r>
            <a:endParaRPr lang="en-US" altLang="zh-TW" dirty="0"/>
          </a:p>
          <a:p>
            <a:r>
              <a:rPr lang="zh-TW" altLang="en-US" b="1" dirty="0"/>
              <a:t>會點名，但點名不列入成績</a:t>
            </a:r>
            <a:endParaRPr lang="en-US" altLang="zh-TW" b="1" dirty="0"/>
          </a:p>
          <a:p>
            <a:pPr lvl="1"/>
            <a:r>
              <a:rPr lang="zh-TW" altLang="en-US" dirty="0"/>
              <a:t>我不想當掉太多人，作業繳交狀況不佳的同學，才會以出席率決定是否當掉。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2898000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4657</TotalTime>
  <Words>193</Words>
  <Application>Microsoft Office PowerPoint</Application>
  <PresentationFormat>如螢幕大小 (4:3)</PresentationFormat>
  <Paragraphs>22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0" baseType="lpstr">
      <vt:lpstr>微軟正黑體</vt:lpstr>
      <vt:lpstr>Arial</vt:lpstr>
      <vt:lpstr>Georgia</vt:lpstr>
      <vt:lpstr>Times New Roman</vt:lpstr>
      <vt:lpstr>Wingdings 2</vt:lpstr>
      <vt:lpstr>都會</vt:lpstr>
      <vt:lpstr>Lesson 0 課程需求</vt:lpstr>
      <vt:lpstr>課程內容 </vt:lpstr>
      <vt:lpstr>課程大綱</vt:lpstr>
      <vt:lpstr>評分標準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User</cp:lastModifiedBy>
  <cp:revision>250</cp:revision>
  <dcterms:created xsi:type="dcterms:W3CDTF">2024-11-18T05:57:07Z</dcterms:created>
  <dcterms:modified xsi:type="dcterms:W3CDTF">2025-09-08T01:05:34Z</dcterms:modified>
</cp:coreProperties>
</file>