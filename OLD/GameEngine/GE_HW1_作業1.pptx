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327" r:id="rId2"/>
    <p:sldId id="326" r:id="rId3"/>
    <p:sldId id="329" r:id="rId4"/>
    <p:sldId id="328" r:id="rId5"/>
    <p:sldId id="330" r:id="rId6"/>
    <p:sldId id="331" r:id="rId7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中等深淺樣式 4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117" d="100"/>
          <a:sy n="117" d="100"/>
        </p:scale>
        <p:origin x="-1848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矩形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矩形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矩形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矩形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圓角矩形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圓角矩形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矩形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矩形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TW" altLang="en-US"/>
              <a:t>按一下以編輯母片副標題樣式</a:t>
            </a:r>
            <a:endParaRPr kumimoji="0" lang="en-US"/>
          </a:p>
        </p:txBody>
      </p:sp>
      <p:sp>
        <p:nvSpPr>
          <p:cNvPr id="28" name="日期版面配置區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2025/9/29</a:t>
            </a:fld>
            <a:endParaRPr lang="zh-TW" altLang="en-US"/>
          </a:p>
        </p:txBody>
      </p:sp>
      <p:sp>
        <p:nvSpPr>
          <p:cNvPr id="17" name="頁尾版面配置區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29" name="投影片編號版面配置區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2025/9/29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2025/9/29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2025/9/29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26" name="日期版面配置區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BBEAD13-0566-4C6C-97E7-55F17F24B09F}" type="datetimeFigureOut">
              <a:rPr lang="zh-TW" altLang="en-US" smtClean="0"/>
              <a:pPr/>
              <a:t>2025/9/29</a:t>
            </a:fld>
            <a:endParaRPr lang="zh-TW" altLang="en-US"/>
          </a:p>
        </p:txBody>
      </p:sp>
      <p:sp>
        <p:nvSpPr>
          <p:cNvPr id="27" name="投影片編號版面配置區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28" name="頁尾版面配置區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2025/9/29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2025/9/29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2025/9/29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TW" altLang="en-US"/>
              <a:t>按一下圖示以新增圖片</a:t>
            </a:r>
            <a:endParaRPr kumimoji="0"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2025/9/29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2025/9/29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2025/9/29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矩形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矩形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矩形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矩形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圓角矩形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圓角矩形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矩形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矩形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矩形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矩形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矩形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矩形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標題版面配置區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13" name="文字版面配置區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  <a:p>
            <a:pPr lvl="1" eaLnBrk="1" latinLnBrk="0" hangingPunct="1"/>
            <a:r>
              <a:rPr kumimoji="0" lang="zh-TW" altLang="en-US"/>
              <a:t>第二層</a:t>
            </a:r>
          </a:p>
          <a:p>
            <a:pPr lvl="2" eaLnBrk="1" latinLnBrk="0" hangingPunct="1"/>
            <a:r>
              <a:rPr kumimoji="0" lang="zh-TW" altLang="en-US"/>
              <a:t>第三層</a:t>
            </a:r>
          </a:p>
          <a:p>
            <a:pPr lvl="3" eaLnBrk="1" latinLnBrk="0" hangingPunct="1"/>
            <a:r>
              <a:rPr kumimoji="0" lang="zh-TW" altLang="en-US"/>
              <a:t>第四層</a:t>
            </a:r>
          </a:p>
          <a:p>
            <a:pPr lvl="4" eaLnBrk="1" latinLnBrk="0" hangingPunct="1"/>
            <a:r>
              <a:rPr kumimoji="0" lang="zh-TW" altLang="en-US"/>
              <a:t>第五層</a:t>
            </a:r>
            <a:endParaRPr kumimoji="0" lang="en-US"/>
          </a:p>
        </p:txBody>
      </p:sp>
      <p:sp>
        <p:nvSpPr>
          <p:cNvPr id="14" name="日期版面配置區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pPr/>
              <a:t>2025/9/29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youtu.be/bsRbt6ivKcw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 smtClean="0"/>
              <a:t>作業</a:t>
            </a:r>
            <a:r>
              <a:rPr lang="en-US" altLang="zh-TW" dirty="0"/>
              <a:t>1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/>
          </a:p>
          <a:p>
            <a:r>
              <a:rPr lang="en-US" altLang="zh-TW" dirty="0"/>
              <a:t>Horazon</a:t>
            </a:r>
          </a:p>
          <a:p>
            <a:r>
              <a:rPr lang="zh-TW" altLang="en-US" dirty="0">
                <a:solidFill>
                  <a:srgbClr val="003399"/>
                </a:solidFill>
                <a:latin typeface="Times New Roman" panose="02020603050405020304" pitchFamily="18" charset="0"/>
              </a:rPr>
              <a:t>基礎遊戲引擎應用</a:t>
            </a:r>
            <a:r>
              <a:rPr lang="en-US" altLang="zh-TW" dirty="0">
                <a:solidFill>
                  <a:srgbClr val="003399"/>
                </a:solidFill>
                <a:latin typeface="Times New Roman" panose="02020603050405020304" pitchFamily="18" charset="0"/>
              </a:rPr>
              <a:t>(Y2)</a:t>
            </a:r>
            <a:endParaRPr lang="zh-TW" altLang="en-US" dirty="0"/>
          </a:p>
          <a:p>
            <a:endParaRPr lang="zh-TW" altLang="en-US" dirty="0"/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作業內容預覽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hlinkClick r:id="rId2"/>
              </a:rPr>
              <a:t>https://youtu.be/bsRbt6ivKcw</a:t>
            </a:r>
            <a:endParaRPr lang="zh-TW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371600" y="2819400"/>
            <a:ext cx="6705600" cy="37566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作業內容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使用</a:t>
            </a:r>
            <a:r>
              <a:rPr lang="en-US" altLang="zh-TW" dirty="0"/>
              <a:t>Sphere(</a:t>
            </a:r>
            <a:r>
              <a:rPr lang="zh-TW" altLang="en-US" dirty="0"/>
              <a:t>球形</a:t>
            </a:r>
            <a:r>
              <a:rPr lang="en-US" altLang="zh-TW" dirty="0"/>
              <a:t>)</a:t>
            </a:r>
            <a:r>
              <a:rPr lang="zh-TW" altLang="en-US" dirty="0"/>
              <a:t>創造太陽、地球、月亮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太陽與地球距離 </a:t>
            </a:r>
            <a:r>
              <a:rPr lang="en-US" altLang="zh-TW" dirty="0"/>
              <a:t>= 20</a:t>
            </a:r>
          </a:p>
          <a:p>
            <a:r>
              <a:rPr lang="zh-TW" altLang="en-US" dirty="0"/>
              <a:t>地球與月亮距離 </a:t>
            </a:r>
            <a:r>
              <a:rPr lang="en-US" altLang="zh-TW" dirty="0"/>
              <a:t>= 2</a:t>
            </a:r>
          </a:p>
          <a:p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371600" y="2819400"/>
          <a:ext cx="632460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115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58115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58115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58115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lvl="0"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zh-TW" altLang="en-US" dirty="0"/>
                        <a:t>太陽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zh-TW" altLang="en-US" dirty="0"/>
                        <a:t>地球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zh-TW" altLang="en-US" dirty="0"/>
                        <a:t>月亮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lvl="0" algn="ctr"/>
                      <a:r>
                        <a:rPr lang="zh-TW" altLang="en-US" dirty="0"/>
                        <a:t>顏色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zh-TW" altLang="en-US" dirty="0"/>
                        <a:t>黃色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zh-TW" altLang="en-US" dirty="0"/>
                        <a:t>藍色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zh-TW" altLang="en-US" dirty="0"/>
                        <a:t>灰色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lvl="0" algn="ctr"/>
                      <a:r>
                        <a:rPr lang="zh-TW" altLang="en-US" dirty="0"/>
                        <a:t>大小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lvl="0" algn="ctr"/>
                      <a:r>
                        <a:rPr lang="zh-TW" altLang="en-US" dirty="0"/>
                        <a:t>公轉速度</a:t>
                      </a:r>
                      <a:r>
                        <a:rPr lang="en-US" altLang="zh-TW"/>
                        <a:t/>
                      </a:r>
                      <a:br>
                        <a:rPr lang="en-US" altLang="zh-TW"/>
                      </a:br>
                      <a:r>
                        <a:rPr lang="en-US" altLang="zh-TW"/>
                        <a:t>(</a:t>
                      </a:r>
                      <a:r>
                        <a:rPr lang="zh-TW" altLang="en-US" dirty="0"/>
                        <a:t>度</a:t>
                      </a:r>
                      <a:r>
                        <a:rPr lang="en-US" altLang="zh-TW" dirty="0"/>
                        <a:t>/</a:t>
                      </a:r>
                      <a:r>
                        <a:rPr lang="zh-TW" altLang="en-US" dirty="0"/>
                        <a:t>秒</a:t>
                      </a:r>
                      <a:r>
                        <a:rPr lang="en-US" altLang="zh-TW" dirty="0"/>
                        <a:t>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US" altLang="zh-TW" dirty="0"/>
                        <a:t>120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如何繳交作業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2249424"/>
            <a:ext cx="8153400" cy="4325112"/>
          </a:xfrm>
        </p:spPr>
        <p:txBody>
          <a:bodyPr>
            <a:normAutofit/>
          </a:bodyPr>
          <a:lstStyle/>
          <a:p>
            <a:r>
              <a:rPr lang="zh-TW" altLang="en-US" dirty="0"/>
              <a:t>場景的存檔</a:t>
            </a:r>
            <a:endParaRPr lang="en-US" altLang="zh-TW" dirty="0"/>
          </a:p>
          <a:p>
            <a:pPr lvl="1"/>
            <a:r>
              <a:rPr lang="zh-TW" altLang="en-US" dirty="0"/>
              <a:t>當你製作完以後，務必</a:t>
            </a:r>
            <a:r>
              <a:rPr lang="en-US" altLang="zh-TW" dirty="0"/>
              <a:t>File &gt; Save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en-US" altLang="zh-TW" dirty="0" err="1"/>
              <a:t>ctrl+s</a:t>
            </a:r>
            <a:r>
              <a:rPr lang="en-US" altLang="zh-TW" dirty="0"/>
              <a:t>)</a:t>
            </a:r>
            <a:r>
              <a:rPr lang="zh-TW" altLang="en-US" dirty="0"/>
              <a:t>將場景存檔</a:t>
            </a:r>
            <a:endParaRPr lang="en-US" altLang="zh-TW" dirty="0"/>
          </a:p>
          <a:p>
            <a:pPr lvl="1"/>
            <a:endParaRPr lang="en-US" altLang="zh-TW" dirty="0"/>
          </a:p>
          <a:p>
            <a:r>
              <a:rPr lang="zh-TW" altLang="en-US" dirty="0"/>
              <a:t>在</a:t>
            </a:r>
            <a:r>
              <a:rPr lang="en-US" altLang="zh-TW" dirty="0"/>
              <a:t>Project</a:t>
            </a:r>
            <a:r>
              <a:rPr lang="zh-TW" altLang="en-US" dirty="0"/>
              <a:t>中找到你的場景，通常放在</a:t>
            </a:r>
            <a:r>
              <a:rPr lang="en-US" altLang="zh-TW" dirty="0"/>
              <a:t>Assets\Scene</a:t>
            </a:r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838200"/>
            <a:ext cx="8229600" cy="1066800"/>
          </a:xfrm>
        </p:spPr>
        <p:txBody>
          <a:bodyPr/>
          <a:lstStyle/>
          <a:p>
            <a:r>
              <a:rPr lang="zh-TW" altLang="en-US" dirty="0"/>
              <a:t>如何繳交作業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4325112"/>
          </a:xfrm>
        </p:spPr>
        <p:txBody>
          <a:bodyPr/>
          <a:lstStyle/>
          <a:p>
            <a:r>
              <a:rPr lang="zh-TW" altLang="en-US" dirty="0"/>
              <a:t>在場景檔案上 右鍵選擇</a:t>
            </a:r>
            <a:r>
              <a:rPr lang="en-US" altLang="zh-TW" dirty="0"/>
              <a:t>Export Package</a:t>
            </a:r>
          </a:p>
          <a:p>
            <a:pPr lvl="1"/>
            <a:r>
              <a:rPr lang="zh-TW" altLang="en-US" dirty="0"/>
              <a:t>務必勾選下方兩項、點選</a:t>
            </a:r>
            <a:r>
              <a:rPr lang="en-US" altLang="zh-TW" dirty="0"/>
              <a:t>Export…</a:t>
            </a:r>
          </a:p>
          <a:p>
            <a:r>
              <a:rPr lang="zh-TW" altLang="en-US" dirty="0"/>
              <a:t>繳交該</a:t>
            </a:r>
            <a:r>
              <a:rPr lang="en-US" altLang="zh-TW" dirty="0"/>
              <a:t>.</a:t>
            </a:r>
            <a:r>
              <a:rPr lang="en-US" altLang="zh-TW" dirty="0" err="1"/>
              <a:t>unitypackage</a:t>
            </a:r>
            <a:r>
              <a:rPr lang="zh-TW" altLang="en-US" dirty="0"/>
              <a:t>檔案</a:t>
            </a:r>
            <a:endParaRPr lang="en-US" altLang="zh-TW" dirty="0"/>
          </a:p>
          <a:p>
            <a:endParaRPr lang="zh-TW" alt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67000" y="3200400"/>
            <a:ext cx="2286000" cy="3536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矩形 4"/>
          <p:cNvSpPr/>
          <p:nvPr/>
        </p:nvSpPr>
        <p:spPr>
          <a:xfrm>
            <a:off x="3048000" y="4755641"/>
            <a:ext cx="1828800" cy="152400"/>
          </a:xfrm>
          <a:prstGeom prst="rect">
            <a:avLst/>
          </a:prstGeom>
          <a:solidFill>
            <a:srgbClr val="FF0000">
              <a:alpha val="5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n>
                <a:solidFill>
                  <a:schemeClr val="accent4"/>
                </a:solidFill>
              </a:ln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410200" y="2819400"/>
            <a:ext cx="3527790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矩形 6"/>
          <p:cNvSpPr/>
          <p:nvPr/>
        </p:nvSpPr>
        <p:spPr>
          <a:xfrm>
            <a:off x="5486400" y="6400800"/>
            <a:ext cx="2362200" cy="228600"/>
          </a:xfrm>
          <a:prstGeom prst="rect">
            <a:avLst/>
          </a:prstGeom>
          <a:solidFill>
            <a:srgbClr val="FF0000">
              <a:alpha val="5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n>
                <a:solidFill>
                  <a:schemeClr val="accent4"/>
                </a:solidFill>
              </a:ln>
            </a:endParaRPr>
          </a:p>
        </p:txBody>
      </p:sp>
      <p:sp>
        <p:nvSpPr>
          <p:cNvPr id="8" name="矩形 7"/>
          <p:cNvSpPr/>
          <p:nvPr/>
        </p:nvSpPr>
        <p:spPr>
          <a:xfrm>
            <a:off x="8229600" y="6400800"/>
            <a:ext cx="685800" cy="228600"/>
          </a:xfrm>
          <a:prstGeom prst="rect">
            <a:avLst/>
          </a:prstGeom>
          <a:solidFill>
            <a:srgbClr val="FF0000">
              <a:alpha val="5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n>
                <a:solidFill>
                  <a:schemeClr val="accent4"/>
                </a:solidFill>
              </a:ln>
            </a:endParaRPr>
          </a:p>
        </p:txBody>
      </p:sp>
      <p:cxnSp>
        <p:nvCxnSpPr>
          <p:cNvPr id="10" name="直線單箭頭接點 9"/>
          <p:cNvCxnSpPr>
            <a:stCxn id="5" idx="3"/>
            <a:endCxn id="7" idx="1"/>
          </p:cNvCxnSpPr>
          <p:nvPr/>
        </p:nvCxnSpPr>
        <p:spPr>
          <a:xfrm>
            <a:off x="4876800" y="4831841"/>
            <a:ext cx="609600" cy="1683259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直線單箭頭接點 11"/>
          <p:cNvCxnSpPr>
            <a:stCxn id="7" idx="3"/>
          </p:cNvCxnSpPr>
          <p:nvPr/>
        </p:nvCxnSpPr>
        <p:spPr>
          <a:xfrm>
            <a:off x="7848600" y="6515100"/>
            <a:ext cx="381000" cy="396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57200" y="4114800"/>
            <a:ext cx="1676400" cy="7193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9" name="矩形 18"/>
          <p:cNvSpPr/>
          <p:nvPr/>
        </p:nvSpPr>
        <p:spPr>
          <a:xfrm>
            <a:off x="457200" y="4267200"/>
            <a:ext cx="1600200" cy="152400"/>
          </a:xfrm>
          <a:prstGeom prst="rect">
            <a:avLst/>
          </a:prstGeom>
          <a:solidFill>
            <a:srgbClr val="FF0000">
              <a:alpha val="5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n>
                <a:solidFill>
                  <a:schemeClr val="accent4"/>
                </a:solidFill>
              </a:ln>
            </a:endParaRPr>
          </a:p>
        </p:txBody>
      </p:sp>
      <p:cxnSp>
        <p:nvCxnSpPr>
          <p:cNvPr id="20" name="直線單箭頭接點 19"/>
          <p:cNvCxnSpPr>
            <a:endCxn id="5" idx="1"/>
          </p:cNvCxnSpPr>
          <p:nvPr/>
        </p:nvCxnSpPr>
        <p:spPr>
          <a:xfrm>
            <a:off x="2057400" y="4343400"/>
            <a:ext cx="990600" cy="488441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提示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624078" indent="-514350">
              <a:buFont typeface="+mj-lt"/>
              <a:buAutoNum type="arabicPeriod"/>
            </a:pPr>
            <a:r>
              <a:rPr lang="zh-TW" altLang="en-US" dirty="0"/>
              <a:t>先建立三個圓球，依照作業內容調整大小，並放到對應位置</a:t>
            </a:r>
            <a:endParaRPr lang="en-US" altLang="zh-TW" dirty="0"/>
          </a:p>
          <a:p>
            <a:pPr marL="624078" indent="-514350">
              <a:buFont typeface="+mj-lt"/>
              <a:buAutoNum type="arabicPeriod"/>
            </a:pPr>
            <a:r>
              <a:rPr lang="zh-TW" altLang="en-US" dirty="0"/>
              <a:t>建立三個材質，依照作業內容修改，套用至三個圓球</a:t>
            </a:r>
            <a:endParaRPr lang="en-US" altLang="zh-TW" dirty="0"/>
          </a:p>
          <a:p>
            <a:pPr marL="624078" indent="-514350">
              <a:buFont typeface="+mj-lt"/>
              <a:buAutoNum type="arabicPeriod"/>
            </a:pPr>
            <a:r>
              <a:rPr lang="zh-TW" altLang="en-US" dirty="0"/>
              <a:t>第</a:t>
            </a:r>
            <a:r>
              <a:rPr lang="en-US" altLang="zh-TW" dirty="0"/>
              <a:t>2</a:t>
            </a:r>
            <a:r>
              <a:rPr lang="zh-TW" altLang="en-US" dirty="0"/>
              <a:t>步不會，仍能嘗試從這一步開始</a:t>
            </a:r>
            <a:endParaRPr lang="en-US" altLang="zh-TW" dirty="0"/>
          </a:p>
          <a:p>
            <a:pPr marL="916686" lvl="1" indent="-514350">
              <a:buFont typeface="+mj-lt"/>
              <a:buAutoNum type="arabicPeriod"/>
            </a:pPr>
            <a:r>
              <a:rPr lang="zh-TW" altLang="en-US" dirty="0"/>
              <a:t>思考怎麼讓地球繞著太陽轉動</a:t>
            </a:r>
            <a:endParaRPr lang="en-US" altLang="zh-TW" dirty="0"/>
          </a:p>
          <a:p>
            <a:pPr marL="916686" lvl="1" indent="-514350">
              <a:buFont typeface="+mj-lt"/>
              <a:buAutoNum type="arabicPeriod"/>
            </a:pPr>
            <a:r>
              <a:rPr lang="zh-TW" altLang="en-US" dirty="0"/>
              <a:t>思考怎麼讓月球繞著地球轉動</a:t>
            </a:r>
            <a:endParaRPr lang="en-US" altLang="zh-TW" dirty="0"/>
          </a:p>
          <a:p>
            <a:pPr marL="916686" lvl="1" indent="-514350">
              <a:buFont typeface="+mj-lt"/>
              <a:buAutoNum type="arabicPeriod"/>
            </a:pPr>
            <a:r>
              <a:rPr lang="zh-TW" altLang="en-US" dirty="0"/>
              <a:t>是否有呈現預覽的狀況</a:t>
            </a:r>
            <a:endParaRPr lang="en-US" altLang="zh-TW" dirty="0"/>
          </a:p>
          <a:p>
            <a:pPr marL="916686" lvl="1" indent="-514350">
              <a:buFont typeface="+mj-lt"/>
              <a:buAutoNum type="arabicPeriod"/>
            </a:pPr>
            <a:r>
              <a:rPr lang="zh-TW" altLang="en-US"/>
              <a:t>調整兩種旋轉的速度</a:t>
            </a:r>
            <a:endParaRPr lang="en-US" altLang="zh-TW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都會">
  <a:themeElements>
    <a:clrScheme name="自訂 2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53548A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自訂 1">
      <a:majorFont>
        <a:latin typeface="Arial"/>
        <a:ea typeface="微軟正黑體"/>
        <a:cs typeface=""/>
      </a:majorFont>
      <a:minorFont>
        <a:latin typeface="Arial"/>
        <a:ea typeface="微軟正黑體"/>
        <a:cs typeface=""/>
      </a:minorFont>
    </a:fontScheme>
    <a:fmtScheme name="都會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5100</TotalTime>
  <Words>190</Words>
  <Application>Microsoft Office PowerPoint</Application>
  <PresentationFormat>如螢幕大小 (4:3)</PresentationFormat>
  <Paragraphs>47</Paragraphs>
  <Slides>6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7" baseType="lpstr">
      <vt:lpstr>都會</vt:lpstr>
      <vt:lpstr>作業1</vt:lpstr>
      <vt:lpstr>作業內容預覽</vt:lpstr>
      <vt:lpstr>作業內容</vt:lpstr>
      <vt:lpstr>如何繳交作業</vt:lpstr>
      <vt:lpstr>如何繳交作業</vt:lpstr>
      <vt:lpstr>提示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 遊戲引擎概論</dc:title>
  <dc:creator>user</dc:creator>
  <cp:lastModifiedBy>user</cp:lastModifiedBy>
  <cp:revision>294</cp:revision>
  <dcterms:created xsi:type="dcterms:W3CDTF">2024-11-18T05:57:07Z</dcterms:created>
  <dcterms:modified xsi:type="dcterms:W3CDTF">2025-09-29T15:53:51Z</dcterms:modified>
</cp:coreProperties>
</file>