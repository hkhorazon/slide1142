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sldIdLst>
    <p:sldId id="256" r:id="rId2"/>
    <p:sldId id="278" r:id="rId3"/>
    <p:sldId id="281" r:id="rId4"/>
    <p:sldId id="283" r:id="rId5"/>
    <p:sldId id="280" r:id="rId6"/>
    <p:sldId id="298" r:id="rId7"/>
    <p:sldId id="282" r:id="rId8"/>
    <p:sldId id="289" r:id="rId9"/>
    <p:sldId id="292" r:id="rId10"/>
    <p:sldId id="290" r:id="rId11"/>
    <p:sldId id="293" r:id="rId12"/>
    <p:sldId id="284" r:id="rId13"/>
    <p:sldId id="286" r:id="rId14"/>
    <p:sldId id="287" r:id="rId15"/>
    <p:sldId id="272" r:id="rId16"/>
    <p:sldId id="273" r:id="rId17"/>
    <p:sldId id="275" r:id="rId18"/>
    <p:sldId id="299" r:id="rId19"/>
    <p:sldId id="264" r:id="rId20"/>
    <p:sldId id="266" r:id="rId21"/>
    <p:sldId id="294" r:id="rId22"/>
    <p:sldId id="297" r:id="rId23"/>
    <p:sldId id="268" r:id="rId24"/>
    <p:sldId id="271" r:id="rId25"/>
    <p:sldId id="269" r:id="rId26"/>
    <p:sldId id="300" r:id="rId27"/>
    <p:sldId id="270" r:id="rId28"/>
    <p:sldId id="295" r:id="rId29"/>
    <p:sldId id="296" r:id="rId30"/>
    <p:sldId id="274" r:id="rId31"/>
    <p:sldId id="276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4:28.236" v="10" actId="20577"/>
      <pc:docMkLst>
        <pc:docMk/>
      </pc:docMkLst>
      <pc:sldChg chg="modSp mod">
        <pc:chgData name="仕明 張" userId="a807ee1b932df6c2" providerId="LiveId" clId="{AFAE7C5A-3E6D-494F-BBBB-CC72F70A7DD7}" dt="2025-03-13T06:24:28.236" v="10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4:28.236" v="1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xamo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2d.com/zh-CHS/" TargetMode="External"/><Relationship Id="rId2" Type="http://schemas.openxmlformats.org/officeDocument/2006/relationships/hyperlink" Target="https://zh.esotericsoftware.com/spine-unity-main-componen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rsarctosdev.medium.com/animating-sprites-30ef294e9a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</a:t>
            </a:r>
            <a:br>
              <a:rPr lang="en-US" altLang="zh-TW" dirty="0"/>
            </a:br>
            <a:r>
              <a:rPr lang="zh-TW" altLang="en-US" dirty="0"/>
              <a:t>動畫系統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物理模擬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b="1" u="sng" dirty="0">
                <a:solidFill>
                  <a:srgbClr val="00B050"/>
                </a:solidFill>
              </a:rPr>
              <a:t>動畫系統</a:t>
            </a:r>
            <a:endParaRPr lang="en-US" altLang="zh-TW" b="1" u="sng" dirty="0">
              <a:solidFill>
                <a:srgbClr val="00B050"/>
              </a:solidFill>
            </a:endParaRPr>
          </a:p>
          <a:p>
            <a:r>
              <a:rPr lang="zh-TW" altLang="en-US" dirty="0"/>
              <a:t>音效與音樂</a:t>
            </a:r>
            <a:endParaRPr lang="en-US" altLang="zh-TW" dirty="0"/>
          </a:p>
          <a:p>
            <a:r>
              <a:rPr lang="zh-TW" altLang="en-US" dirty="0"/>
              <a:t>使用者互動 </a:t>
            </a:r>
            <a:r>
              <a:rPr lang="en-US" altLang="zh-TW" dirty="0"/>
              <a:t>(</a:t>
            </a:r>
            <a:r>
              <a:rPr lang="zh-TW" altLang="en-US" dirty="0"/>
              <a:t>輸入</a:t>
            </a:r>
            <a:r>
              <a:rPr lang="en-US" altLang="zh-TW" dirty="0"/>
              <a:t>&amp;</a:t>
            </a:r>
            <a:r>
              <a:rPr lang="zh-TW" altLang="en-US" dirty="0"/>
              <a:t>回應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使用者介面 </a:t>
            </a:r>
            <a:r>
              <a:rPr lang="en-US" altLang="zh-TW" dirty="0"/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動畫怎麼被製作的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257800" cy="4325112"/>
          </a:xfrm>
        </p:spPr>
        <p:txBody>
          <a:bodyPr/>
          <a:lstStyle/>
          <a:p>
            <a:r>
              <a:rPr lang="zh-TW" altLang="en-US" dirty="0"/>
              <a:t>撇開</a:t>
            </a:r>
            <a:r>
              <a:rPr lang="en-US" altLang="zh-TW" dirty="0"/>
              <a:t>Unity</a:t>
            </a:r>
            <a:r>
              <a:rPr lang="zh-TW" altLang="en-US" dirty="0"/>
              <a:t>，動畫是什麼</a:t>
            </a:r>
            <a:endParaRPr lang="en-US" altLang="zh-TW" dirty="0"/>
          </a:p>
          <a:p>
            <a:pPr lvl="1"/>
            <a:r>
              <a:rPr lang="zh-TW" altLang="en-US" dirty="0"/>
              <a:t>每秒</a:t>
            </a:r>
            <a:r>
              <a:rPr lang="en-US" altLang="zh-TW" dirty="0"/>
              <a:t>24/30/60</a:t>
            </a:r>
            <a:r>
              <a:rPr lang="zh-TW" altLang="en-US" dirty="0"/>
              <a:t>張之類的畫面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每格畫面手繪</a:t>
            </a:r>
            <a:endParaRPr lang="en-US" altLang="zh-TW" dirty="0"/>
          </a:p>
          <a:p>
            <a:pPr lvl="1"/>
            <a:r>
              <a:rPr lang="zh-TW" altLang="en-US" dirty="0"/>
              <a:t>電腦作畫中，會有所謂的關鍵畫面</a:t>
            </a:r>
            <a:r>
              <a:rPr lang="en-US" altLang="zh-TW" dirty="0"/>
              <a:t>(</a:t>
            </a:r>
            <a:r>
              <a:rPr lang="en-US" altLang="zh-TW" dirty="0" err="1"/>
              <a:t>keyframe</a:t>
            </a:r>
            <a:r>
              <a:rPr lang="en-US" altLang="zh-TW" dirty="0"/>
              <a:t>)</a:t>
            </a:r>
            <a:r>
              <a:rPr lang="zh-TW" altLang="en-US" dirty="0"/>
              <a:t>，剩下讓電腦自行運算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028" name="Picture 4" descr="Keyframe animation - Learning Autodesk Maya 2010: Foundation [Book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4495800"/>
            <a:ext cx="3162300" cy="22279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動畫系統的運用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3D</a:t>
            </a:r>
            <a:r>
              <a:rPr lang="zh-TW" altLang="en-US" dirty="0"/>
              <a:t> 單一人物</a:t>
            </a:r>
            <a:r>
              <a:rPr lang="en-US" altLang="zh-TW" dirty="0"/>
              <a:t>/</a:t>
            </a:r>
            <a:r>
              <a:rPr lang="zh-TW" altLang="en-US" dirty="0"/>
              <a:t>物體動畫</a:t>
            </a:r>
            <a:endParaRPr lang="en-US" altLang="zh-TW" dirty="0"/>
          </a:p>
          <a:p>
            <a:r>
              <a:rPr lang="en-US" altLang="zh-TW" dirty="0"/>
              <a:t>2D</a:t>
            </a:r>
            <a:r>
              <a:rPr lang="zh-TW" altLang="en-US" dirty="0"/>
              <a:t> 單一人物</a:t>
            </a:r>
            <a:r>
              <a:rPr lang="en-US" altLang="zh-TW" dirty="0"/>
              <a:t>/</a:t>
            </a:r>
            <a:r>
              <a:rPr lang="zh-TW" altLang="en-US" dirty="0"/>
              <a:t>物體動畫</a:t>
            </a:r>
            <a:endParaRPr lang="en-US" altLang="zh-TW" dirty="0"/>
          </a:p>
          <a:p>
            <a:r>
              <a:rPr lang="en-US" altLang="zh-TW" dirty="0"/>
              <a:t>UI</a:t>
            </a:r>
            <a:r>
              <a:rPr lang="zh-TW" altLang="en-US" dirty="0"/>
              <a:t> 動畫</a:t>
            </a:r>
            <a:endParaRPr lang="en-US" altLang="zh-TW" dirty="0"/>
          </a:p>
          <a:p>
            <a:r>
              <a:rPr lang="en-US" altLang="zh-TW" dirty="0"/>
              <a:t>3D</a:t>
            </a:r>
            <a:r>
              <a:rPr lang="zh-TW" altLang="en-US" dirty="0"/>
              <a:t>或</a:t>
            </a:r>
            <a:r>
              <a:rPr lang="en-US" altLang="zh-TW" dirty="0"/>
              <a:t>2D</a:t>
            </a:r>
            <a:r>
              <a:rPr lang="zh-TW" altLang="en-US" dirty="0"/>
              <a:t>的整段動畫</a:t>
            </a:r>
            <a:endParaRPr lang="en-US" altLang="zh-TW" dirty="0"/>
          </a:p>
          <a:p>
            <a:pPr lvl="1"/>
            <a:r>
              <a:rPr lang="zh-TW" altLang="en-US" dirty="0"/>
              <a:t>備註：雖然接下來介紹的系統辦得到，但是建議研究</a:t>
            </a:r>
            <a:r>
              <a:rPr lang="en-US" altLang="zh-TW" dirty="0"/>
              <a:t>Timeline</a:t>
            </a:r>
            <a:r>
              <a:rPr lang="zh-TW" altLang="en-US" dirty="0"/>
              <a:t>套件</a:t>
            </a:r>
            <a:endParaRPr lang="en-US" altLang="zh-TW" dirty="0"/>
          </a:p>
          <a:p>
            <a:r>
              <a:rPr lang="zh-TW" altLang="en-US" strike="sngStrike" dirty="0"/>
              <a:t>物理造成的物體運動動畫</a:t>
            </a:r>
            <a:endParaRPr lang="en-US" altLang="zh-TW" strike="sngStrike" dirty="0"/>
          </a:p>
          <a:p>
            <a:r>
              <a:rPr lang="zh-TW" altLang="en-US" strike="sngStrike" dirty="0"/>
              <a:t>隨機移動或形變的動畫</a:t>
            </a:r>
            <a:endParaRPr lang="en-US" altLang="zh-TW" strike="sngStrike" dirty="0"/>
          </a:p>
          <a:p>
            <a:pPr lvl="1"/>
            <a:r>
              <a:rPr lang="zh-TW" altLang="en-US" dirty="0"/>
              <a:t>以上請使用物理引擎或程式方式製作</a:t>
            </a:r>
            <a:endParaRPr lang="en-US" altLang="zh-TW" dirty="0"/>
          </a:p>
          <a:p>
            <a:r>
              <a:rPr lang="zh-TW" altLang="en-US" strike="sngStrike" dirty="0"/>
              <a:t>影片播放</a:t>
            </a:r>
            <a:endParaRPr lang="en-US" altLang="zh-TW" strike="sngStrike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動畫系統的組成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Animation Clip </a:t>
            </a:r>
            <a:r>
              <a:rPr lang="zh-TW" altLang="en-US" dirty="0"/>
              <a:t>動畫片段</a:t>
            </a:r>
            <a:endParaRPr lang="en-US" altLang="zh-TW" dirty="0"/>
          </a:p>
          <a:p>
            <a:pPr lvl="1"/>
            <a:r>
              <a:rPr lang="zh-TW" altLang="en-US" dirty="0"/>
              <a:t>實際演出的片段動畫</a:t>
            </a:r>
            <a:r>
              <a:rPr lang="zh-TW" altLang="en-US" b="1" u="sng" dirty="0"/>
              <a:t>資產</a:t>
            </a:r>
            <a:endParaRPr lang="en-US" altLang="zh-TW" b="1" u="sng" dirty="0"/>
          </a:p>
          <a:p>
            <a:pPr lvl="1"/>
            <a:r>
              <a:rPr lang="en-US" altLang="zh-TW" dirty="0"/>
              <a:t>Animation Window</a:t>
            </a:r>
            <a:r>
              <a:rPr lang="zh-TW" altLang="en-US" dirty="0"/>
              <a:t>可編輯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Animator</a:t>
            </a:r>
            <a:r>
              <a:rPr lang="zh-TW" altLang="en-US" dirty="0"/>
              <a:t> </a:t>
            </a:r>
            <a:r>
              <a:rPr lang="en-US" altLang="zh-TW" dirty="0"/>
              <a:t>Controller</a:t>
            </a:r>
            <a:r>
              <a:rPr lang="zh-TW" altLang="en-US" dirty="0"/>
              <a:t> 動畫控制器</a:t>
            </a:r>
            <a:endParaRPr lang="en-US" altLang="zh-TW" dirty="0"/>
          </a:p>
          <a:p>
            <a:pPr lvl="1"/>
            <a:r>
              <a:rPr lang="zh-TW" altLang="en-US" dirty="0"/>
              <a:t>動畫的控制邏輯，控制多個</a:t>
            </a:r>
            <a:r>
              <a:rPr lang="en-US" altLang="zh-TW" dirty="0"/>
              <a:t>Clip</a:t>
            </a:r>
            <a:r>
              <a:rPr lang="zh-TW" altLang="en-US" dirty="0"/>
              <a:t>的 </a:t>
            </a:r>
            <a:r>
              <a:rPr lang="zh-TW" altLang="en-US" b="1" u="sng" dirty="0"/>
              <a:t>資產</a:t>
            </a:r>
            <a:endParaRPr lang="en-US" altLang="zh-TW" b="1" u="sng" dirty="0"/>
          </a:p>
          <a:p>
            <a:pPr lvl="1"/>
            <a:r>
              <a:rPr lang="en-US" altLang="zh-TW" dirty="0"/>
              <a:t>Animator</a:t>
            </a:r>
            <a:r>
              <a:rPr lang="zh-TW" altLang="en-US" dirty="0"/>
              <a:t> </a:t>
            </a:r>
            <a:r>
              <a:rPr lang="en-US" altLang="zh-TW" dirty="0"/>
              <a:t>Window</a:t>
            </a:r>
            <a:r>
              <a:rPr lang="zh-TW" altLang="en-US" dirty="0"/>
              <a:t> 可編輯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Animator</a:t>
            </a:r>
            <a:r>
              <a:rPr lang="zh-TW" altLang="en-US" dirty="0"/>
              <a:t> 動畫器</a:t>
            </a:r>
            <a:endParaRPr lang="en-US" altLang="zh-TW" dirty="0"/>
          </a:p>
          <a:p>
            <a:pPr lvl="1"/>
            <a:r>
              <a:rPr lang="zh-TW" altLang="en-US" dirty="0"/>
              <a:t>遊戲物件上的</a:t>
            </a:r>
            <a:r>
              <a:rPr lang="zh-TW" altLang="en-US" b="1" u="sng" dirty="0"/>
              <a:t>元件</a:t>
            </a:r>
            <a:r>
              <a:rPr lang="zh-TW" altLang="en-US" dirty="0"/>
              <a:t>，使用</a:t>
            </a:r>
            <a:r>
              <a:rPr lang="en-US" altLang="zh-TW" dirty="0"/>
              <a:t>Animator </a:t>
            </a:r>
            <a:r>
              <a:rPr lang="en-US" altLang="zh-TW" dirty="0" err="1"/>
              <a:t>Controler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11.2</a:t>
            </a:r>
            <a:br>
              <a:rPr lang="en-US" altLang="zh-TW" dirty="0"/>
            </a:br>
            <a:r>
              <a:rPr lang="en-US" altLang="zh-TW" dirty="0"/>
              <a:t>Animation Clip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 Clip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一段可重播的動畫片段，但不是影片，而是「</a:t>
            </a:r>
            <a:r>
              <a:rPr lang="zh-TW" altLang="en-US" b="1" dirty="0"/>
              <a:t>動作的指令記錄檔</a:t>
            </a:r>
            <a:r>
              <a:rPr lang="zh-TW" altLang="en-US" dirty="0"/>
              <a:t>」。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Animation Clip </a:t>
            </a:r>
            <a:r>
              <a:rPr lang="zh-TW" altLang="en-US" dirty="0"/>
              <a:t>可自行製作，也可以從外部匯入，部分匯入的片段也能在</a:t>
            </a:r>
            <a:r>
              <a:rPr lang="en-US" altLang="zh-TW" dirty="0"/>
              <a:t>Unity</a:t>
            </a:r>
            <a:r>
              <a:rPr lang="zh-TW" altLang="en-US" dirty="0"/>
              <a:t>中修改，但較不建議修改。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Animation Window</a:t>
            </a:r>
            <a:r>
              <a:rPr lang="zh-TW" altLang="en-US" dirty="0"/>
              <a:t>修改編輯</a:t>
            </a: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</a:t>
            </a:r>
            <a:r>
              <a:rPr lang="zh-TW" altLang="en-US" dirty="0"/>
              <a:t> </a:t>
            </a:r>
            <a:r>
              <a:rPr lang="en-US" altLang="zh-TW" dirty="0"/>
              <a:t>Clip</a:t>
            </a:r>
            <a:r>
              <a:rPr lang="zh-TW" altLang="en-US" dirty="0"/>
              <a:t> 製作</a:t>
            </a:r>
            <a:r>
              <a:rPr lang="en-US" altLang="zh-TW" dirty="0"/>
              <a:t>&amp;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/>
              <a:t>Animation Window</a:t>
            </a:r>
          </a:p>
          <a:p>
            <a:pPr lvl="1"/>
            <a:r>
              <a:rPr lang="en-US" altLang="zh-TW" dirty="0"/>
              <a:t>Window &gt; Animation &gt; Animation</a:t>
            </a:r>
          </a:p>
          <a:p>
            <a:r>
              <a:rPr lang="zh-TW" altLang="en-US" dirty="0"/>
              <a:t>點擊某一個遊戲物件，即可以按下</a:t>
            </a:r>
            <a:r>
              <a:rPr lang="en-US" altLang="zh-TW" dirty="0"/>
              <a:t>Create</a:t>
            </a:r>
            <a:r>
              <a:rPr lang="zh-TW" altLang="en-US" dirty="0"/>
              <a:t>來建立動畫，會要求你命名並存檔。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343400"/>
            <a:ext cx="6645275" cy="223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</a:t>
            </a:r>
            <a:r>
              <a:rPr lang="zh-TW" altLang="en-US" dirty="0"/>
              <a:t> </a:t>
            </a:r>
            <a:r>
              <a:rPr lang="en-US" altLang="zh-TW" dirty="0"/>
              <a:t>Clip</a:t>
            </a:r>
            <a:r>
              <a:rPr lang="zh-TW" altLang="en-US" dirty="0"/>
              <a:t> 製作</a:t>
            </a:r>
            <a:r>
              <a:rPr lang="en-US" altLang="zh-TW" dirty="0"/>
              <a:t>&amp;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編輯方法</a:t>
            </a:r>
            <a:r>
              <a:rPr lang="en-US" altLang="zh-TW" dirty="0"/>
              <a:t>1</a:t>
            </a:r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Add Property</a:t>
            </a:r>
            <a:r>
              <a:rPr lang="zh-TW" altLang="en-US" dirty="0"/>
              <a:t>選擇要修改的參數</a:t>
            </a:r>
            <a:endParaRPr lang="en-US" altLang="zh-TW" dirty="0"/>
          </a:p>
          <a:p>
            <a:pPr lvl="1"/>
            <a:r>
              <a:rPr lang="zh-TW" altLang="en-US" sz="2400" dirty="0"/>
              <a:t>在時間點上加入關鍵影格</a:t>
            </a:r>
            <a:r>
              <a:rPr lang="en-US" altLang="zh-TW" sz="2400" dirty="0"/>
              <a:t>(</a:t>
            </a:r>
            <a:r>
              <a:rPr lang="en-US" altLang="zh-TW" sz="2400" dirty="0" err="1"/>
              <a:t>keyframe</a:t>
            </a:r>
            <a:r>
              <a:rPr lang="en-US" altLang="zh-TW" sz="2400" dirty="0"/>
              <a:t>)</a:t>
            </a:r>
            <a:r>
              <a:rPr lang="zh-TW" altLang="en-US" sz="2400" dirty="0"/>
              <a:t>或直接輸入數值</a:t>
            </a:r>
            <a:endParaRPr lang="en-US" altLang="zh-TW" sz="2400" dirty="0"/>
          </a:p>
          <a:p>
            <a:pPr lvl="1"/>
            <a:endParaRPr lang="zh-TW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146121"/>
            <a:ext cx="8326438" cy="1518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</a:t>
            </a:r>
            <a:r>
              <a:rPr lang="zh-TW" altLang="en-US" dirty="0"/>
              <a:t> </a:t>
            </a:r>
            <a:r>
              <a:rPr lang="en-US" altLang="zh-TW" dirty="0"/>
              <a:t>Clip</a:t>
            </a:r>
            <a:r>
              <a:rPr lang="zh-TW" altLang="en-US" dirty="0"/>
              <a:t> 製作</a:t>
            </a:r>
            <a:r>
              <a:rPr lang="en-US" altLang="zh-TW" dirty="0"/>
              <a:t>&amp;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編輯方法</a:t>
            </a:r>
            <a:r>
              <a:rPr lang="en-US" altLang="zh-TW" dirty="0"/>
              <a:t>2</a:t>
            </a:r>
          </a:p>
          <a:p>
            <a:pPr lvl="1"/>
            <a:r>
              <a:rPr lang="zh-TW" altLang="en-US" sz="2400" dirty="0"/>
              <a:t>按下錄製鍵</a:t>
            </a:r>
            <a:endParaRPr lang="en-US" altLang="zh-TW" sz="2400" dirty="0"/>
          </a:p>
          <a:p>
            <a:pPr lvl="1"/>
            <a:r>
              <a:rPr lang="zh-TW" altLang="en-US" sz="2400" dirty="0"/>
              <a:t>調整至希望修改的時間點，直接修改該遊戲物件的相關屬性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146121"/>
            <a:ext cx="8326438" cy="1518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圓角矩形 5"/>
          <p:cNvSpPr/>
          <p:nvPr/>
        </p:nvSpPr>
        <p:spPr>
          <a:xfrm>
            <a:off x="914400" y="5029200"/>
            <a:ext cx="381000" cy="457200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</a:t>
            </a:r>
            <a:r>
              <a:rPr lang="zh-TW" altLang="en-US" dirty="0"/>
              <a:t> </a:t>
            </a:r>
            <a:r>
              <a:rPr lang="en-US" altLang="zh-TW" dirty="0"/>
              <a:t>Clip</a:t>
            </a:r>
            <a:r>
              <a:rPr lang="zh-TW" altLang="en-US" dirty="0"/>
              <a:t> 製作</a:t>
            </a:r>
            <a:r>
              <a:rPr lang="en-US" altLang="zh-TW" dirty="0"/>
              <a:t>&amp;</a:t>
            </a:r>
            <a:r>
              <a:rPr lang="zh-TW" altLang="en-US" dirty="0"/>
              <a:t>修改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Curves</a:t>
            </a:r>
            <a:r>
              <a:rPr lang="zh-TW" altLang="en-US" dirty="0"/>
              <a:t> 模式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你可以點擊節點來控制動畫曲線的切線斜率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286000"/>
            <a:ext cx="3192466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3D</a:t>
            </a:r>
            <a:r>
              <a:rPr lang="zh-TW" altLang="en-US" dirty="0"/>
              <a:t>骨架型</a:t>
            </a:r>
            <a:r>
              <a:rPr lang="en-US" altLang="zh-TW" dirty="0"/>
              <a:t>Animation Clip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以動畫操作骨架、皮膚會去跟隨骨架運作，所形成的一種動畫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en-US" altLang="zh-TW" dirty="0"/>
              <a:t>3D</a:t>
            </a:r>
            <a:r>
              <a:rPr lang="zh-TW" altLang="en-US" dirty="0"/>
              <a:t>最常見的型態為</a:t>
            </a:r>
            <a:r>
              <a:rPr lang="en-US" altLang="zh-TW" dirty="0"/>
              <a:t>Humanoid(</a:t>
            </a:r>
            <a:r>
              <a:rPr lang="zh-TW" altLang="en-US" dirty="0"/>
              <a:t>人型</a:t>
            </a:r>
            <a:r>
              <a:rPr lang="en-US" altLang="zh-TW" dirty="0"/>
              <a:t>)</a:t>
            </a:r>
            <a:r>
              <a:rPr lang="zh-TW" altLang="en-US" dirty="0"/>
              <a:t>，這種動畫可以在所有人型物件使用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https://www.mixamo.com/</a:t>
            </a:r>
            <a:endParaRPr lang="en-US" altLang="zh-TW" dirty="0"/>
          </a:p>
          <a:p>
            <a:r>
              <a:rPr lang="zh-TW" altLang="en-US" dirty="0"/>
              <a:t>其他非人型在</a:t>
            </a:r>
            <a:r>
              <a:rPr lang="en-US" altLang="zh-TW" dirty="0"/>
              <a:t>Unity</a:t>
            </a:r>
            <a:r>
              <a:rPr lang="zh-TW" altLang="en-US" dirty="0"/>
              <a:t>中為</a:t>
            </a:r>
            <a:r>
              <a:rPr lang="en-US" altLang="zh-TW" dirty="0"/>
              <a:t>Generic</a:t>
            </a:r>
            <a:r>
              <a:rPr lang="zh-TW" altLang="en-US" dirty="0"/>
              <a:t>，另外有已經不建議使用的</a:t>
            </a:r>
            <a:r>
              <a:rPr lang="en-US" altLang="zh-TW" dirty="0"/>
              <a:t>Legacy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Sprite Sheet</a:t>
            </a:r>
            <a:r>
              <a:rPr lang="zh-TW" altLang="en-US" dirty="0"/>
              <a:t> </a:t>
            </a:r>
            <a:r>
              <a:rPr lang="en-US" altLang="zh-TW" dirty="0"/>
              <a:t>Animation Clip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Sprite</a:t>
            </a:r>
            <a:r>
              <a:rPr lang="zh-TW" altLang="en-US" dirty="0"/>
              <a:t>是什麼</a:t>
            </a:r>
            <a:endParaRPr lang="en-US" altLang="zh-TW" dirty="0"/>
          </a:p>
          <a:p>
            <a:pPr lvl="1"/>
            <a:r>
              <a:rPr lang="zh-TW" altLang="en-US" dirty="0"/>
              <a:t>一個可獨立顯示、</a:t>
            </a:r>
            <a:r>
              <a:rPr lang="zh-TW" altLang="en-US" b="1" u="sng" dirty="0"/>
              <a:t>移動</a:t>
            </a:r>
            <a:r>
              <a:rPr lang="zh-TW" altLang="en-US" dirty="0"/>
              <a:t>的</a:t>
            </a:r>
            <a:r>
              <a:rPr lang="en-US" altLang="zh-TW" dirty="0"/>
              <a:t>2D</a:t>
            </a:r>
            <a:r>
              <a:rPr lang="zh-TW" altLang="en-US" dirty="0"/>
              <a:t>圖像元素。</a:t>
            </a:r>
            <a:endParaRPr lang="en-US" altLang="zh-TW" dirty="0"/>
          </a:p>
          <a:p>
            <a:r>
              <a:rPr lang="en-US" altLang="zh-TW" dirty="0"/>
              <a:t>Sprite Sheet</a:t>
            </a:r>
            <a:r>
              <a:rPr lang="zh-TW" altLang="en-US" dirty="0"/>
              <a:t>是什麼</a:t>
            </a:r>
            <a:endParaRPr lang="en-US" altLang="zh-TW" dirty="0"/>
          </a:p>
          <a:p>
            <a:pPr lvl="1"/>
            <a:r>
              <a:rPr lang="zh-TW" altLang="en-US" dirty="0"/>
              <a:t>多張</a:t>
            </a:r>
            <a:r>
              <a:rPr lang="en-US" altLang="zh-TW" dirty="0"/>
              <a:t>2D</a:t>
            </a:r>
            <a:r>
              <a:rPr lang="zh-TW" altLang="en-US" dirty="0"/>
              <a:t>圖片，拼成一張大圖，以程式去調用</a:t>
            </a:r>
            <a:endParaRPr lang="en-US" altLang="zh-TW" dirty="0"/>
          </a:p>
          <a:p>
            <a:r>
              <a:rPr lang="zh-TW" altLang="en-US" dirty="0"/>
              <a:t>動畫運用</a:t>
            </a:r>
            <a:endParaRPr lang="en-US" altLang="zh-TW" dirty="0"/>
          </a:p>
          <a:p>
            <a:pPr lvl="1"/>
            <a:r>
              <a:rPr lang="zh-TW" altLang="en-US" dirty="0"/>
              <a:t>將上述提到的多張按照特定順序去播放，就會形成動畫。</a:t>
            </a:r>
          </a:p>
        </p:txBody>
      </p:sp>
      <p:pic>
        <p:nvPicPr>
          <p:cNvPr id="4" name="Picture 2" descr="Animating Sprites - Rook Sullivan -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5015897"/>
            <a:ext cx="4048124" cy="17112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骨架型</a:t>
            </a:r>
            <a:r>
              <a:rPr lang="en-US" altLang="zh-TW" dirty="0"/>
              <a:t>Animation Clip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但是逐格畫圖太辛苦了，所以在</a:t>
            </a:r>
            <a:r>
              <a:rPr lang="en-US" altLang="zh-TW" dirty="0"/>
              <a:t>2D</a:t>
            </a:r>
            <a:r>
              <a:rPr lang="zh-TW" altLang="en-US" dirty="0"/>
              <a:t>中有一些仿</a:t>
            </a:r>
            <a:r>
              <a:rPr lang="en-US" altLang="zh-TW" dirty="0"/>
              <a:t>3D</a:t>
            </a:r>
            <a:r>
              <a:rPr lang="zh-TW" altLang="en-US" dirty="0"/>
              <a:t>骨架系統的動畫形式，但</a:t>
            </a:r>
            <a:r>
              <a:rPr lang="en-US" altLang="zh-TW" dirty="0"/>
              <a:t>2D</a:t>
            </a:r>
            <a:r>
              <a:rPr lang="zh-TW" altLang="en-US" dirty="0"/>
              <a:t>骨架通常沒有通用的形式與規格，常見的套件</a:t>
            </a:r>
            <a:r>
              <a:rPr lang="en-US" altLang="zh-TW" dirty="0"/>
              <a:t>/</a:t>
            </a:r>
            <a:r>
              <a:rPr lang="zh-TW" altLang="en-US" dirty="0"/>
              <a:t>規格有：</a:t>
            </a:r>
            <a:endParaRPr lang="en-US" altLang="zh-TW" dirty="0"/>
          </a:p>
          <a:p>
            <a:pPr lvl="1"/>
            <a:r>
              <a:rPr lang="en-US" altLang="zh-TW" dirty="0"/>
              <a:t>Spine</a:t>
            </a:r>
          </a:p>
          <a:p>
            <a:pPr lvl="1"/>
            <a:r>
              <a:rPr lang="en-US" altLang="zh-TW" dirty="0"/>
              <a:t>Live2D</a:t>
            </a:r>
          </a:p>
          <a:p>
            <a:pPr lvl="1"/>
            <a:r>
              <a:rPr lang="en-US" altLang="zh-TW" dirty="0" err="1"/>
              <a:t>Dragonbones</a:t>
            </a:r>
            <a:endParaRPr lang="en-US" altLang="zh-TW" dirty="0"/>
          </a:p>
          <a:p>
            <a:pPr lvl="1"/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2D</a:t>
            </a:r>
            <a:r>
              <a:rPr lang="zh-TW" altLang="en-US" dirty="0"/>
              <a:t>骨架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62F66-B38C-C8BE-202D-E93C6494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骨架動畫：</a:t>
            </a:r>
            <a:r>
              <a:rPr lang="en-US" altLang="zh-TW" dirty="0"/>
              <a:t>Unity</a:t>
            </a:r>
            <a:r>
              <a:rPr lang="zh-TW" altLang="en-US" dirty="0"/>
              <a:t>骨架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465749-2777-2314-8675-0233B4532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內建</a:t>
            </a:r>
            <a:r>
              <a:rPr lang="en-US" altLang="zh-TW" dirty="0"/>
              <a:t>2D</a:t>
            </a:r>
            <a:r>
              <a:rPr lang="zh-TW" altLang="en-US" dirty="0"/>
              <a:t>骨架系統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36BCFB-7704-DA37-7D66-8EB875BA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708920"/>
            <a:ext cx="6190504" cy="403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34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ECD7F-3D51-162A-99B6-CF2C802B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骨架動畫： </a:t>
            </a:r>
            <a:r>
              <a:rPr lang="en-US" altLang="zh-TW" dirty="0"/>
              <a:t>Spine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BC04BB-40BC-E771-C56B-090412D4B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8FF457-A38C-14D5-0598-E09AB9306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780928"/>
            <a:ext cx="6192688" cy="3914617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A7021A8-ED1F-70B3-6223-0E87E418B9A4}"/>
              </a:ext>
            </a:extLst>
          </p:cNvPr>
          <p:cNvSpPr txBox="1">
            <a:spLocks/>
          </p:cNvSpPr>
          <p:nvPr/>
        </p:nvSpPr>
        <p:spPr>
          <a:xfrm>
            <a:off x="458447" y="2209800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商用</a:t>
            </a:r>
            <a:r>
              <a:rPr lang="en-US" altLang="zh-TW" sz="2400" dirty="0"/>
              <a:t>2D</a:t>
            </a:r>
            <a:r>
              <a:rPr lang="zh-TW" altLang="en-US" sz="2400" dirty="0"/>
              <a:t>動畫，也是使用骨架系統，並且可做多圖層</a:t>
            </a:r>
          </a:p>
        </p:txBody>
      </p:sp>
    </p:spTree>
    <p:extLst>
      <p:ext uri="{BB962C8B-B14F-4D97-AF65-F5344CB8AC3E}">
        <p14:creationId xmlns:p14="http://schemas.microsoft.com/office/powerpoint/2010/main" val="639790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06DB3-7E69-D911-CAE6-9E618384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骨架動畫：</a:t>
            </a:r>
            <a:r>
              <a:rPr lang="en-US" altLang="zh-TW" dirty="0"/>
              <a:t>Live2D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00636-CF7D-4878-0CA0-0812E4DF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利用形變 來完成動畫</a:t>
            </a:r>
            <a:endParaRPr lang="en-US" altLang="zh-TW" dirty="0"/>
          </a:p>
          <a:p>
            <a:pPr lvl="1"/>
            <a:r>
              <a:rPr lang="zh-TW" altLang="en-US" dirty="0"/>
              <a:t>通常都是做角色的正面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E48711-42CA-77F3-02AB-83332D9B5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" y="3717032"/>
            <a:ext cx="8980408" cy="25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08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11.3</a:t>
            </a:r>
            <a:br>
              <a:rPr lang="en-US" altLang="zh-TW" dirty="0"/>
            </a:br>
            <a:r>
              <a:rPr lang="en-US" altLang="zh-TW" dirty="0"/>
              <a:t>Animator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</a:p>
          <a:p>
            <a:pPr lvl="1"/>
            <a:r>
              <a:rPr lang="en-US" altLang="zh-TW" dirty="0"/>
              <a:t>Component</a:t>
            </a:r>
            <a:r>
              <a:rPr lang="zh-TW" altLang="en-US" dirty="0"/>
              <a:t>、程式</a:t>
            </a:r>
            <a:endParaRPr lang="en-US" altLang="zh-TW" dirty="0"/>
          </a:p>
          <a:p>
            <a:pPr lvl="1"/>
            <a:r>
              <a:rPr lang="zh-TW" altLang="en-US" dirty="0"/>
              <a:t>擁有一個執行中的</a:t>
            </a:r>
            <a:r>
              <a:rPr lang="en-US" altLang="zh-TW" dirty="0" err="1"/>
              <a:t>AnimatorController</a:t>
            </a:r>
            <a:r>
              <a:rPr lang="zh-TW" altLang="en-US" dirty="0"/>
              <a:t>並控制它</a:t>
            </a:r>
            <a:endParaRPr lang="en-US" altLang="zh-TW" dirty="0"/>
          </a:p>
          <a:p>
            <a:r>
              <a:rPr lang="en-US" altLang="zh-TW" dirty="0"/>
              <a:t>Animator Controller </a:t>
            </a:r>
          </a:p>
          <a:p>
            <a:pPr lvl="1"/>
            <a:r>
              <a:rPr lang="zh-TW" altLang="en-US" dirty="0"/>
              <a:t>是一個檔案會放在</a:t>
            </a:r>
            <a:r>
              <a:rPr lang="en-US" altLang="zh-TW" dirty="0"/>
              <a:t>Assets</a:t>
            </a:r>
            <a:r>
              <a:rPr lang="zh-TW" altLang="en-US" dirty="0"/>
              <a:t>下</a:t>
            </a:r>
            <a:endParaRPr lang="en-US" altLang="zh-TW" dirty="0"/>
          </a:p>
          <a:p>
            <a:pPr lvl="1"/>
            <a:r>
              <a:rPr lang="zh-TW" altLang="en-US" dirty="0"/>
              <a:t>定義動畫的「</a:t>
            </a:r>
            <a:r>
              <a:rPr lang="en-US" altLang="zh-TW" dirty="0"/>
              <a:t>state </a:t>
            </a:r>
            <a:r>
              <a:rPr lang="zh-TW" altLang="en-US" dirty="0"/>
              <a:t>狀態」及其「</a:t>
            </a:r>
            <a:r>
              <a:rPr lang="en-US" altLang="zh-TW" dirty="0"/>
              <a:t>transition </a:t>
            </a:r>
            <a:r>
              <a:rPr lang="zh-TW" altLang="en-US" dirty="0"/>
              <a:t>轉變」</a:t>
            </a:r>
            <a:endParaRPr lang="en-US" altLang="zh-TW" dirty="0"/>
          </a:p>
          <a:p>
            <a:r>
              <a:rPr lang="en-US" altLang="zh-TW" dirty="0"/>
              <a:t>Animator Window</a:t>
            </a:r>
          </a:p>
          <a:p>
            <a:pPr lvl="1"/>
            <a:r>
              <a:rPr lang="zh-TW" altLang="en-US" dirty="0"/>
              <a:t>調整</a:t>
            </a:r>
            <a:r>
              <a:rPr lang="en-US" altLang="zh-TW" dirty="0"/>
              <a:t>Animator Controller</a:t>
            </a:r>
            <a:r>
              <a:rPr lang="zh-TW" altLang="en-US" dirty="0"/>
              <a:t>的視窗</a:t>
            </a:r>
            <a:endParaRPr lang="en-US" altLang="zh-TW" dirty="0"/>
          </a:p>
          <a:p>
            <a:pPr lvl="1"/>
            <a:r>
              <a:rPr lang="zh-TW" altLang="en-US" dirty="0"/>
              <a:t>工具列 </a:t>
            </a:r>
            <a:r>
              <a:rPr lang="en-US" altLang="zh-TW" dirty="0"/>
              <a:t>Window &gt;Animation &gt; Animator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zh-TW" altLang="en-US" sz="2800" dirty="0">
                <a:solidFill>
                  <a:schemeClr val="tx1"/>
                </a:solidFill>
              </a:rPr>
              <a:t>定義動畫的「</a:t>
            </a:r>
            <a:r>
              <a:rPr lang="en-US" altLang="zh-TW" sz="2800" dirty="0">
                <a:solidFill>
                  <a:schemeClr val="tx1"/>
                </a:solidFill>
              </a:rPr>
              <a:t>state </a:t>
            </a:r>
            <a:r>
              <a:rPr lang="zh-TW" altLang="en-US" sz="2800" dirty="0">
                <a:solidFill>
                  <a:schemeClr val="tx1"/>
                </a:solidFill>
              </a:rPr>
              <a:t>狀態」及其「</a:t>
            </a:r>
            <a:r>
              <a:rPr lang="en-US" altLang="zh-TW" sz="2800" dirty="0">
                <a:solidFill>
                  <a:schemeClr val="tx1"/>
                </a:solidFill>
              </a:rPr>
              <a:t>transition </a:t>
            </a:r>
            <a:r>
              <a:rPr lang="zh-TW" altLang="en-US" sz="2800" dirty="0">
                <a:solidFill>
                  <a:schemeClr val="tx1"/>
                </a:solidFill>
              </a:rPr>
              <a:t>轉變」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zh-TW" altLang="en-US" dirty="0"/>
              <a:t>是一種 有限狀態機 </a:t>
            </a:r>
            <a:r>
              <a:rPr lang="en-US" altLang="zh-TW" sz="2000" dirty="0"/>
              <a:t>Finite State Machine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429000"/>
            <a:ext cx="5286380" cy="1643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5159908"/>
            <a:ext cx="5715000" cy="1626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有限狀態機 </a:t>
            </a:r>
            <a:r>
              <a:rPr lang="en-US" altLang="zh-TW" dirty="0"/>
              <a:t>FSM</a:t>
            </a:r>
            <a:r>
              <a:rPr lang="zh-TW" altLang="en-US" dirty="0"/>
              <a:t> </a:t>
            </a:r>
            <a:r>
              <a:rPr lang="en-US" altLang="zh-TW" sz="2800" dirty="0"/>
              <a:t>(Finite State Machine)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有限狀態機（</a:t>
            </a:r>
            <a:r>
              <a:rPr lang="en-US" altLang="zh-TW" b="1" dirty="0"/>
              <a:t>FSM</a:t>
            </a:r>
            <a:r>
              <a:rPr lang="zh-TW" altLang="en-US" b="1" dirty="0"/>
              <a:t>）</a:t>
            </a:r>
            <a:r>
              <a:rPr lang="zh-TW" altLang="en-US" dirty="0"/>
              <a:t> 是一種用來描述「</a:t>
            </a:r>
            <a:r>
              <a:rPr lang="zh-TW" altLang="en-US" b="1" dirty="0"/>
              <a:t>物件在不同狀態之間轉換行為</a:t>
            </a:r>
            <a:r>
              <a:rPr lang="zh-TW" altLang="en-US" dirty="0"/>
              <a:t>」的邏輯模型。</a:t>
            </a:r>
            <a:endParaRPr lang="en-US" altLang="zh-TW" dirty="0"/>
          </a:p>
          <a:p>
            <a:pPr lvl="1"/>
            <a:r>
              <a:rPr lang="en-US" altLang="zh-TW" dirty="0"/>
              <a:t>State </a:t>
            </a:r>
            <a:r>
              <a:rPr lang="zh-TW" altLang="en-US" dirty="0"/>
              <a:t>狀態，一個物件只能處於一種狀態</a:t>
            </a:r>
            <a:endParaRPr lang="en-US" altLang="zh-TW" dirty="0"/>
          </a:p>
          <a:p>
            <a:pPr lvl="1"/>
            <a:r>
              <a:rPr lang="en-US" altLang="zh-TW" dirty="0"/>
              <a:t>Transition </a:t>
            </a:r>
            <a:r>
              <a:rPr lang="zh-TW" altLang="en-US" dirty="0"/>
              <a:t>轉換，符合某種條件或事件時，就會改變狀態</a:t>
            </a:r>
            <a:endParaRPr lang="en-US" altLang="zh-TW" dirty="0"/>
          </a:p>
          <a:p>
            <a:pPr lvl="1"/>
            <a:r>
              <a:rPr lang="zh-TW" altLang="en-US" dirty="0"/>
              <a:t>電梯的狀態可能有以下：</a:t>
            </a:r>
            <a:endParaRPr lang="en-US" altLang="zh-TW" dirty="0"/>
          </a:p>
          <a:p>
            <a:pPr lvl="1">
              <a:buNone/>
            </a:pP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362200" y="5562600"/>
            <a:ext cx="1295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停止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4114800" y="5029200"/>
            <a:ext cx="1295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向上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114800" y="6096000"/>
            <a:ext cx="1295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向下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867400" y="5562600"/>
            <a:ext cx="1295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停機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/>
          <a:lstStyle/>
          <a:p>
            <a:r>
              <a:rPr lang="en-US" altLang="zh-TW" dirty="0"/>
              <a:t>Animator</a:t>
            </a:r>
            <a:r>
              <a:rPr lang="zh-TW" altLang="en-US" dirty="0"/>
              <a:t> </a:t>
            </a:r>
            <a:r>
              <a:rPr lang="en-US" altLang="zh-TW" dirty="0"/>
              <a:t>Controller</a:t>
            </a:r>
            <a:r>
              <a:rPr lang="zh-TW" altLang="en-US" dirty="0"/>
              <a:t>的三大組成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State </a:t>
            </a:r>
            <a:r>
              <a:rPr lang="zh-TW" altLang="en-US" dirty="0"/>
              <a:t>狀態 </a:t>
            </a:r>
            <a:r>
              <a:rPr lang="en-US" altLang="zh-TW" dirty="0"/>
              <a:t>(</a:t>
            </a:r>
            <a:r>
              <a:rPr lang="zh-TW" altLang="en-US" dirty="0"/>
              <a:t>方塊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表是一個狀態，如待機、移動中、攻擊中等</a:t>
            </a:r>
            <a:endParaRPr lang="en-US" altLang="zh-TW" dirty="0"/>
          </a:p>
          <a:p>
            <a:pPr lvl="1"/>
            <a:r>
              <a:rPr lang="zh-TW" altLang="en-US" dirty="0"/>
              <a:t>也是一段動畫片段 </a:t>
            </a:r>
            <a:r>
              <a:rPr lang="en-US" altLang="zh-TW" dirty="0"/>
              <a:t>(Animation Clip)</a:t>
            </a:r>
          </a:p>
          <a:p>
            <a:r>
              <a:rPr lang="en-US" altLang="zh-TW" dirty="0"/>
              <a:t>Transition </a:t>
            </a:r>
            <a:r>
              <a:rPr lang="zh-TW" altLang="en-US" dirty="0"/>
              <a:t>轉移 </a:t>
            </a:r>
            <a:r>
              <a:rPr lang="en-US" altLang="zh-TW" dirty="0"/>
              <a:t>(</a:t>
            </a:r>
            <a:r>
              <a:rPr lang="zh-TW" altLang="en-US" dirty="0"/>
              <a:t>線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代表從一個狀態到另一個狀態的</a:t>
            </a:r>
            <a:r>
              <a:rPr lang="zh-TW" altLang="en-US" b="1" dirty="0"/>
              <a:t>過渡方式</a:t>
            </a:r>
            <a:r>
              <a:rPr lang="zh-TW" altLang="en-US" dirty="0"/>
              <a:t>，上面可以何時過渡及如何過渡等等</a:t>
            </a:r>
            <a:endParaRPr lang="en-US" altLang="zh-TW" dirty="0"/>
          </a:p>
          <a:p>
            <a:r>
              <a:rPr lang="en-US" altLang="zh-TW" dirty="0"/>
              <a:t>Event </a:t>
            </a:r>
            <a:r>
              <a:rPr lang="zh-TW" altLang="en-US" dirty="0"/>
              <a:t>事件</a:t>
            </a:r>
            <a:endParaRPr lang="en-US" altLang="zh-TW" dirty="0"/>
          </a:p>
          <a:p>
            <a:pPr lvl="1"/>
            <a:r>
              <a:rPr lang="zh-TW" altLang="en-US" sz="2400" dirty="0"/>
              <a:t>不會在這邊看到，是定義了一些在</a:t>
            </a:r>
            <a:r>
              <a:rPr lang="en-US" altLang="zh-TW" sz="2400" dirty="0"/>
              <a:t>AC</a:t>
            </a:r>
            <a:r>
              <a:rPr lang="zh-TW" altLang="en-US" sz="2400" dirty="0"/>
              <a:t>中的資訊，</a:t>
            </a:r>
            <a:r>
              <a:rPr lang="en-US" altLang="zh-TW" sz="2400" dirty="0"/>
              <a:t>Transition</a:t>
            </a:r>
            <a:r>
              <a:rPr lang="zh-TW" altLang="en-US" sz="2400" dirty="0"/>
              <a:t>會用他們來判斷條件</a:t>
            </a:r>
            <a:endParaRPr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056AF7-468A-BA62-A089-8D4002C5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4257" t="53932" r="24565"/>
          <a:stretch>
            <a:fillRect/>
          </a:stretch>
        </p:blipFill>
        <p:spPr bwMode="auto">
          <a:xfrm>
            <a:off x="5334000" y="1752600"/>
            <a:ext cx="3810000" cy="976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動畫建立流程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Animation</a:t>
            </a:r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1:</a:t>
            </a:r>
            <a:r>
              <a:rPr lang="zh-TW" altLang="en-US" dirty="0"/>
              <a:t> 美術提供的素材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2: Sprite Animation</a:t>
            </a:r>
            <a:r>
              <a:rPr lang="zh-TW" altLang="en-US" dirty="0"/>
              <a:t> 拖拉快速建立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3:</a:t>
            </a:r>
            <a:r>
              <a:rPr lang="zh-TW" altLang="en-US" dirty="0"/>
              <a:t> 自行調整動畫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建立</a:t>
            </a:r>
            <a:r>
              <a:rPr lang="en-US" altLang="zh-TW" dirty="0" err="1"/>
              <a:t>AnimatorController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在物件上加上</a:t>
            </a:r>
            <a:r>
              <a:rPr lang="en-US" altLang="zh-TW" dirty="0"/>
              <a:t>Animator</a:t>
            </a:r>
            <a:r>
              <a:rPr lang="zh-TW" altLang="en-US" dirty="0"/>
              <a:t>並掛載</a:t>
            </a:r>
            <a:r>
              <a:rPr lang="en-US" altLang="zh-TW" dirty="0" err="1"/>
              <a:t>AnimatorController</a:t>
            </a:r>
            <a:endParaRPr lang="en-US" altLang="zh-TW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AnimatorController</a:t>
            </a:r>
            <a:r>
              <a:rPr lang="en-US" altLang="zh-TW" dirty="0"/>
              <a:t> : State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 err="1"/>
              <a:t>AnimatorController</a:t>
            </a:r>
            <a:endParaRPr lang="en-US" altLang="zh-TW" dirty="0"/>
          </a:p>
          <a:p>
            <a:pPr lvl="1"/>
            <a:r>
              <a:rPr lang="en-US" altLang="zh-TW" dirty="0"/>
              <a:t>Window &gt; Animation &gt;</a:t>
            </a:r>
            <a:r>
              <a:rPr lang="zh-TW" altLang="en-US" dirty="0"/>
              <a:t> </a:t>
            </a:r>
            <a:r>
              <a:rPr lang="en-US" altLang="zh-TW" dirty="0"/>
              <a:t>Animator</a:t>
            </a:r>
          </a:p>
          <a:p>
            <a:endParaRPr lang="en-US" altLang="zh-TW" dirty="0"/>
          </a:p>
          <a:p>
            <a:r>
              <a:rPr lang="en-US" altLang="zh-TW" dirty="0"/>
              <a:t>State (</a:t>
            </a:r>
            <a:r>
              <a:rPr lang="zh-TW" altLang="en-US" dirty="0"/>
              <a:t>狀態</a:t>
            </a:r>
            <a:endParaRPr lang="en-US" altLang="zh-TW" dirty="0"/>
          </a:p>
          <a:p>
            <a:pPr lvl="1"/>
            <a:r>
              <a:rPr lang="zh-TW" altLang="en-US" dirty="0"/>
              <a:t>要播放的</a:t>
            </a:r>
            <a:r>
              <a:rPr lang="en-US" altLang="zh-TW" dirty="0"/>
              <a:t>Animation Clip</a:t>
            </a:r>
          </a:p>
          <a:p>
            <a:pPr lvl="1"/>
            <a:r>
              <a:rPr lang="zh-TW" altLang="en-US" dirty="0"/>
              <a:t>速度</a:t>
            </a:r>
            <a:endParaRPr lang="en-US" altLang="zh-TW" dirty="0"/>
          </a:p>
          <a:p>
            <a:pPr lvl="1"/>
            <a:r>
              <a:rPr lang="en-US" altLang="zh-TW" dirty="0"/>
              <a:t>Animation</a:t>
            </a:r>
            <a:r>
              <a:rPr lang="zh-TW" altLang="en-US" dirty="0"/>
              <a:t>可設定</a:t>
            </a:r>
            <a:r>
              <a:rPr lang="en-US" altLang="zh-TW" dirty="0"/>
              <a:t>Loop</a:t>
            </a:r>
            <a:r>
              <a:rPr lang="zh-TW" altLang="en-US" dirty="0"/>
              <a:t>相關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Transition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Transition</a:t>
            </a:r>
          </a:p>
          <a:p>
            <a:pPr lvl="1"/>
            <a:r>
              <a:rPr lang="zh-TW" altLang="en-US" dirty="0"/>
              <a:t>條件  </a:t>
            </a:r>
            <a:r>
              <a:rPr lang="en-US" altLang="zh-TW" dirty="0"/>
              <a:t>(</a:t>
            </a:r>
            <a:r>
              <a:rPr lang="zh-TW" altLang="en-US" dirty="0"/>
              <a:t>何時開始轉移</a:t>
            </a:r>
            <a:r>
              <a:rPr lang="en-US" altLang="zh-TW" dirty="0"/>
              <a:t>)</a:t>
            </a:r>
          </a:p>
          <a:p>
            <a:pPr lvl="2"/>
            <a:r>
              <a:rPr lang="zh-TW" altLang="en-US" dirty="0"/>
              <a:t>建立</a:t>
            </a:r>
            <a:r>
              <a:rPr lang="en-US" altLang="zh-TW" dirty="0"/>
              <a:t>Parameter</a:t>
            </a:r>
          </a:p>
          <a:p>
            <a:pPr lvl="2"/>
            <a:r>
              <a:rPr lang="zh-TW" altLang="en-US" dirty="0"/>
              <a:t>設定條件</a:t>
            </a:r>
            <a:endParaRPr lang="en-US" altLang="zh-TW" dirty="0"/>
          </a:p>
          <a:p>
            <a:pPr lvl="1"/>
            <a:r>
              <a:rPr lang="zh-TW" altLang="en-US" dirty="0"/>
              <a:t>如何轉移</a:t>
            </a:r>
            <a:endParaRPr lang="en-US" altLang="zh-TW" dirty="0"/>
          </a:p>
          <a:p>
            <a:pPr lvl="2"/>
            <a:r>
              <a:rPr lang="en-US" altLang="zh-TW" dirty="0"/>
              <a:t>Exit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Transition Duration</a:t>
            </a:r>
          </a:p>
          <a:p>
            <a:pPr lvl="2"/>
            <a:r>
              <a:rPr lang="en-US" altLang="zh-TW" dirty="0"/>
              <a:t>Can Transition To</a:t>
            </a:r>
            <a:r>
              <a:rPr lang="zh-TW" altLang="en-US" dirty="0"/>
              <a:t> </a:t>
            </a:r>
            <a:r>
              <a:rPr lang="en-US" altLang="zh-TW" dirty="0"/>
              <a:t>Self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5BD53-CB60-409C-9DCC-1AE2A493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Transition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5FF0EA0-5A10-466B-8D0C-CD2E8749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68741"/>
            <a:ext cx="7983064" cy="2886478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3472B7A-9B83-4973-B2ED-C35DF54C9222}"/>
              </a:ext>
            </a:extLst>
          </p:cNvPr>
          <p:cNvCxnSpPr>
            <a:cxnSpLocks/>
          </p:cNvCxnSpPr>
          <p:nvPr/>
        </p:nvCxnSpPr>
        <p:spPr>
          <a:xfrm>
            <a:off x="609600" y="5029200"/>
            <a:ext cx="2590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8B65C1C-0162-4695-B07D-F02A4AA9865B}"/>
              </a:ext>
            </a:extLst>
          </p:cNvPr>
          <p:cNvSpPr txBox="1"/>
          <p:nvPr/>
        </p:nvSpPr>
        <p:spPr>
          <a:xfrm>
            <a:off x="1028700" y="4685593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Exit Time=50%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6E0D27B-C748-4167-894B-D15C02415E4F}"/>
              </a:ext>
            </a:extLst>
          </p:cNvPr>
          <p:cNvCxnSpPr>
            <a:cxnSpLocks/>
          </p:cNvCxnSpPr>
          <p:nvPr/>
        </p:nvCxnSpPr>
        <p:spPr>
          <a:xfrm>
            <a:off x="2705100" y="5826535"/>
            <a:ext cx="4953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3D62AA-A2C2-4BE8-9B58-6F3DAD1530CA}"/>
              </a:ext>
            </a:extLst>
          </p:cNvPr>
          <p:cNvSpPr txBox="1"/>
          <p:nvPr/>
        </p:nvSpPr>
        <p:spPr>
          <a:xfrm>
            <a:off x="1752600" y="581657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</a:rPr>
              <a:t>Transtion</a:t>
            </a:r>
            <a:r>
              <a:rPr lang="en-US" altLang="zh-TW" dirty="0">
                <a:solidFill>
                  <a:srgbClr val="FF0000"/>
                </a:solidFill>
              </a:rPr>
              <a:t> Offset=10%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EB63300-6D70-426E-9AFF-730CE3C2FC87}"/>
              </a:ext>
            </a:extLst>
          </p:cNvPr>
          <p:cNvCxnSpPr>
            <a:cxnSpLocks/>
          </p:cNvCxnSpPr>
          <p:nvPr/>
        </p:nvCxnSpPr>
        <p:spPr>
          <a:xfrm>
            <a:off x="3200400" y="5410200"/>
            <a:ext cx="20574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B25CBDF-D20F-458B-86DD-03F7FF576A35}"/>
              </a:ext>
            </a:extLst>
          </p:cNvPr>
          <p:cNvSpPr txBox="1"/>
          <p:nvPr/>
        </p:nvSpPr>
        <p:spPr>
          <a:xfrm>
            <a:off x="3771900" y="4831848"/>
            <a:ext cx="277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92D050"/>
                </a:solidFill>
              </a:rPr>
              <a:t>Transition Duration=40%</a:t>
            </a:r>
            <a:endParaRPr lang="zh-TW" alt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925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設計</a:t>
            </a:r>
            <a:r>
              <a:rPr lang="en-US" altLang="zh-TW" dirty="0"/>
              <a:t>Animator Controller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</a:t>
            </a:r>
            <a:r>
              <a:rPr lang="zh-TW" altLang="en-US" dirty="0"/>
              <a:t> 與 </a:t>
            </a:r>
            <a:r>
              <a:rPr lang="en-US" altLang="zh-TW" dirty="0"/>
              <a:t>Default State </a:t>
            </a:r>
            <a:r>
              <a:rPr lang="zh-TW" altLang="en-US" dirty="0"/>
              <a:t>的作用</a:t>
            </a:r>
            <a:endParaRPr lang="en-US" altLang="zh-TW" dirty="0"/>
          </a:p>
          <a:p>
            <a:pPr lvl="1"/>
            <a:r>
              <a:rPr lang="zh-TW" altLang="en-US" dirty="0"/>
              <a:t>定義</a:t>
            </a:r>
            <a:r>
              <a:rPr lang="en-US" altLang="zh-TW" dirty="0"/>
              <a:t>(</a:t>
            </a:r>
            <a:r>
              <a:rPr lang="zh-TW" altLang="en-US" dirty="0"/>
              <a:t>在此狀態機中</a:t>
            </a:r>
            <a:r>
              <a:rPr lang="en-US" altLang="zh-TW" dirty="0"/>
              <a:t>)</a:t>
            </a:r>
            <a:r>
              <a:rPr lang="zh-TW" altLang="en-US" dirty="0"/>
              <a:t>第一個進入的預設狀態</a:t>
            </a:r>
            <a:endParaRPr lang="en-US" altLang="zh-TW" dirty="0"/>
          </a:p>
          <a:p>
            <a:r>
              <a:rPr lang="en-US" altLang="zh-TW" dirty="0" err="1"/>
              <a:t>AnyState</a:t>
            </a:r>
            <a:r>
              <a:rPr lang="zh-TW" altLang="en-US" dirty="0"/>
              <a:t> 的作用</a:t>
            </a:r>
            <a:endParaRPr lang="en-US" altLang="zh-TW" dirty="0"/>
          </a:p>
          <a:p>
            <a:pPr lvl="1"/>
            <a:r>
              <a:rPr lang="zh-TW" altLang="en-US" dirty="0"/>
              <a:t>讓你在任何狀態中，都可以觸發對應之</a:t>
            </a:r>
            <a:r>
              <a:rPr lang="en-US" altLang="zh-TW" dirty="0"/>
              <a:t>Transition</a:t>
            </a:r>
          </a:p>
          <a:p>
            <a:r>
              <a:rPr lang="en-US" altLang="zh-TW" dirty="0"/>
              <a:t>Exit</a:t>
            </a:r>
            <a:r>
              <a:rPr lang="zh-TW" altLang="en-US" dirty="0"/>
              <a:t> 的作用</a:t>
            </a:r>
            <a:endParaRPr lang="en-US" altLang="zh-TW" dirty="0"/>
          </a:p>
          <a:p>
            <a:pPr lvl="1"/>
            <a:r>
              <a:rPr lang="zh-TW" altLang="en-US" dirty="0"/>
              <a:t>停止</a:t>
            </a:r>
            <a:r>
              <a:rPr lang="en-US" altLang="zh-TW" dirty="0"/>
              <a:t>Animator (</a:t>
            </a:r>
            <a:r>
              <a:rPr lang="zh-TW" altLang="en-US" dirty="0"/>
              <a:t>或離開此狀態機</a:t>
            </a:r>
            <a:r>
              <a:rPr lang="en-US" altLang="zh-TW" dirty="0"/>
              <a:t>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056AF7-468A-BA62-A089-8D4002C5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5144298"/>
            <a:ext cx="6019800" cy="171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/>
              <a:t>Animator</a:t>
            </a:r>
            <a:r>
              <a:rPr lang="zh-TW" altLang="en-US" dirty="0"/>
              <a:t>進階內容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Sub-State Machine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State</a:t>
            </a:r>
            <a:r>
              <a:rPr lang="zh-TW" altLang="en-US" dirty="0"/>
              <a:t>可以是一個</a:t>
            </a:r>
            <a:r>
              <a:rPr lang="en-US" altLang="zh-TW" dirty="0"/>
              <a:t>FSM</a:t>
            </a:r>
            <a:r>
              <a:rPr lang="zh-TW" altLang="en-US" dirty="0"/>
              <a:t>，此時會超過一個層級</a:t>
            </a:r>
            <a:endParaRPr lang="en-US" altLang="zh-TW" dirty="0"/>
          </a:p>
          <a:p>
            <a:r>
              <a:rPr lang="en-US" altLang="zh-TW" dirty="0"/>
              <a:t>Blend Tree</a:t>
            </a:r>
          </a:p>
          <a:p>
            <a:pPr lvl="1"/>
            <a:r>
              <a:rPr lang="zh-TW" altLang="en-US" dirty="0"/>
              <a:t>也是一個</a:t>
            </a:r>
            <a:r>
              <a:rPr lang="en-US" altLang="zh-TW" dirty="0"/>
              <a:t>State</a:t>
            </a:r>
            <a:r>
              <a:rPr lang="zh-TW" altLang="en-US" dirty="0"/>
              <a:t>，但是由多個動畫組成，而且以數值方式來決定動畫的</a:t>
            </a:r>
            <a:r>
              <a:rPr lang="en-US" altLang="zh-TW" dirty="0"/>
              <a:t>Blending</a:t>
            </a:r>
            <a:r>
              <a:rPr lang="zh-TW" altLang="en-US" dirty="0"/>
              <a:t>比例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4500173"/>
            <a:ext cx="6454775" cy="2357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進階：</a:t>
            </a:r>
            <a:r>
              <a:rPr lang="en-US" altLang="zh-TW" dirty="0"/>
              <a:t>Blending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指的是一種「轉變」「混合」的意思</a:t>
            </a:r>
            <a:endParaRPr lang="en-US" altLang="zh-TW" dirty="0"/>
          </a:p>
          <a:p>
            <a:r>
              <a:rPr lang="zh-TW" altLang="en-US" dirty="0"/>
              <a:t>在動畫中，常見的</a:t>
            </a:r>
            <a:r>
              <a:rPr lang="en-US" altLang="zh-TW" dirty="0"/>
              <a:t>Blending</a:t>
            </a:r>
            <a:r>
              <a:rPr lang="zh-TW" altLang="en-US" dirty="0"/>
              <a:t>有：</a:t>
            </a:r>
            <a:endParaRPr lang="en-US" altLang="zh-TW" dirty="0"/>
          </a:p>
          <a:p>
            <a:pPr lvl="1"/>
            <a:r>
              <a:rPr lang="en-US" dirty="0" err="1"/>
              <a:t>Crossfade</a:t>
            </a:r>
            <a:r>
              <a:rPr lang="en-US" dirty="0"/>
              <a:t> Blending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zh-TW" altLang="en-US" dirty="0"/>
              <a:t>兩個動畫間，通常在</a:t>
            </a:r>
            <a:r>
              <a:rPr lang="en-US" altLang="zh-TW" dirty="0"/>
              <a:t>Transition</a:t>
            </a:r>
          </a:p>
          <a:p>
            <a:pPr lvl="1"/>
            <a:r>
              <a:rPr lang="en-US" dirty="0"/>
              <a:t>Blend Tree</a:t>
            </a:r>
          </a:p>
          <a:p>
            <a:pPr lvl="2"/>
            <a:r>
              <a:rPr lang="zh-TW" altLang="en-US" dirty="0"/>
              <a:t>以參數調整的方式，通常在移動動畫</a:t>
            </a:r>
            <a:endParaRPr lang="en-US" altLang="zh-TW" dirty="0"/>
          </a:p>
          <a:p>
            <a:pPr lvl="1"/>
            <a:r>
              <a:rPr lang="en-US" dirty="0"/>
              <a:t>Layer Blending</a:t>
            </a:r>
          </a:p>
          <a:p>
            <a:pPr lvl="2"/>
            <a:r>
              <a:rPr lang="zh-TW" altLang="en-US" dirty="0"/>
              <a:t>不同動畫層，通常是上半身</a:t>
            </a:r>
            <a:r>
              <a:rPr lang="en-US" altLang="zh-TW" dirty="0"/>
              <a:t>/</a:t>
            </a:r>
            <a:r>
              <a:rPr lang="zh-TW" altLang="en-US" dirty="0"/>
              <a:t>下半身</a:t>
            </a:r>
            <a:r>
              <a:rPr lang="en-US" altLang="zh-TW" dirty="0"/>
              <a:t>/</a:t>
            </a:r>
            <a:r>
              <a:rPr lang="zh-TW" altLang="en-US" dirty="0"/>
              <a:t>臉部 這種層級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C2FB4-A664-B1FE-694E-DF923BDE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程式職位的工作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A9AC28-BD08-A99C-E50C-7FF239EA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通常美術會直接製作出角色檔、動畫檔。再由程式放入</a:t>
            </a:r>
            <a:r>
              <a:rPr lang="en-US" altLang="zh-TW" dirty="0"/>
              <a:t>Unity</a:t>
            </a:r>
            <a:r>
              <a:rPr lang="zh-TW" altLang="en-US" dirty="0"/>
              <a:t>當中，通常就可直接使用。</a:t>
            </a:r>
            <a:endParaRPr lang="en-US" altLang="zh-TW" dirty="0"/>
          </a:p>
          <a:p>
            <a:r>
              <a:rPr lang="en-US" altLang="zh-TW" dirty="0"/>
              <a:t>Spine</a:t>
            </a:r>
            <a:r>
              <a:rPr lang="zh-TW" altLang="en-US" dirty="0"/>
              <a:t>或其他方法可能需要安裝額外套件。</a:t>
            </a:r>
            <a:endParaRPr lang="en-US" altLang="zh-TW" dirty="0"/>
          </a:p>
          <a:p>
            <a:r>
              <a:rPr lang="zh-TW" altLang="en-US" dirty="0"/>
              <a:t>各方法在</a:t>
            </a:r>
            <a:r>
              <a:rPr lang="en-US" altLang="zh-TW" dirty="0"/>
              <a:t>Unity</a:t>
            </a:r>
            <a:r>
              <a:rPr lang="zh-TW" altLang="en-US" dirty="0"/>
              <a:t>中需要的調整方法視情況而定。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程式最主要的工作</a:t>
            </a:r>
            <a:endParaRPr lang="en-US" altLang="zh-TW" dirty="0"/>
          </a:p>
          <a:p>
            <a:pPr lvl="1"/>
            <a:r>
              <a:rPr lang="zh-TW" altLang="en-US" dirty="0"/>
              <a:t>調整</a:t>
            </a:r>
            <a:r>
              <a:rPr lang="en-US" altLang="zh-TW" dirty="0"/>
              <a:t>Animation Controller</a:t>
            </a:r>
            <a:r>
              <a:rPr lang="zh-TW" altLang="en-US" dirty="0"/>
              <a:t> 並設定轉移邏輯</a:t>
            </a:r>
            <a:endParaRPr lang="en-US" altLang="zh-TW" dirty="0"/>
          </a:p>
          <a:p>
            <a:pPr lvl="1"/>
            <a:r>
              <a:rPr lang="zh-TW" altLang="en-US" dirty="0"/>
              <a:t>以程式在對的時間點觸發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58689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7F1A1A-7855-FE75-42D3-02D792A0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D7C906-3412-A046-965B-FBA32FA2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Engine</a:t>
            </a:r>
          </a:p>
          <a:p>
            <a:r>
              <a:rPr lang="en-US" altLang="zh-TW" dirty="0"/>
              <a:t>Spine</a:t>
            </a:r>
          </a:p>
          <a:p>
            <a:pPr lvl="1"/>
            <a:r>
              <a:rPr lang="en-US" altLang="zh-TW" dirty="0">
                <a:hlinkClick r:id="rId2"/>
              </a:rPr>
              <a:t>https://zh.esotericsoftware.com/spine-unity-main-components</a:t>
            </a:r>
            <a:endParaRPr lang="en-US" altLang="zh-TW" dirty="0"/>
          </a:p>
          <a:p>
            <a:r>
              <a:rPr lang="en-US" altLang="zh-TW" dirty="0"/>
              <a:t>Live 2D</a:t>
            </a:r>
          </a:p>
          <a:p>
            <a:pPr lvl="1"/>
            <a:r>
              <a:rPr lang="en-US" altLang="zh-TW" dirty="0">
                <a:hlinkClick r:id="rId3"/>
              </a:rPr>
              <a:t>https://www.live2d.com/zh-CHS/</a:t>
            </a:r>
            <a:endParaRPr lang="en-US" altLang="zh-TW" dirty="0"/>
          </a:p>
          <a:p>
            <a:r>
              <a:rPr lang="en-US" altLang="zh-TW" dirty="0"/>
              <a:t>Medium : Rook Sullivan : Animating Sprites</a:t>
            </a:r>
          </a:p>
          <a:p>
            <a:pPr lvl="1"/>
            <a:r>
              <a:rPr lang="zh-TW" altLang="en-US" dirty="0"/>
              <a:t>圖片實際來自</a:t>
            </a:r>
            <a:r>
              <a:rPr lang="en-US" altLang="zh-TW" dirty="0" err="1"/>
              <a:t>Megaman</a:t>
            </a:r>
            <a:r>
              <a:rPr lang="en-US" altLang="zh-TW" dirty="0"/>
              <a:t> X</a:t>
            </a:r>
          </a:p>
          <a:p>
            <a:pPr lvl="1"/>
            <a:r>
              <a:rPr lang="en-US" altLang="zh-TW" dirty="0">
                <a:hlinkClick r:id="rId4"/>
              </a:rPr>
              <a:t>https://ursarctosdev.medium.com/animating-sprites-30ef294e9ac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0105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7351</TotalTime>
  <Words>1186</Words>
  <Application>Microsoft Office PowerPoint</Application>
  <PresentationFormat>如螢幕大小 (4:3)</PresentationFormat>
  <Paragraphs>202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8" baseType="lpstr">
      <vt:lpstr>微軟正黑體</vt:lpstr>
      <vt:lpstr>新細明體</vt:lpstr>
      <vt:lpstr>Arial</vt:lpstr>
      <vt:lpstr>Calibri</vt:lpstr>
      <vt:lpstr>Georgia</vt:lpstr>
      <vt:lpstr>Wingdings 2</vt:lpstr>
      <vt:lpstr>都會</vt:lpstr>
      <vt:lpstr>Lesson 11 動畫系統</vt:lpstr>
      <vt:lpstr>[通用]遊戲引擎功能</vt:lpstr>
      <vt:lpstr>動畫怎麼被製作的</vt:lpstr>
      <vt:lpstr>Unity動畫系統的運用</vt:lpstr>
      <vt:lpstr>Unity動畫系統的組成</vt:lpstr>
      <vt:lpstr>Lesson 11.2 Animation Clip</vt:lpstr>
      <vt:lpstr>Animation Clip</vt:lpstr>
      <vt:lpstr>Animation Clip 製作&amp;修改</vt:lpstr>
      <vt:lpstr>Animation Clip 製作&amp;修改</vt:lpstr>
      <vt:lpstr>Animation Clip 製作&amp;修改</vt:lpstr>
      <vt:lpstr>Animation Clip 製作&amp;修改</vt:lpstr>
      <vt:lpstr>3D骨架型Animation Clip</vt:lpstr>
      <vt:lpstr>Sprite Sheet Animation Clip</vt:lpstr>
      <vt:lpstr>2D骨架型Animation Clip</vt:lpstr>
      <vt:lpstr>2D骨架動畫：Unity骨架</vt:lpstr>
      <vt:lpstr>2D骨架動畫： Spine</vt:lpstr>
      <vt:lpstr>2D骨架動畫：Live2D</vt:lpstr>
      <vt:lpstr>Lesson 11.3 Animator</vt:lpstr>
      <vt:lpstr>Animator</vt:lpstr>
      <vt:lpstr>Animator</vt:lpstr>
      <vt:lpstr>有限狀態機 FSM (Finite State Machine)</vt:lpstr>
      <vt:lpstr>Animator Controller的三大組成</vt:lpstr>
      <vt:lpstr>動畫建立流程</vt:lpstr>
      <vt:lpstr>AnimatorController : State</vt:lpstr>
      <vt:lpstr>Transition</vt:lpstr>
      <vt:lpstr>Transition</vt:lpstr>
      <vt:lpstr>設計Animator Controller</vt:lpstr>
      <vt:lpstr>進階：Animator進階內容</vt:lpstr>
      <vt:lpstr>進階：Blending</vt:lpstr>
      <vt:lpstr>程式職位的工作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527</cp:revision>
  <dcterms:created xsi:type="dcterms:W3CDTF">2024-11-18T05:57:07Z</dcterms:created>
  <dcterms:modified xsi:type="dcterms:W3CDTF">2025-11-24T02:35:06Z</dcterms:modified>
</cp:coreProperties>
</file>