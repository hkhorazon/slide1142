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327" r:id="rId2"/>
    <p:sldId id="343" r:id="rId3"/>
    <p:sldId id="347" r:id="rId4"/>
    <p:sldId id="361" r:id="rId5"/>
    <p:sldId id="344" r:id="rId6"/>
    <p:sldId id="346" r:id="rId7"/>
    <p:sldId id="349" r:id="rId8"/>
    <p:sldId id="348" r:id="rId9"/>
    <p:sldId id="350" r:id="rId10"/>
    <p:sldId id="345" r:id="rId11"/>
    <p:sldId id="360" r:id="rId12"/>
    <p:sldId id="354" r:id="rId13"/>
    <p:sldId id="355" r:id="rId14"/>
    <p:sldId id="358" r:id="rId15"/>
    <p:sldId id="359" r:id="rId16"/>
    <p:sldId id="356" r:id="rId17"/>
    <p:sldId id="357" r:id="rId18"/>
    <p:sldId id="362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>
      <p:cViewPr varScale="1">
        <p:scale>
          <a:sx n="104" d="100"/>
          <a:sy n="104" d="100"/>
        </p:scale>
        <p:origin x="17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FCF86-7227-4377-829F-7A7284FFC17C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955DD-706D-481E-9D4D-808645359D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41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HKHorazon/EngineHomework3/tree/mast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rive.google.com/file/d/1p1p2Lk1DXA_VeVR1pUGLx4KdwCNatV2b/view?usp=drive_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zh-TW" altLang="en-US" dirty="0"/>
              <a:t>作業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</a:t>
            </a:r>
            <a:r>
              <a:rPr lang="zh-TW" altLang="en-US">
                <a:solidFill>
                  <a:srgbClr val="003399"/>
                </a:solidFill>
                <a:latin typeface="Times New Roman" panose="02020603050405020304" pitchFamily="18" charset="0"/>
              </a:rPr>
              <a:t>引擎應用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68D95D-19EB-F1A2-1FEC-FDE14DC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3E158-8C4E-102C-31C7-BCEABA73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https://github.com/HKHorazon/EngineHomework3/tree/master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接壓縮下載的</a:t>
            </a:r>
            <a:r>
              <a:rPr lang="en-US" altLang="zh-TW" dirty="0"/>
              <a:t>ZIP</a:t>
            </a:r>
            <a:r>
              <a:rPr lang="zh-TW" altLang="en-US" dirty="0"/>
              <a:t>檔案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222371-3EE9-8055-1B4E-44F78C2CA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971800"/>
            <a:ext cx="3286807" cy="3004898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139B0DF8-2E18-A1C5-827E-D6A3C47F3409}"/>
              </a:ext>
            </a:extLst>
          </p:cNvPr>
          <p:cNvSpPr/>
          <p:nvPr/>
        </p:nvSpPr>
        <p:spPr>
          <a:xfrm>
            <a:off x="7206004" y="2858871"/>
            <a:ext cx="10668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73A527D-147E-36F6-49D3-21171E4A2576}"/>
              </a:ext>
            </a:extLst>
          </p:cNvPr>
          <p:cNvSpPr/>
          <p:nvPr/>
        </p:nvSpPr>
        <p:spPr>
          <a:xfrm>
            <a:off x="4767603" y="5602071"/>
            <a:ext cx="3147292" cy="3746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343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C88A0-005C-7C27-7511-584C5C87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F8638E-8D36-DA97-AA64-F694ABF0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en-US" altLang="zh-TW" dirty="0"/>
              <a:t>Unity</a:t>
            </a:r>
            <a:r>
              <a:rPr lang="zh-TW" altLang="en-US" dirty="0"/>
              <a:t> </a:t>
            </a:r>
            <a:r>
              <a:rPr lang="en-US" altLang="zh-TW" dirty="0"/>
              <a:t>Hub</a:t>
            </a:r>
            <a:r>
              <a:rPr lang="zh-TW" altLang="en-US" dirty="0"/>
              <a:t>，選擇從</a:t>
            </a:r>
            <a:r>
              <a:rPr lang="en-US" altLang="zh-TW" dirty="0"/>
              <a:t>Add</a:t>
            </a:r>
            <a:r>
              <a:rPr lang="zh-TW" altLang="en-US" dirty="0"/>
              <a:t> </a:t>
            </a:r>
            <a:r>
              <a:rPr lang="en-US" altLang="zh-TW" dirty="0"/>
              <a:t>&gt;</a:t>
            </a:r>
            <a:r>
              <a:rPr lang="zh-TW" altLang="en-US" dirty="0"/>
              <a:t> 硬碟新增專案</a:t>
            </a:r>
            <a:endParaRPr lang="en-US" altLang="zh-TW" dirty="0"/>
          </a:p>
          <a:p>
            <a:pPr lvl="1"/>
            <a:r>
              <a:rPr lang="zh-TW" altLang="en-US" dirty="0"/>
              <a:t>選擇剛才解壓縮後的資料夾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857C41-7F31-1ED6-D04D-A8F760FDE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62400"/>
            <a:ext cx="2305372" cy="128605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47859BC-2649-F425-582A-8F14E9E7A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235" y="3429000"/>
            <a:ext cx="5110790" cy="287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5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EF5ECA-BCB8-17C7-26B4-D3C6DA10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E3E3F9-DE97-29AA-74F6-E6256CFB9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調整版本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選擇一個已安裝的版本，如果有訊息則選</a:t>
            </a:r>
            <a:r>
              <a:rPr lang="en-US" altLang="zh-TW" sz="2400" dirty="0"/>
              <a:t>continue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FD9905-E590-3AF1-C99B-EECD5732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7894"/>
            <a:ext cx="7354326" cy="581106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6AB326B5-8804-9EAB-A205-732A89875ECC}"/>
              </a:ext>
            </a:extLst>
          </p:cNvPr>
          <p:cNvSpPr/>
          <p:nvPr/>
        </p:nvSpPr>
        <p:spPr>
          <a:xfrm>
            <a:off x="6039363" y="2847894"/>
            <a:ext cx="1676400" cy="58110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4D131AF-5621-E47B-2736-937862D41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726" y="3429000"/>
            <a:ext cx="6781800" cy="233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5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68D95D-19EB-F1A2-1FEC-FDE14DC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作業起始狀態</a:t>
            </a:r>
            <a:r>
              <a:rPr lang="en-US" altLang="zh-TW" dirty="0"/>
              <a:t> </a:t>
            </a:r>
            <a:r>
              <a:rPr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3E158-8C4E-102C-31C7-BCEABA73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總共有三個場景</a:t>
            </a:r>
            <a:endParaRPr lang="en-US" altLang="zh-TW" dirty="0"/>
          </a:p>
          <a:p>
            <a:pPr lvl="1"/>
            <a:r>
              <a:rPr lang="zh-TW" altLang="en-US" dirty="0"/>
              <a:t>開始遊戲</a:t>
            </a:r>
            <a:endParaRPr lang="en-US" altLang="zh-TW" dirty="0"/>
          </a:p>
          <a:p>
            <a:pPr lvl="1"/>
            <a:r>
              <a:rPr lang="zh-TW" altLang="en-US" dirty="0"/>
              <a:t>戰鬥</a:t>
            </a:r>
            <a:endParaRPr lang="en-US" altLang="zh-TW" dirty="0"/>
          </a:p>
          <a:p>
            <a:pPr lvl="1"/>
            <a:r>
              <a:rPr lang="zh-TW" altLang="en-US" dirty="0"/>
              <a:t>結束遊戲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這三個場景可以獨立開啟運作，但</a:t>
            </a:r>
            <a:r>
              <a:rPr lang="en-US" altLang="zh-TW" dirty="0"/>
              <a:t>UI</a:t>
            </a:r>
            <a:r>
              <a:rPr lang="zh-TW" altLang="en-US" dirty="0"/>
              <a:t>物件會讀取</a:t>
            </a:r>
            <a:r>
              <a:rPr lang="en-US" altLang="zh-TW" dirty="0" err="1"/>
              <a:t>Resoruces</a:t>
            </a:r>
            <a:r>
              <a:rPr lang="zh-TW" altLang="en-US" dirty="0"/>
              <a:t>下的</a:t>
            </a:r>
            <a:r>
              <a:rPr lang="en-US" altLang="zh-TW" dirty="0" err="1"/>
              <a:t>UIManager</a:t>
            </a:r>
            <a:endParaRPr lang="en-US" altLang="zh-TW" dirty="0"/>
          </a:p>
          <a:p>
            <a:pPr lvl="1"/>
            <a:r>
              <a:rPr lang="zh-TW" altLang="en-US" dirty="0"/>
              <a:t>這種作法需要一段程式碼來執行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6C5F4F1-E0D1-5C22-A013-71441882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838200"/>
            <a:ext cx="2219635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4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68D95D-19EB-F1A2-1FEC-FDE14DC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作業起始狀態</a:t>
            </a:r>
            <a:r>
              <a:rPr lang="en-US" altLang="zh-TW" dirty="0"/>
              <a:t> </a:t>
            </a:r>
            <a:r>
              <a:rPr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3E158-8C4E-102C-31C7-BCEABA73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UI</a:t>
            </a:r>
            <a:r>
              <a:rPr lang="zh-TW" altLang="en-US" dirty="0"/>
              <a:t>物件</a:t>
            </a:r>
            <a:endParaRPr lang="en-US" altLang="zh-TW" dirty="0"/>
          </a:p>
          <a:p>
            <a:pPr lvl="1"/>
            <a:r>
              <a:rPr lang="en-US" altLang="zh-TW" dirty="0"/>
              <a:t>Prefab</a:t>
            </a:r>
            <a:r>
              <a:rPr lang="zh-TW" altLang="en-US" dirty="0"/>
              <a:t>位置在</a:t>
            </a:r>
            <a:r>
              <a:rPr lang="en-US" altLang="zh-TW" dirty="0"/>
              <a:t>Resources/</a:t>
            </a:r>
            <a:r>
              <a:rPr lang="en-US" altLang="zh-TW" dirty="0" err="1"/>
              <a:t>UIManager</a:t>
            </a:r>
            <a:endParaRPr lang="en-US" altLang="zh-TW" dirty="0"/>
          </a:p>
          <a:p>
            <a:r>
              <a:rPr lang="zh-TW" altLang="en-US" dirty="0"/>
              <a:t>可以在開始遊戲場景編輯，但建議要覆蓋回此位置</a:t>
            </a:r>
            <a:endParaRPr lang="en-US" altLang="zh-TW" dirty="0"/>
          </a:p>
          <a:p>
            <a:r>
              <a:rPr lang="zh-TW" altLang="en-US" dirty="0"/>
              <a:t>包含三個</a:t>
            </a:r>
            <a:r>
              <a:rPr lang="en-US" altLang="zh-TW" dirty="0"/>
              <a:t>Canvas</a:t>
            </a:r>
          </a:p>
          <a:p>
            <a:pPr lvl="1"/>
            <a:r>
              <a:rPr lang="en-US" altLang="zh-TW" dirty="0"/>
              <a:t>Panel / Popup / Loading</a:t>
            </a:r>
          </a:p>
          <a:p>
            <a:r>
              <a:rPr lang="zh-TW" altLang="en-US" dirty="0"/>
              <a:t>包含三個</a:t>
            </a:r>
            <a:r>
              <a:rPr lang="en-US" altLang="zh-TW" dirty="0"/>
              <a:t>UI</a:t>
            </a:r>
          </a:p>
          <a:p>
            <a:pPr lvl="1"/>
            <a:r>
              <a:rPr lang="en-US" altLang="zh-TW" dirty="0" err="1"/>
              <a:t>MenuPanel</a:t>
            </a:r>
            <a:endParaRPr lang="en-US" altLang="zh-TW" dirty="0"/>
          </a:p>
          <a:p>
            <a:pPr lvl="1"/>
            <a:r>
              <a:rPr lang="en-US" altLang="zh-TW" dirty="0" err="1"/>
              <a:t>LoadingPanel</a:t>
            </a:r>
            <a:endParaRPr lang="en-US" altLang="zh-TW" dirty="0"/>
          </a:p>
          <a:p>
            <a:pPr lvl="1"/>
            <a:r>
              <a:rPr lang="en-US" altLang="zh-TW" dirty="0" err="1"/>
              <a:t>FinishPanel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367FFF-44A6-95E0-976B-D94B5936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935" y="2133600"/>
            <a:ext cx="2626629" cy="47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0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BE46D5-1534-6CEB-3E9B-778D548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作業完成狀態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466715-B630-172B-2AF3-250663B60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範例影片展示</a:t>
            </a:r>
            <a:endParaRPr lang="en-US" altLang="zh-TW" dirty="0"/>
          </a:p>
          <a:p>
            <a:pPr lvl="1"/>
            <a:r>
              <a:rPr lang="en-US" altLang="zh-TW" dirty="0"/>
              <a:t>https://youtu.be/pVlQV8l0WDE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F0FFC3-B3C4-F523-D5F1-C3F0843C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217692"/>
            <a:ext cx="5331395" cy="341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3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EAB93B-A849-360B-EBD5-414C24E9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(UI</a:t>
            </a:r>
            <a:r>
              <a:rPr lang="zh-TW" altLang="en-US" dirty="0"/>
              <a:t>相關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406AF4-A00C-15D5-3DA2-9E528CDCA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開始遊戲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請將裡面的文字</a:t>
            </a:r>
            <a:r>
              <a:rPr lang="zh-TW" altLang="en-US" dirty="0">
                <a:solidFill>
                  <a:srgbClr val="FF0000"/>
                </a:solidFill>
              </a:rPr>
              <a:t>改為中文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可使用學校提供的字型</a:t>
            </a:r>
            <a:endParaRPr lang="en-US" altLang="zh-TW" dirty="0"/>
          </a:p>
          <a:p>
            <a:pPr lvl="2"/>
            <a:r>
              <a:rPr lang="zh-TW" altLang="en-US" b="0" i="0" u="sng" dirty="0">
                <a:solidFill>
                  <a:srgbClr val="4C4C4C"/>
                </a:solidFill>
                <a:effectLst/>
                <a:latin typeface="Helvetica Neue"/>
                <a:hlinkClick r:id="rId2"/>
              </a:rPr>
              <a:t>華康超明體下載 </a:t>
            </a:r>
            <a:r>
              <a:rPr lang="en-US" altLang="zh-TW" b="0" i="0" u="sng" dirty="0">
                <a:solidFill>
                  <a:srgbClr val="4C4C4C"/>
                </a:solidFill>
                <a:effectLst/>
                <a:latin typeface="Helvetica Neue"/>
                <a:hlinkClick r:id="rId2"/>
              </a:rPr>
              <a:t>(</a:t>
            </a:r>
            <a:r>
              <a:rPr lang="zh-TW" altLang="en-US" b="0" i="0" u="sng" dirty="0">
                <a:solidFill>
                  <a:srgbClr val="4C4C4C"/>
                </a:solidFill>
                <a:effectLst/>
                <a:latin typeface="Helvetica Neue"/>
                <a:hlinkClick r:id="rId2"/>
              </a:rPr>
              <a:t>限校內</a:t>
            </a:r>
            <a:r>
              <a:rPr lang="en-US" altLang="zh-TW" b="0" i="0" u="sng" dirty="0">
                <a:solidFill>
                  <a:srgbClr val="4C4C4C"/>
                </a:solidFill>
                <a:effectLst/>
                <a:latin typeface="Helvetica Neue"/>
                <a:hlinkClick r:id="rId2"/>
              </a:rPr>
              <a:t>IP)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A0D65-139E-E579-6B0F-D9C12481F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4277542"/>
            <a:ext cx="4062955" cy="237210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9C176D3-E11E-6008-FD7C-14A0AA1BB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05251"/>
            <a:ext cx="3848637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3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24E80-565E-6027-FDCA-864E764BD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2 (UI</a:t>
            </a:r>
            <a:r>
              <a:rPr lang="zh-TW" altLang="en-US" dirty="0"/>
              <a:t>相關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5D0D37-42A3-DF98-7041-6738C0335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開始遊戲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希望滑鼠停留在按鈕文字上時，能</a:t>
            </a:r>
            <a:r>
              <a:rPr lang="zh-TW" altLang="en-US" dirty="0">
                <a:solidFill>
                  <a:srgbClr val="FF0000"/>
                </a:solidFill>
              </a:rPr>
              <a:t>改變顏色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E3F983E-9624-09F1-CF48-39EBE6CF5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962400"/>
            <a:ext cx="3400783" cy="252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4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68D95D-19EB-F1A2-1FEC-FDE14DC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3 (UI</a:t>
            </a:r>
            <a:r>
              <a:rPr lang="zh-TW" altLang="en-US" dirty="0"/>
              <a:t>相關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3E158-8C4E-102C-31C7-BCEABA73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開始遊戲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這三個按鈕必須分別</a:t>
            </a:r>
            <a:r>
              <a:rPr lang="zh-TW" altLang="en-US" dirty="0">
                <a:solidFill>
                  <a:srgbClr val="FF0000"/>
                </a:solidFill>
              </a:rPr>
              <a:t>觸發</a:t>
            </a:r>
            <a:r>
              <a:rPr lang="en-US" altLang="zh-TW" dirty="0" err="1">
                <a:solidFill>
                  <a:srgbClr val="FF0000"/>
                </a:solidFill>
              </a:rPr>
              <a:t>MenuPanel</a:t>
            </a:r>
            <a:r>
              <a:rPr lang="zh-TW" altLang="en-US" dirty="0">
                <a:solidFill>
                  <a:srgbClr val="FF0000"/>
                </a:solidFill>
              </a:rPr>
              <a:t>的程式函數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 err="1"/>
              <a:t>OnClick_StartGame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 err="1"/>
              <a:t>OnClick_Options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 err="1"/>
              <a:t>OnClick_QuitGame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1620E63-7BF4-D277-A33B-2862AC45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4411980"/>
            <a:ext cx="3458058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9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87BD1-622C-2E1B-94DA-BDBC6C68D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4 (</a:t>
            </a:r>
            <a:r>
              <a:rPr lang="zh-TW" altLang="en-US" dirty="0"/>
              <a:t>場景切換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B71CDA-3817-E937-B3E7-B579656C3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如果作業</a:t>
            </a:r>
            <a:r>
              <a:rPr lang="en-US" altLang="zh-TW" dirty="0"/>
              <a:t>3</a:t>
            </a:r>
            <a:r>
              <a:rPr lang="zh-TW" altLang="en-US" dirty="0"/>
              <a:t>完成，按下按鈕 </a:t>
            </a:r>
            <a:r>
              <a:rPr lang="en-US" altLang="zh-TW" dirty="0"/>
              <a:t>Start Game(</a:t>
            </a:r>
            <a:r>
              <a:rPr lang="zh-TW" altLang="en-US" dirty="0"/>
              <a:t>開始遊戲</a:t>
            </a:r>
            <a:r>
              <a:rPr lang="en-US" altLang="zh-TW" dirty="0"/>
              <a:t>)</a:t>
            </a:r>
            <a:r>
              <a:rPr lang="zh-TW" altLang="en-US" dirty="0"/>
              <a:t>應該要能切換至</a:t>
            </a:r>
            <a:r>
              <a:rPr lang="zh-TW" altLang="en-US" b="1" u="sng" dirty="0"/>
              <a:t>戰鬥</a:t>
            </a:r>
            <a:r>
              <a:rPr lang="zh-TW" altLang="en-US" dirty="0"/>
              <a:t>場景，</a:t>
            </a:r>
            <a:r>
              <a:rPr lang="zh-TW" altLang="en-US" dirty="0">
                <a:solidFill>
                  <a:srgbClr val="FF0000"/>
                </a:solidFill>
              </a:rPr>
              <a:t>但似乎發生了一些錯誤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請確保三個場景都能</a:t>
            </a:r>
            <a:r>
              <a:rPr lang="zh-TW" altLang="en-US" dirty="0">
                <a:solidFill>
                  <a:srgbClr val="FF0000"/>
                </a:solidFill>
              </a:rPr>
              <a:t>被讀取</a:t>
            </a:r>
            <a:r>
              <a:rPr lang="en-US" altLang="zh-TW" dirty="0">
                <a:solidFill>
                  <a:srgbClr val="FF0000"/>
                </a:solidFill>
              </a:rPr>
              <a:t>&amp;</a:t>
            </a:r>
            <a:r>
              <a:rPr lang="zh-TW" altLang="en-US" dirty="0">
                <a:solidFill>
                  <a:srgbClr val="FF0000"/>
                </a:solidFill>
              </a:rPr>
              <a:t>到達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開始遊戲</a:t>
            </a:r>
            <a:endParaRPr lang="en-US" altLang="zh-TW" dirty="0"/>
          </a:p>
          <a:p>
            <a:pPr lvl="1"/>
            <a:r>
              <a:rPr lang="zh-TW" altLang="en-US" dirty="0"/>
              <a:t>戰鬥</a:t>
            </a:r>
            <a:endParaRPr lang="en-US" altLang="zh-TW" dirty="0"/>
          </a:p>
          <a:p>
            <a:pPr lvl="1"/>
            <a:r>
              <a:rPr lang="zh-TW" altLang="en-US" dirty="0"/>
              <a:t>結束遊戲</a:t>
            </a:r>
            <a:endParaRPr lang="en-US" altLang="zh-TW" dirty="0"/>
          </a:p>
          <a:p>
            <a:pPr marL="109728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6143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E59276-2948-7FDC-FFBC-F892A122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5 (</a:t>
            </a:r>
            <a:r>
              <a:rPr lang="zh-TW" altLang="en-US" dirty="0"/>
              <a:t>聲音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120CC1-9299-01B8-5C00-B73915144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戰鬥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請在  </a:t>
            </a:r>
            <a:r>
              <a:rPr lang="zh-TW" altLang="en-US" b="1" u="sng" dirty="0"/>
              <a:t>鑰匙</a:t>
            </a:r>
            <a:r>
              <a:rPr lang="zh-TW" altLang="en-US" dirty="0"/>
              <a:t> 上掛載  </a:t>
            </a:r>
            <a:r>
              <a:rPr lang="zh-TW" altLang="en-US" b="1" u="sng" dirty="0"/>
              <a:t>鑰匙</a:t>
            </a:r>
            <a:r>
              <a:rPr lang="zh-TW" altLang="en-US" dirty="0"/>
              <a:t> 聲音</a:t>
            </a:r>
            <a:endParaRPr lang="en-US" altLang="zh-TW" dirty="0"/>
          </a:p>
          <a:p>
            <a:pPr lvl="1"/>
            <a:r>
              <a:rPr lang="zh-TW" altLang="en-US" dirty="0"/>
              <a:t>   在</a:t>
            </a:r>
            <a:r>
              <a:rPr lang="zh-TW" altLang="en-US" b="1" u="sng" dirty="0"/>
              <a:t>傳送門</a:t>
            </a:r>
            <a:r>
              <a:rPr lang="zh-TW" altLang="en-US" dirty="0"/>
              <a:t>上掛載</a:t>
            </a:r>
            <a:r>
              <a:rPr lang="zh-TW" altLang="en-US" b="1" u="sng" dirty="0"/>
              <a:t>傳送門</a:t>
            </a:r>
            <a:r>
              <a:rPr lang="zh-TW" altLang="en-US" dirty="0"/>
              <a:t>聲音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請確保以上兩個聲音，不能進入場景就播放，要讓程式碼去播放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E1FBD85-9B4D-7184-29A5-9D78C905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969972"/>
            <a:ext cx="1991003" cy="57158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B90BDD0-73BF-62DE-965E-D6FBB249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167" y="4953000"/>
            <a:ext cx="2438740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07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024DD-1017-8DFA-52DA-20DBB7D6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人物動畫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58A623-5BF8-C247-16DE-4A640DCEC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戰鬥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請調整玩家角色</a:t>
            </a:r>
            <a:r>
              <a:rPr lang="en-US" altLang="zh-TW" dirty="0"/>
              <a:t>/</a:t>
            </a:r>
            <a:r>
              <a:rPr lang="zh-TW" altLang="en-US" dirty="0"/>
              <a:t>模型 中的 玩家</a:t>
            </a:r>
            <a:r>
              <a:rPr lang="en-US" altLang="zh-TW" dirty="0"/>
              <a:t>Animator</a:t>
            </a:r>
            <a:r>
              <a:rPr lang="zh-TW" altLang="en-US" dirty="0"/>
              <a:t>資產</a:t>
            </a:r>
            <a:endParaRPr lang="en-US" altLang="zh-TW" dirty="0"/>
          </a:p>
          <a:p>
            <a:pPr lvl="1"/>
            <a:r>
              <a:rPr lang="zh-TW" altLang="en-US" dirty="0"/>
              <a:t>使角色能妥善地播放動畫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B3DDF0-23CE-C66D-ABE1-F55D3A52F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765331"/>
            <a:ext cx="2576630" cy="70492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D8C1857-FAC5-03E2-3410-8790F7ED9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716" y="4953826"/>
            <a:ext cx="2843856" cy="162300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BAF636E-6385-965C-DAE9-AD598A6B0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549" y="5165171"/>
            <a:ext cx="1171739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7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024DD-1017-8DFA-52DA-20DBB7D6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人物動畫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58A623-5BF8-C247-16DE-4A640DCEC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戰鬥</a:t>
            </a:r>
            <a:r>
              <a:rPr lang="zh-TW" altLang="en-US" dirty="0"/>
              <a:t>場景 </a:t>
            </a:r>
            <a:r>
              <a:rPr lang="en-US" altLang="zh-TW" dirty="0"/>
              <a:t>- </a:t>
            </a:r>
            <a:r>
              <a:rPr lang="zh-TW" altLang="en-US" dirty="0"/>
              <a:t>播放動畫</a:t>
            </a:r>
            <a:endParaRPr lang="en-US" altLang="zh-TW" dirty="0"/>
          </a:p>
          <a:p>
            <a:pPr lvl="1"/>
            <a:r>
              <a:rPr lang="zh-TW" altLang="en-US" dirty="0"/>
              <a:t>製作</a:t>
            </a:r>
            <a:r>
              <a:rPr lang="zh-TW" altLang="en-US" dirty="0">
                <a:solidFill>
                  <a:srgbClr val="FF0000"/>
                </a:solidFill>
              </a:rPr>
              <a:t>三個狀態</a:t>
            </a:r>
            <a:r>
              <a:rPr lang="zh-TW" altLang="en-US" dirty="0"/>
              <a:t>，分別使用以下</a:t>
            </a:r>
            <a:r>
              <a:rPr lang="zh-TW" altLang="en-US" u="sng" dirty="0">
                <a:solidFill>
                  <a:srgbClr val="FF0000"/>
                </a:solidFill>
              </a:rPr>
              <a:t>動畫</a:t>
            </a:r>
            <a:endParaRPr lang="en-US" altLang="zh-TW" u="sng" dirty="0">
              <a:solidFill>
                <a:srgbClr val="FF0000"/>
              </a:solidFill>
            </a:endParaRPr>
          </a:p>
          <a:p>
            <a:pPr lvl="2"/>
            <a:r>
              <a:rPr lang="zh-TW" altLang="en-US" dirty="0"/>
              <a:t>待機：</a:t>
            </a:r>
            <a:r>
              <a:rPr lang="en-US" altLang="zh-TW" dirty="0"/>
              <a:t>Idle01</a:t>
            </a:r>
          </a:p>
          <a:p>
            <a:pPr lvl="2"/>
            <a:r>
              <a:rPr lang="zh-TW" altLang="en-US" dirty="0"/>
              <a:t>移動：</a:t>
            </a:r>
            <a:r>
              <a:rPr lang="en-US" altLang="zh-TW" dirty="0" err="1"/>
              <a:t>BattleRunForward</a:t>
            </a:r>
            <a:endParaRPr lang="en-US" altLang="zh-TW" dirty="0"/>
          </a:p>
          <a:p>
            <a:pPr lvl="2"/>
            <a:r>
              <a:rPr lang="zh-TW" altLang="en-US" dirty="0"/>
              <a:t>跳躍：</a:t>
            </a:r>
            <a:r>
              <a:rPr lang="en-US" altLang="zh-TW" dirty="0" err="1"/>
              <a:t>JumpAir</a:t>
            </a:r>
            <a:endParaRPr lang="en-US" altLang="zh-TW" dirty="0"/>
          </a:p>
          <a:p>
            <a:pPr lvl="1"/>
            <a:r>
              <a:rPr lang="zh-TW" altLang="en-US" dirty="0"/>
              <a:t>將待機動畫設為預設狀態</a:t>
            </a:r>
            <a:endParaRPr lang="en-US" altLang="zh-TW" dirty="0"/>
          </a:p>
          <a:p>
            <a:pPr lvl="1"/>
            <a:r>
              <a:rPr lang="zh-TW" altLang="en-US" dirty="0"/>
              <a:t>加上</a:t>
            </a:r>
            <a:r>
              <a:rPr lang="zh-TW" altLang="en-US" u="sng" dirty="0">
                <a:solidFill>
                  <a:srgbClr val="FF0000"/>
                </a:solidFill>
              </a:rPr>
              <a:t>三個參數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名稱型態務必相同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 err="1"/>
              <a:t>MoveSpeed</a:t>
            </a:r>
            <a:r>
              <a:rPr lang="en-US" altLang="zh-TW" dirty="0"/>
              <a:t>  (float)</a:t>
            </a:r>
          </a:p>
          <a:p>
            <a:pPr lvl="2"/>
            <a:r>
              <a:rPr lang="en-US" altLang="zh-TW" dirty="0"/>
              <a:t>Jump (Trigger)</a:t>
            </a:r>
          </a:p>
          <a:p>
            <a:pPr lvl="2"/>
            <a:r>
              <a:rPr lang="en-US" altLang="zh-TW" dirty="0" err="1"/>
              <a:t>IsGrounded</a:t>
            </a:r>
            <a:r>
              <a:rPr lang="en-US" altLang="zh-TW" dirty="0"/>
              <a:t> (bool)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DCBFD90-FA09-EAC0-44CE-F8FA84C2B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184" y="5486400"/>
            <a:ext cx="3086616" cy="97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52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C60923-1AA2-98E9-4111-AD92AC27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人物動畫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21F9A-78C7-1413-316F-CBA62E6F6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</a:t>
            </a:r>
            <a:r>
              <a:rPr lang="en-US" altLang="zh-TW" dirty="0" err="1"/>
              <a:t>MoveSpeed</a:t>
            </a:r>
            <a:r>
              <a:rPr lang="en-US" altLang="zh-TW" dirty="0"/>
              <a:t> &gt; 0.1  </a:t>
            </a:r>
            <a:r>
              <a:rPr lang="zh-TW" altLang="en-US" dirty="0"/>
              <a:t>或 </a:t>
            </a:r>
            <a:r>
              <a:rPr lang="en-US" altLang="zh-TW" dirty="0" err="1"/>
              <a:t>MoveSpeed</a:t>
            </a:r>
            <a:r>
              <a:rPr lang="en-US" altLang="zh-TW" dirty="0"/>
              <a:t> &lt; 0.1 </a:t>
            </a:r>
            <a:r>
              <a:rPr lang="zh-TW" altLang="en-US" dirty="0"/>
              <a:t>作為   </a:t>
            </a:r>
            <a:r>
              <a:rPr lang="zh-TW" altLang="en-US" u="sng" dirty="0"/>
              <a:t>待機狀態 </a:t>
            </a:r>
            <a:r>
              <a:rPr lang="zh-TW" altLang="en-US" dirty="0"/>
              <a:t>與 </a:t>
            </a:r>
            <a:r>
              <a:rPr lang="zh-TW" altLang="en-US" u="sng" dirty="0"/>
              <a:t>移動狀態</a:t>
            </a:r>
            <a:r>
              <a:rPr lang="zh-TW" altLang="en-US" dirty="0"/>
              <a:t> 的切換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Jump</a:t>
            </a:r>
            <a:r>
              <a:rPr lang="zh-TW" altLang="en-US" dirty="0"/>
              <a:t>作為進入 </a:t>
            </a:r>
            <a:r>
              <a:rPr lang="zh-TW" altLang="en-US" u="sng" dirty="0"/>
              <a:t>跳躍狀態</a:t>
            </a:r>
            <a:r>
              <a:rPr lang="zh-TW" altLang="en-US" dirty="0"/>
              <a:t>的觸發</a:t>
            </a:r>
            <a:endParaRPr lang="en-US" altLang="zh-TW" dirty="0"/>
          </a:p>
          <a:p>
            <a:pPr lvl="1"/>
            <a:r>
              <a:rPr lang="zh-TW" altLang="en-US" u="sng" dirty="0"/>
              <a:t>待機狀態</a:t>
            </a:r>
            <a:r>
              <a:rPr lang="en-US" altLang="zh-TW" dirty="0"/>
              <a:t>&amp;</a:t>
            </a:r>
            <a:r>
              <a:rPr lang="zh-TW" altLang="en-US" u="sng" dirty="0"/>
              <a:t>移動狀態</a:t>
            </a:r>
            <a:r>
              <a:rPr lang="zh-TW" altLang="en-US" dirty="0"/>
              <a:t>皆可進入</a:t>
            </a:r>
            <a:r>
              <a:rPr lang="zh-TW" altLang="en-US" u="sng" dirty="0"/>
              <a:t>跳躍狀態</a:t>
            </a:r>
            <a:endParaRPr lang="en-US" altLang="zh-TW" u="sng" dirty="0"/>
          </a:p>
          <a:p>
            <a:r>
              <a:rPr lang="zh-TW" altLang="en-US" dirty="0"/>
              <a:t>以</a:t>
            </a:r>
            <a:r>
              <a:rPr lang="en-US" altLang="zh-TW" dirty="0" err="1"/>
              <a:t>IsGrounded</a:t>
            </a:r>
            <a:r>
              <a:rPr lang="zh-TW" altLang="en-US" dirty="0"/>
              <a:t> 作為跳躍狀態回到其他狀態的判斷</a:t>
            </a:r>
            <a:endParaRPr lang="en-US" altLang="zh-TW" dirty="0"/>
          </a:p>
          <a:p>
            <a:pPr lvl="1"/>
            <a:r>
              <a:rPr lang="en-US" altLang="zh-TW" dirty="0" err="1"/>
              <a:t>IsGrounded</a:t>
            </a:r>
            <a:r>
              <a:rPr lang="zh-TW" altLang="en-US" dirty="0"/>
              <a:t>為</a:t>
            </a:r>
            <a:r>
              <a:rPr lang="en-US" altLang="zh-TW" dirty="0"/>
              <a:t>true</a:t>
            </a:r>
            <a:r>
              <a:rPr lang="zh-TW" altLang="en-US" dirty="0"/>
              <a:t> 且 </a:t>
            </a:r>
            <a:r>
              <a:rPr lang="en-US" altLang="zh-TW" dirty="0" err="1"/>
              <a:t>MoveSpeed</a:t>
            </a:r>
            <a:r>
              <a:rPr lang="en-US" altLang="zh-TW" dirty="0"/>
              <a:t> &gt; 0.1 </a:t>
            </a:r>
          </a:p>
          <a:p>
            <a:pPr marL="411480" lvl="1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回到</a:t>
            </a:r>
            <a:r>
              <a:rPr lang="zh-TW" altLang="en-US" u="sng" dirty="0"/>
              <a:t>移動狀態</a:t>
            </a:r>
            <a:endParaRPr lang="en-US" altLang="zh-TW" u="sng" dirty="0"/>
          </a:p>
          <a:p>
            <a:pPr lvl="1"/>
            <a:r>
              <a:rPr lang="en-US" altLang="zh-TW" dirty="0" err="1"/>
              <a:t>IsGrounded</a:t>
            </a:r>
            <a:r>
              <a:rPr lang="zh-TW" altLang="en-US" dirty="0"/>
              <a:t>為</a:t>
            </a:r>
            <a:r>
              <a:rPr lang="en-US" altLang="zh-TW" dirty="0"/>
              <a:t>true</a:t>
            </a:r>
            <a:r>
              <a:rPr lang="zh-TW" altLang="en-US" dirty="0"/>
              <a:t> 且 </a:t>
            </a:r>
            <a:r>
              <a:rPr lang="en-US" altLang="zh-TW" dirty="0" err="1"/>
              <a:t>MoveSpeed</a:t>
            </a:r>
            <a:r>
              <a:rPr lang="en-US" altLang="zh-TW" dirty="0"/>
              <a:t> &lt; 0.1 </a:t>
            </a:r>
          </a:p>
          <a:p>
            <a:pPr marL="411480" lvl="1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回到</a:t>
            </a:r>
            <a:r>
              <a:rPr lang="zh-TW" altLang="en-US" u="sng" dirty="0"/>
              <a:t>待機狀態</a:t>
            </a:r>
            <a:endParaRPr lang="en-US" altLang="zh-TW" u="sng" dirty="0"/>
          </a:p>
          <a:p>
            <a:pPr marL="41148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303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7FC94-77A8-E68B-E170-09341E8C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7 (UI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圖片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C8F25B-889F-8C79-7803-6FB76118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開始遊戲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調整</a:t>
            </a:r>
            <a:r>
              <a:rPr lang="en-US" altLang="zh-TW" b="1" u="sng" dirty="0" err="1"/>
              <a:t>FinishPanel</a:t>
            </a:r>
            <a:r>
              <a:rPr lang="zh-TW" altLang="en-US" dirty="0"/>
              <a:t>的按鈕 </a:t>
            </a:r>
            <a:r>
              <a:rPr lang="en-US" altLang="zh-TW" b="1" u="sng" dirty="0" err="1"/>
              <a:t>btn</a:t>
            </a:r>
            <a:r>
              <a:rPr lang="en-US" altLang="zh-TW" b="1" u="sng" dirty="0"/>
              <a:t>_</a:t>
            </a:r>
            <a:r>
              <a:rPr lang="zh-TW" altLang="en-US" b="1" u="sng" dirty="0"/>
              <a:t>重新開始</a:t>
            </a:r>
            <a:endParaRPr lang="en-US" altLang="zh-TW" b="1" u="sng" dirty="0"/>
          </a:p>
          <a:p>
            <a:pPr lvl="1"/>
            <a:r>
              <a:rPr lang="zh-TW" altLang="en-US" dirty="0"/>
              <a:t>雖然此按鈕出現在結束場景，但須調整</a:t>
            </a:r>
            <a:r>
              <a:rPr lang="en-US" altLang="zh-TW" dirty="0"/>
              <a:t>UI</a:t>
            </a:r>
            <a:r>
              <a:rPr lang="zh-TW" altLang="en-US" dirty="0"/>
              <a:t>物件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設法修改按鈕的樣貌，提示：</a:t>
            </a:r>
            <a:endParaRPr lang="en-US" altLang="zh-TW" dirty="0"/>
          </a:p>
          <a:p>
            <a:pPr lvl="2"/>
            <a:r>
              <a:rPr lang="en-US" altLang="zh-TW" dirty="0"/>
              <a:t>Sprite Editor</a:t>
            </a:r>
          </a:p>
          <a:p>
            <a:pPr lvl="2"/>
            <a:r>
              <a:rPr lang="en-US" altLang="zh-TW" dirty="0"/>
              <a:t>Image Type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9CB643-6E41-9C26-C004-6E0A10EA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803401"/>
            <a:ext cx="2782039" cy="83060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243A4E2-1439-D24C-DEAF-83DB6F98E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5823251"/>
            <a:ext cx="2982039" cy="8107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9AEDE5C-E4DD-29B4-2651-DB8A635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914400"/>
            <a:ext cx="121937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86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EC097-CFB4-C0FD-0451-92C01D93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8 (UI + </a:t>
            </a:r>
            <a:r>
              <a:rPr lang="zh-TW" altLang="en-US" dirty="0"/>
              <a:t>動畫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0B5899-DA46-1CEE-1E4F-C670DEF3B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開始遊戲</a:t>
            </a:r>
            <a:r>
              <a:rPr lang="zh-TW" altLang="en-US" dirty="0"/>
              <a:t>場景</a:t>
            </a:r>
            <a:endParaRPr lang="en-US" altLang="zh-TW" dirty="0"/>
          </a:p>
          <a:p>
            <a:pPr lvl="1"/>
            <a:r>
              <a:rPr lang="zh-TW" altLang="en-US" dirty="0"/>
              <a:t>調整</a:t>
            </a:r>
            <a:r>
              <a:rPr lang="en-US" altLang="zh-TW" b="1" u="sng" dirty="0" err="1"/>
              <a:t>FinishPanel</a:t>
            </a:r>
            <a:r>
              <a:rPr lang="zh-TW" altLang="en-US" dirty="0"/>
              <a:t>的按鈕 </a:t>
            </a:r>
            <a:r>
              <a:rPr lang="en-US" altLang="zh-TW" b="1" u="sng" dirty="0" err="1"/>
              <a:t>btn</a:t>
            </a:r>
            <a:r>
              <a:rPr lang="en-US" altLang="zh-TW" b="1" u="sng" dirty="0"/>
              <a:t>_</a:t>
            </a:r>
            <a:r>
              <a:rPr lang="zh-TW" altLang="en-US" b="1" u="sng" dirty="0"/>
              <a:t>重新開始</a:t>
            </a:r>
            <a:endParaRPr lang="en-US" altLang="zh-TW" b="1" u="sng" dirty="0"/>
          </a:p>
          <a:p>
            <a:pPr lvl="1"/>
            <a:r>
              <a:rPr lang="zh-TW" altLang="en-US" dirty="0"/>
              <a:t>將該按鈕加上</a:t>
            </a:r>
            <a:r>
              <a:rPr lang="zh-TW" altLang="en-US" u="sng" dirty="0">
                <a:solidFill>
                  <a:srgbClr val="FF0000"/>
                </a:solidFill>
              </a:rPr>
              <a:t>動畫</a:t>
            </a:r>
            <a:r>
              <a:rPr lang="zh-TW" altLang="en-US" dirty="0"/>
              <a:t>，使其在懸停</a:t>
            </a:r>
            <a:r>
              <a:rPr lang="en-US" altLang="zh-TW" dirty="0"/>
              <a:t>(Highlighted)</a:t>
            </a:r>
            <a:r>
              <a:rPr lang="zh-TW" altLang="en-US" dirty="0"/>
              <a:t>的時候稍微放大</a:t>
            </a:r>
            <a:r>
              <a:rPr lang="en-US" altLang="zh-TW" dirty="0"/>
              <a:t>(</a:t>
            </a:r>
            <a:r>
              <a:rPr lang="zh-TW" altLang="en-US" dirty="0"/>
              <a:t>約</a:t>
            </a:r>
            <a:r>
              <a:rPr lang="en-US" altLang="zh-TW" dirty="0"/>
              <a:t>1.1</a:t>
            </a:r>
            <a:r>
              <a:rPr lang="zh-TW" altLang="en-US" dirty="0"/>
              <a:t>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AABEF21-8809-0EFD-91A4-ACD0E745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309" y="4724400"/>
            <a:ext cx="3468877" cy="17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5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B0D11-97E6-85BB-4FC9-345428CC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作業繳交方式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9E74C7-CE45-89F6-AEB7-D75DEFCE2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這次繳交方式略有不同</a:t>
            </a:r>
            <a:endParaRPr lang="en-US" altLang="zh-TW" dirty="0"/>
          </a:p>
          <a:p>
            <a:pPr lvl="1"/>
            <a:r>
              <a:rPr lang="zh-TW" altLang="en-US" dirty="0"/>
              <a:t>因為作業</a:t>
            </a:r>
            <a:r>
              <a:rPr lang="en-US" altLang="zh-TW" dirty="0"/>
              <a:t>4</a:t>
            </a:r>
            <a:r>
              <a:rPr lang="zh-TW" altLang="en-US" dirty="0"/>
              <a:t>的場景設定，不會包含在</a:t>
            </a:r>
            <a:r>
              <a:rPr lang="en-US" altLang="zh-TW" dirty="0" err="1"/>
              <a:t>UnityPackage</a:t>
            </a:r>
            <a:r>
              <a:rPr lang="zh-TW" altLang="en-US" dirty="0"/>
              <a:t>裡面，而是在</a:t>
            </a:r>
            <a:r>
              <a:rPr lang="en-US" altLang="zh-TW" dirty="0" err="1"/>
              <a:t>ProjectSettings</a:t>
            </a:r>
            <a:r>
              <a:rPr lang="zh-TW" altLang="en-US" dirty="0"/>
              <a:t>資料夾中</a:t>
            </a:r>
            <a:endParaRPr lang="en-US" altLang="zh-TW" dirty="0"/>
          </a:p>
          <a:p>
            <a:r>
              <a:rPr lang="zh-TW" altLang="en-US" dirty="0"/>
              <a:t>改為將這三個資料夾，與資料夾外的檔案壓縮繳交</a:t>
            </a:r>
            <a:endParaRPr lang="en-US" altLang="zh-TW" dirty="0"/>
          </a:p>
          <a:p>
            <a:pPr lvl="1"/>
            <a:r>
              <a:rPr lang="en-US" altLang="zh-TW" dirty="0"/>
              <a:t>Assets</a:t>
            </a:r>
          </a:p>
          <a:p>
            <a:pPr lvl="1"/>
            <a:r>
              <a:rPr lang="en-US" altLang="zh-TW" dirty="0"/>
              <a:t>Packages</a:t>
            </a:r>
          </a:p>
          <a:p>
            <a:pPr lvl="1"/>
            <a:r>
              <a:rPr lang="en-US" altLang="zh-TW" dirty="0" err="1"/>
              <a:t>ProjectSettings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估計檔案大小為</a:t>
            </a:r>
            <a:r>
              <a:rPr lang="en-US" altLang="zh-TW" dirty="0"/>
              <a:t>15MB</a:t>
            </a:r>
            <a:r>
              <a:rPr lang="zh-TW" altLang="en-US" dirty="0"/>
              <a:t>以內</a:t>
            </a:r>
            <a:endParaRPr lang="en-US" altLang="zh-TW" dirty="0"/>
          </a:p>
          <a:p>
            <a:r>
              <a:rPr lang="zh-TW" altLang="en-US" dirty="0"/>
              <a:t>這個方式可以讓你們傳專案給別人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83ABC9-2FE7-3EE5-5F6E-192E295D5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62400"/>
            <a:ext cx="2639017" cy="210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35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6950</TotalTime>
  <Words>636</Words>
  <Application>Microsoft Office PowerPoint</Application>
  <PresentationFormat>如螢幕大小 (4:3)</PresentationFormat>
  <Paragraphs>119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Helvetica Neue</vt:lpstr>
      <vt:lpstr>Aptos</vt:lpstr>
      <vt:lpstr>Arial</vt:lpstr>
      <vt:lpstr>Georgia</vt:lpstr>
      <vt:lpstr>Times New Roman</vt:lpstr>
      <vt:lpstr>Wingdings 2</vt:lpstr>
      <vt:lpstr>都會</vt:lpstr>
      <vt:lpstr> 作業3</vt:lpstr>
      <vt:lpstr>下載專案</vt:lpstr>
      <vt:lpstr>開啟專案</vt:lpstr>
      <vt:lpstr>開啟專案</vt:lpstr>
      <vt:lpstr>作業起始狀態 說明</vt:lpstr>
      <vt:lpstr>作業起始狀態 說明</vt:lpstr>
      <vt:lpstr>作業完成狀態</vt:lpstr>
      <vt:lpstr>作業1 (UI相關)</vt:lpstr>
      <vt:lpstr>作業2 (UI相關)</vt:lpstr>
      <vt:lpstr>作業3 (UI相關)</vt:lpstr>
      <vt:lpstr>作業4 (場景切換)</vt:lpstr>
      <vt:lpstr>作業5 (聲音)</vt:lpstr>
      <vt:lpstr>作業6 (人物動畫)</vt:lpstr>
      <vt:lpstr>作業6 (人物動畫)</vt:lpstr>
      <vt:lpstr>作業6 (人物動畫)</vt:lpstr>
      <vt:lpstr>作業7 (UI &amp; 圖片)</vt:lpstr>
      <vt:lpstr>作業8 (UI + 動畫)</vt:lpstr>
      <vt:lpstr>作業繳交方式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415</cp:revision>
  <dcterms:created xsi:type="dcterms:W3CDTF">2024-11-18T05:57:07Z</dcterms:created>
  <dcterms:modified xsi:type="dcterms:W3CDTF">2025-12-08T06:05:20Z</dcterms:modified>
</cp:coreProperties>
</file>