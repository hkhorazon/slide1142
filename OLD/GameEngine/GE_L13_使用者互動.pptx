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sldIdLst>
    <p:sldId id="256" r:id="rId2"/>
    <p:sldId id="264" r:id="rId3"/>
    <p:sldId id="265" r:id="rId4"/>
    <p:sldId id="285" r:id="rId5"/>
    <p:sldId id="266" r:id="rId6"/>
    <p:sldId id="268" r:id="rId7"/>
    <p:sldId id="270" r:id="rId8"/>
    <p:sldId id="271" r:id="rId9"/>
    <p:sldId id="269" r:id="rId10"/>
    <p:sldId id="273" r:id="rId11"/>
    <p:sldId id="275" r:id="rId12"/>
    <p:sldId id="274" r:id="rId13"/>
    <p:sldId id="276" r:id="rId14"/>
    <p:sldId id="282" r:id="rId15"/>
    <p:sldId id="277" r:id="rId16"/>
    <p:sldId id="279" r:id="rId17"/>
    <p:sldId id="281" r:id="rId18"/>
    <p:sldId id="278" r:id="rId19"/>
    <p:sldId id="280" r:id="rId20"/>
    <p:sldId id="283" r:id="rId21"/>
    <p:sldId id="284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11" autoAdjust="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仕明 張" userId="a807ee1b932df6c2" providerId="LiveId" clId="{AFAE7C5A-3E6D-494F-BBBB-CC72F70A7DD7}"/>
    <pc:docChg chg="modSld">
      <pc:chgData name="仕明 張" userId="a807ee1b932df6c2" providerId="LiveId" clId="{AFAE7C5A-3E6D-494F-BBBB-CC72F70A7DD7}" dt="2025-03-13T06:23:15.727" v="3" actId="20577"/>
      <pc:docMkLst>
        <pc:docMk/>
      </pc:docMkLst>
      <pc:sldChg chg="modSp mod">
        <pc:chgData name="仕明 張" userId="a807ee1b932df6c2" providerId="LiveId" clId="{AFAE7C5A-3E6D-494F-BBBB-CC72F70A7DD7}" dt="2025-03-13T06:23:15.727" v="3" actId="20577"/>
        <pc:sldMkLst>
          <pc:docMk/>
          <pc:sldMk cId="0" sldId="256"/>
        </pc:sldMkLst>
        <pc:spChg chg="mod">
          <ac:chgData name="仕明 張" userId="a807ee1b932df6c2" providerId="LiveId" clId="{AFAE7C5A-3E6D-494F-BBBB-CC72F70A7DD7}" dt="2025-03-13T06:23:15.727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仕明 張" userId="a807ee1b932df6c2" providerId="LiveId" clId="{82AF1F07-EA2B-4C9D-A90B-DBE7AA00116F}"/>
    <pc:docChg chg="custSel addSld delSld modSld sldOrd">
      <pc:chgData name="仕明 張" userId="a807ee1b932df6c2" providerId="LiveId" clId="{82AF1F07-EA2B-4C9D-A90B-DBE7AA00116F}" dt="2025-03-18T03:21:57.229" v="1561" actId="20577"/>
      <pc:docMkLst>
        <pc:docMk/>
      </pc:docMkLst>
      <pc:sldChg chg="modSp mod">
        <pc:chgData name="仕明 張" userId="a807ee1b932df6c2" providerId="LiveId" clId="{82AF1F07-EA2B-4C9D-A90B-DBE7AA00116F}" dt="2025-03-18T01:10:19.912" v="19" actId="20577"/>
        <pc:sldMkLst>
          <pc:docMk/>
          <pc:sldMk cId="0" sldId="256"/>
        </pc:sldMkLst>
        <pc:spChg chg="mod">
          <ac:chgData name="仕明 張" userId="a807ee1b932df6c2" providerId="LiveId" clId="{82AF1F07-EA2B-4C9D-A90B-DBE7AA00116F}" dt="2025-03-18T01:10:19.912" v="19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modSp new mod ord">
        <pc:chgData name="仕明 張" userId="a807ee1b932df6c2" providerId="LiveId" clId="{82AF1F07-EA2B-4C9D-A90B-DBE7AA00116F}" dt="2025-03-18T03:09:41.435" v="632" actId="20577"/>
        <pc:sldMkLst>
          <pc:docMk/>
          <pc:sldMk cId="2438330782" sldId="257"/>
        </pc:sldMkLst>
        <pc:spChg chg="mod">
          <ac:chgData name="仕明 張" userId="a807ee1b932df6c2" providerId="LiveId" clId="{82AF1F07-EA2B-4C9D-A90B-DBE7AA00116F}" dt="2025-03-18T03:09:41.435" v="632" actId="20577"/>
          <ac:spMkLst>
            <pc:docMk/>
            <pc:sldMk cId="2438330782" sldId="257"/>
            <ac:spMk id="2" creationId="{C8A001B2-318F-F738-F4F7-9BABA1B4ED50}"/>
          </ac:spMkLst>
        </pc:spChg>
        <pc:spChg chg="mod">
          <ac:chgData name="仕明 張" userId="a807ee1b932df6c2" providerId="LiveId" clId="{82AF1F07-EA2B-4C9D-A90B-DBE7AA00116F}" dt="2025-03-18T01:37:13.582" v="259" actId="404"/>
          <ac:spMkLst>
            <pc:docMk/>
            <pc:sldMk cId="2438330782" sldId="257"/>
            <ac:spMk id="3" creationId="{FB5E92BE-BEE6-9126-A514-BBEEAE32A7A5}"/>
          </ac:spMkLst>
        </pc:spChg>
        <pc:picChg chg="add mod">
          <ac:chgData name="仕明 張" userId="a807ee1b932df6c2" providerId="LiveId" clId="{82AF1F07-EA2B-4C9D-A90B-DBE7AA00116F}" dt="2025-03-18T01:35:45.885" v="52" actId="1076"/>
          <ac:picMkLst>
            <pc:docMk/>
            <pc:sldMk cId="2438330782" sldId="257"/>
            <ac:picMk id="5" creationId="{C9AF7AB2-AE35-3AEE-4BB4-D9F0990F78B4}"/>
          </ac:picMkLst>
        </pc:picChg>
      </pc:sldChg>
      <pc:sldChg chg="modSp new mod">
        <pc:chgData name="仕明 張" userId="a807ee1b932df6c2" providerId="LiveId" clId="{82AF1F07-EA2B-4C9D-A90B-DBE7AA00116F}" dt="2025-03-18T01:39:00.044" v="581" actId="20577"/>
        <pc:sldMkLst>
          <pc:docMk/>
          <pc:sldMk cId="3392264140" sldId="258"/>
        </pc:sldMkLst>
        <pc:spChg chg="mod">
          <ac:chgData name="仕明 張" userId="a807ee1b932df6c2" providerId="LiveId" clId="{82AF1F07-EA2B-4C9D-A90B-DBE7AA00116F}" dt="2025-03-18T01:37:30.155" v="284" actId="20577"/>
          <ac:spMkLst>
            <pc:docMk/>
            <pc:sldMk cId="3392264140" sldId="258"/>
            <ac:spMk id="2" creationId="{F7C164FF-B52D-4EA8-274D-294CD70A3E8F}"/>
          </ac:spMkLst>
        </pc:spChg>
        <pc:spChg chg="mod">
          <ac:chgData name="仕明 張" userId="a807ee1b932df6c2" providerId="LiveId" clId="{82AF1F07-EA2B-4C9D-A90B-DBE7AA00116F}" dt="2025-03-18T01:39:00.044" v="581" actId="20577"/>
          <ac:spMkLst>
            <pc:docMk/>
            <pc:sldMk cId="3392264140" sldId="258"/>
            <ac:spMk id="3" creationId="{1B8E764D-898D-2E2B-772D-5A4D2226CB4D}"/>
          </ac:spMkLst>
        </pc:spChg>
      </pc:sldChg>
      <pc:sldChg chg="addSp modSp new mod">
        <pc:chgData name="仕明 張" userId="a807ee1b932df6c2" providerId="LiveId" clId="{82AF1F07-EA2B-4C9D-A90B-DBE7AA00116F}" dt="2025-03-18T03:21:57.229" v="1561" actId="20577"/>
        <pc:sldMkLst>
          <pc:docMk/>
          <pc:sldMk cId="529276187" sldId="259"/>
        </pc:sldMkLst>
        <pc:spChg chg="mod">
          <ac:chgData name="仕明 張" userId="a807ee1b932df6c2" providerId="LiveId" clId="{82AF1F07-EA2B-4C9D-A90B-DBE7AA00116F}" dt="2025-03-18T03:09:46.322" v="645" actId="20577"/>
          <ac:spMkLst>
            <pc:docMk/>
            <pc:sldMk cId="529276187" sldId="259"/>
            <ac:spMk id="2" creationId="{9ED3E8C0-1A25-27F0-0B6A-90A7424FC35E}"/>
          </ac:spMkLst>
        </pc:spChg>
        <pc:spChg chg="mod">
          <ac:chgData name="仕明 張" userId="a807ee1b932df6c2" providerId="LiveId" clId="{82AF1F07-EA2B-4C9D-A90B-DBE7AA00116F}" dt="2025-03-18T03:21:57.229" v="1561" actId="20577"/>
          <ac:spMkLst>
            <pc:docMk/>
            <pc:sldMk cId="529276187" sldId="259"/>
            <ac:spMk id="3" creationId="{B95E9014-BC8D-99A6-3327-6F70C1C14FE9}"/>
          </ac:spMkLst>
        </pc:spChg>
        <pc:picChg chg="add mod">
          <ac:chgData name="仕明 張" userId="a807ee1b932df6c2" providerId="LiveId" clId="{82AF1F07-EA2B-4C9D-A90B-DBE7AA00116F}" dt="2025-03-18T03:09:34.736" v="621" actId="1076"/>
          <ac:picMkLst>
            <pc:docMk/>
            <pc:sldMk cId="529276187" sldId="259"/>
            <ac:picMk id="5" creationId="{0A718DA7-D9A9-A8E1-3286-4722A904A939}"/>
          </ac:picMkLst>
        </pc:picChg>
      </pc:sldChg>
      <pc:sldChg chg="addSp modSp new mod">
        <pc:chgData name="仕明 張" userId="a807ee1b932df6c2" providerId="LiveId" clId="{82AF1F07-EA2B-4C9D-A90B-DBE7AA00116F}" dt="2025-03-18T03:16:55.161" v="1032" actId="14100"/>
        <pc:sldMkLst>
          <pc:docMk/>
          <pc:sldMk cId="1346487584" sldId="260"/>
        </pc:sldMkLst>
        <pc:spChg chg="mod">
          <ac:chgData name="仕明 張" userId="a807ee1b932df6c2" providerId="LiveId" clId="{82AF1F07-EA2B-4C9D-A90B-DBE7AA00116F}" dt="2025-03-18T03:15:46.739" v="873" actId="20577"/>
          <ac:spMkLst>
            <pc:docMk/>
            <pc:sldMk cId="1346487584" sldId="260"/>
            <ac:spMk id="2" creationId="{41DE6A87-ABA3-C89C-DED5-C42CD4E6FB4E}"/>
          </ac:spMkLst>
        </pc:spChg>
        <pc:spChg chg="mod">
          <ac:chgData name="仕明 張" userId="a807ee1b932df6c2" providerId="LiveId" clId="{82AF1F07-EA2B-4C9D-A90B-DBE7AA00116F}" dt="2025-03-18T03:16:55.161" v="1032" actId="14100"/>
          <ac:spMkLst>
            <pc:docMk/>
            <pc:sldMk cId="1346487584" sldId="260"/>
            <ac:spMk id="3" creationId="{76824733-F35A-70AD-DC74-337876E3562B}"/>
          </ac:spMkLst>
        </pc:spChg>
        <pc:picChg chg="add mod">
          <ac:chgData name="仕明 張" userId="a807ee1b932df6c2" providerId="LiveId" clId="{82AF1F07-EA2B-4C9D-A90B-DBE7AA00116F}" dt="2025-03-18T03:16:20.832" v="949" actId="14100"/>
          <ac:picMkLst>
            <pc:docMk/>
            <pc:sldMk cId="1346487584" sldId="260"/>
            <ac:picMk id="5" creationId="{CDD08B3E-20E8-4BC5-9E68-D098645DCE7A}"/>
          </ac:picMkLst>
        </pc:picChg>
      </pc:sldChg>
      <pc:sldChg chg="addSp delSp modSp new mod">
        <pc:chgData name="仕明 張" userId="a807ee1b932df6c2" providerId="LiveId" clId="{82AF1F07-EA2B-4C9D-A90B-DBE7AA00116F}" dt="2025-03-18T03:21:11.395" v="1410" actId="6549"/>
        <pc:sldMkLst>
          <pc:docMk/>
          <pc:sldMk cId="3006665140" sldId="261"/>
        </pc:sldMkLst>
        <pc:spChg chg="mod">
          <ac:chgData name="仕明 張" userId="a807ee1b932df6c2" providerId="LiveId" clId="{82AF1F07-EA2B-4C9D-A90B-DBE7AA00116F}" dt="2025-03-18T03:20:25.899" v="1404"/>
          <ac:spMkLst>
            <pc:docMk/>
            <pc:sldMk cId="3006665140" sldId="261"/>
            <ac:spMk id="2" creationId="{CD69200E-22D0-334C-D056-7D605ADC745B}"/>
          </ac:spMkLst>
        </pc:spChg>
        <pc:spChg chg="mod">
          <ac:chgData name="仕明 張" userId="a807ee1b932df6c2" providerId="LiveId" clId="{82AF1F07-EA2B-4C9D-A90B-DBE7AA00116F}" dt="2025-03-18T03:21:11.395" v="1410" actId="6549"/>
          <ac:spMkLst>
            <pc:docMk/>
            <pc:sldMk cId="3006665140" sldId="261"/>
            <ac:spMk id="3" creationId="{538A6DF5-BD35-8537-DAF4-D5193A76AC97}"/>
          </ac:spMkLst>
        </pc:spChg>
        <pc:picChg chg="add del mod">
          <ac:chgData name="仕明 張" userId="a807ee1b932df6c2" providerId="LiveId" clId="{82AF1F07-EA2B-4C9D-A90B-DBE7AA00116F}" dt="2025-03-18T03:18:05.165" v="1036" actId="478"/>
          <ac:picMkLst>
            <pc:docMk/>
            <pc:sldMk cId="3006665140" sldId="261"/>
            <ac:picMk id="5" creationId="{833FC8AB-7D49-DAC3-EB58-897DEDCA76A6}"/>
          </ac:picMkLst>
        </pc:picChg>
        <pc:picChg chg="add mod">
          <ac:chgData name="仕明 張" userId="a807ee1b932df6c2" providerId="LiveId" clId="{82AF1F07-EA2B-4C9D-A90B-DBE7AA00116F}" dt="2025-03-18T03:18:07.026" v="1038" actId="1076"/>
          <ac:picMkLst>
            <pc:docMk/>
            <pc:sldMk cId="3006665140" sldId="261"/>
            <ac:picMk id="7" creationId="{F2AF50ED-3102-B2CF-808C-5661A35E12BC}"/>
          </ac:picMkLst>
        </pc:picChg>
      </pc:sldChg>
      <pc:sldChg chg="new del">
        <pc:chgData name="仕明 張" userId="a807ee1b932df6c2" providerId="LiveId" clId="{82AF1F07-EA2B-4C9D-A90B-DBE7AA00116F}" dt="2025-03-18T03:21:04.325" v="1407" actId="47"/>
        <pc:sldMkLst>
          <pc:docMk/>
          <pc:sldMk cId="428144202" sldId="262"/>
        </pc:sldMkLst>
      </pc:sldChg>
      <pc:sldChg chg="add">
        <pc:chgData name="仕明 張" userId="a807ee1b932df6c2" providerId="LiveId" clId="{82AF1F07-EA2B-4C9D-A90B-DBE7AA00116F}" dt="2025-03-18T03:21:02.994" v="1406"/>
        <pc:sldMkLst>
          <pc:docMk/>
          <pc:sldMk cId="3190844274" sldId="263"/>
        </pc:sldMkLst>
      </pc:sldChg>
    </pc:docChg>
  </pc:docChgLst>
  <pc:docChgLst>
    <pc:chgData name="仕明 張" userId="a807ee1b932df6c2" providerId="LiveId" clId="{BEBE251C-7599-4391-ABB1-20AC427F0AE6}"/>
    <pc:docChg chg="delSld modSld">
      <pc:chgData name="仕明 張" userId="a807ee1b932df6c2" providerId="LiveId" clId="{BEBE251C-7599-4391-ABB1-20AC427F0AE6}" dt="2025-03-13T06:24:14.409" v="15" actId="2696"/>
      <pc:docMkLst>
        <pc:docMk/>
      </pc:docMkLst>
      <pc:sldChg chg="modSp mod">
        <pc:chgData name="仕明 張" userId="a807ee1b932df6c2" providerId="LiveId" clId="{BEBE251C-7599-4391-ABB1-20AC427F0AE6}" dt="2025-03-13T06:24:09.239" v="14" actId="20577"/>
        <pc:sldMkLst>
          <pc:docMk/>
          <pc:sldMk cId="0" sldId="256"/>
        </pc:sldMkLst>
        <pc:spChg chg="mod">
          <ac:chgData name="仕明 張" userId="a807ee1b932df6c2" providerId="LiveId" clId="{BEBE251C-7599-4391-ABB1-20AC427F0AE6}" dt="2025-03-13T06:24:09.239" v="14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4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6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7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8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9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0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1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924347708" sldId="272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639790741" sldId="273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458689279" sldId="274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3259108623" sldId="27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390105728" sldId="276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22158295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2025/12/8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13</a:t>
            </a:r>
            <a:br>
              <a:rPr lang="en-US" altLang="zh-TW" dirty="0"/>
            </a:br>
            <a:r>
              <a:rPr lang="zh-TW" altLang="en-US" dirty="0"/>
              <a:t>使用者互動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[</a:t>
            </a:r>
            <a:r>
              <a:rPr lang="zh-TW" altLang="en-US" dirty="0"/>
              <a:t>通用</a:t>
            </a:r>
            <a:r>
              <a:rPr lang="en-US" altLang="zh-TW" dirty="0"/>
              <a:t>]</a:t>
            </a:r>
            <a:r>
              <a:rPr lang="zh-TW" altLang="en-US" dirty="0"/>
              <a:t>遊戲引擎功能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視覺與渲染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物理模擬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動畫系統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音效與音樂</a:t>
            </a:r>
            <a:endParaRPr lang="en-US" altLang="zh-TW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TW" altLang="en-US" b="1" u="sng" dirty="0">
                <a:solidFill>
                  <a:srgbClr val="00B050"/>
                </a:solidFill>
              </a:rPr>
              <a:t>使用者互動 </a:t>
            </a:r>
            <a:r>
              <a:rPr lang="en-US" altLang="zh-TW" b="1" u="sng" dirty="0">
                <a:solidFill>
                  <a:srgbClr val="00B050"/>
                </a:solidFill>
              </a:rPr>
              <a:t>(</a:t>
            </a:r>
            <a:r>
              <a:rPr lang="zh-TW" altLang="en-US" b="1" u="sng" dirty="0">
                <a:solidFill>
                  <a:srgbClr val="00B050"/>
                </a:solidFill>
              </a:rPr>
              <a:t>輸入</a:t>
            </a:r>
            <a:r>
              <a:rPr lang="en-US" altLang="zh-TW" b="1" u="sng" dirty="0">
                <a:solidFill>
                  <a:srgbClr val="00B050"/>
                </a:solidFill>
              </a:rPr>
              <a:t>&amp;</a:t>
            </a:r>
            <a:r>
              <a:rPr lang="zh-TW" altLang="en-US" b="1" u="sng" dirty="0">
                <a:solidFill>
                  <a:srgbClr val="00B050"/>
                </a:solidFill>
              </a:rPr>
              <a:t>回應</a:t>
            </a:r>
            <a:r>
              <a:rPr lang="en-US" altLang="zh-TW" b="1" u="sng" dirty="0">
                <a:solidFill>
                  <a:srgbClr val="00B050"/>
                </a:solidFill>
              </a:rPr>
              <a:t>)</a:t>
            </a:r>
          </a:p>
          <a:p>
            <a:r>
              <a:rPr lang="zh-TW" altLang="en-US" dirty="0"/>
              <a:t>使用者介面 </a:t>
            </a:r>
            <a:r>
              <a:rPr lang="en-US" altLang="zh-TW" dirty="0"/>
              <a:t>(UI)</a:t>
            </a:r>
          </a:p>
          <a:p>
            <a:r>
              <a:rPr lang="zh-TW" altLang="en-US" dirty="0"/>
              <a:t>場景與資源管理 </a:t>
            </a:r>
            <a:r>
              <a:rPr lang="en-US" altLang="zh-TW" dirty="0"/>
              <a:t>	</a:t>
            </a:r>
          </a:p>
          <a:p>
            <a:r>
              <a:rPr lang="zh-TW" altLang="en-US" dirty="0"/>
              <a:t>遊戲邏輯與腳本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使用者互動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遊戲與影片或其他媒介的不同，就是遊戲多了互動的部分，互動由兩塊組成，輸入 </a:t>
            </a:r>
            <a:r>
              <a:rPr lang="en-US" altLang="zh-TW" dirty="0"/>
              <a:t>&amp;</a:t>
            </a:r>
            <a:r>
              <a:rPr lang="zh-TW" altLang="en-US" dirty="0"/>
              <a:t> 輸出</a:t>
            </a:r>
            <a:r>
              <a:rPr lang="en-US" altLang="zh-TW" dirty="0"/>
              <a:t>(</a:t>
            </a:r>
            <a:r>
              <a:rPr lang="zh-TW" altLang="en-US" dirty="0"/>
              <a:t>回應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而</a:t>
            </a:r>
            <a:r>
              <a:rPr lang="zh-TW" altLang="en-US" b="1" u="sng" dirty="0"/>
              <a:t>輸出回饋</a:t>
            </a:r>
            <a:r>
              <a:rPr lang="zh-TW" altLang="en-US" dirty="0"/>
              <a:t>方面，可大致分為以下</a:t>
            </a:r>
            <a:endParaRPr lang="en-US" altLang="zh-TW" dirty="0"/>
          </a:p>
          <a:p>
            <a:pPr lvl="1"/>
            <a:r>
              <a:rPr lang="zh-TW" altLang="en-US" dirty="0"/>
              <a:t>視覺回饋</a:t>
            </a:r>
            <a:endParaRPr lang="en-US" altLang="zh-TW" dirty="0"/>
          </a:p>
          <a:p>
            <a:pPr lvl="1"/>
            <a:r>
              <a:rPr lang="zh-TW" altLang="en-US" dirty="0"/>
              <a:t>聽覺回饋</a:t>
            </a:r>
            <a:endParaRPr lang="en-US" altLang="zh-TW" dirty="0"/>
          </a:p>
          <a:p>
            <a:pPr lvl="1"/>
            <a:r>
              <a:rPr lang="zh-TW" altLang="en-US" dirty="0"/>
              <a:t>邏輯回饋 </a:t>
            </a:r>
            <a:r>
              <a:rPr lang="en-US" altLang="zh-TW" dirty="0"/>
              <a:t>:</a:t>
            </a:r>
            <a:r>
              <a:rPr lang="zh-TW" altLang="en-US" dirty="0"/>
              <a:t> 分數、等級、裝備等</a:t>
            </a:r>
            <a:endParaRPr lang="en-US" altLang="zh-TW" dirty="0"/>
          </a:p>
          <a:p>
            <a:pPr lvl="1"/>
            <a:r>
              <a:rPr lang="zh-TW" altLang="en-US" dirty="0"/>
              <a:t>觸覺回饋 </a:t>
            </a:r>
            <a:r>
              <a:rPr lang="en-US" altLang="zh-TW" dirty="0"/>
              <a:t>:</a:t>
            </a:r>
            <a:r>
              <a:rPr lang="zh-TW" altLang="en-US" dirty="0"/>
              <a:t> 控制器震動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可以思考一下，開槍打中敵人整體有幾種回饋</a:t>
            </a:r>
            <a:endParaRPr lang="en-US" altLang="zh-TW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使用者回應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視覺回饋</a:t>
            </a:r>
            <a:endParaRPr lang="en-US" altLang="zh-TW" dirty="0"/>
          </a:p>
          <a:p>
            <a:pPr lvl="1"/>
            <a:r>
              <a:rPr lang="zh-TW" altLang="en-US" dirty="0"/>
              <a:t>角色動作、特效、介面修改</a:t>
            </a:r>
            <a:endParaRPr lang="en-US" altLang="zh-TW" dirty="0"/>
          </a:p>
          <a:p>
            <a:r>
              <a:rPr lang="zh-TW" altLang="en-US" dirty="0"/>
              <a:t>聽覺回饋</a:t>
            </a:r>
            <a:endParaRPr lang="en-US" altLang="zh-TW" dirty="0"/>
          </a:p>
          <a:p>
            <a:pPr lvl="1"/>
            <a:r>
              <a:rPr lang="zh-TW" altLang="en-US" dirty="0"/>
              <a:t>播放聲音</a:t>
            </a:r>
            <a:endParaRPr lang="en-US" altLang="zh-TW" dirty="0"/>
          </a:p>
          <a:p>
            <a:r>
              <a:rPr lang="zh-TW" altLang="en-US" dirty="0"/>
              <a:t>邏輯回饋 </a:t>
            </a:r>
            <a:r>
              <a:rPr lang="en-US" altLang="zh-TW" dirty="0"/>
              <a:t>:</a:t>
            </a:r>
            <a:r>
              <a:rPr lang="zh-TW" altLang="en-US" dirty="0"/>
              <a:t> 分數、等級、裝備等</a:t>
            </a:r>
            <a:endParaRPr lang="en-US" altLang="zh-TW" dirty="0"/>
          </a:p>
          <a:p>
            <a:pPr lvl="1"/>
            <a:r>
              <a:rPr lang="zh-TW" altLang="en-US" dirty="0"/>
              <a:t>撰寫程式的方式製作改變「資料」，有需要也會更新介面</a:t>
            </a:r>
            <a:endParaRPr lang="en-US" altLang="zh-TW" dirty="0"/>
          </a:p>
          <a:p>
            <a:r>
              <a:rPr lang="zh-TW" altLang="en-US" dirty="0"/>
              <a:t>觸覺回饋 </a:t>
            </a:r>
            <a:r>
              <a:rPr lang="en-US" altLang="zh-TW" dirty="0"/>
              <a:t>:</a:t>
            </a:r>
            <a:r>
              <a:rPr lang="zh-TW" altLang="en-US" dirty="0"/>
              <a:t> 控制器震動</a:t>
            </a:r>
            <a:endParaRPr lang="en-US" altLang="zh-TW" dirty="0"/>
          </a:p>
          <a:p>
            <a:pPr lvl="1"/>
            <a:r>
              <a:rPr lang="zh-TW" altLang="en-US" dirty="0"/>
              <a:t>撰寫程式可達成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使用者輸入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鍵盤輸入</a:t>
            </a:r>
            <a:endParaRPr lang="en-US" altLang="zh-TW" dirty="0"/>
          </a:p>
          <a:p>
            <a:r>
              <a:rPr lang="zh-TW" altLang="en-US" dirty="0"/>
              <a:t>滑鼠輸入</a:t>
            </a:r>
            <a:endParaRPr lang="en-US" altLang="zh-TW" dirty="0"/>
          </a:p>
          <a:p>
            <a:r>
              <a:rPr lang="zh-TW" altLang="en-US" dirty="0"/>
              <a:t>觸控輸入 </a:t>
            </a:r>
            <a:r>
              <a:rPr lang="en-US" altLang="zh-TW" dirty="0"/>
              <a:t>(</a:t>
            </a:r>
            <a:r>
              <a:rPr lang="zh-TW" altLang="en-US" dirty="0"/>
              <a:t>手機、平板等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控制器輸入 </a:t>
            </a:r>
            <a:r>
              <a:rPr lang="en-US" altLang="zh-TW" dirty="0"/>
              <a:t>(</a:t>
            </a:r>
            <a:r>
              <a:rPr lang="zh-TW" altLang="en-US" dirty="0"/>
              <a:t>手把、大搖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VR</a:t>
            </a:r>
            <a:r>
              <a:rPr lang="zh-TW" altLang="en-US" dirty="0"/>
              <a:t>、</a:t>
            </a:r>
            <a:r>
              <a:rPr lang="en-US" altLang="zh-TW" dirty="0"/>
              <a:t>AR</a:t>
            </a:r>
            <a:r>
              <a:rPr lang="zh-TW" altLang="en-US" dirty="0"/>
              <a:t>設備相關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Unity</a:t>
            </a:r>
            <a:r>
              <a:rPr lang="zh-TW" altLang="en-US" dirty="0"/>
              <a:t>的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zh-TW" altLang="en-US" dirty="0"/>
              <a:t>個輸入系統</a:t>
            </a:r>
            <a:endParaRPr lang="en-US" altLang="zh-TW" dirty="0"/>
          </a:p>
          <a:p>
            <a:pPr lvl="1"/>
            <a:r>
              <a:rPr lang="zh-TW" altLang="en-US" dirty="0"/>
              <a:t>傳統輸入</a:t>
            </a:r>
            <a:endParaRPr lang="en-US" altLang="zh-TW" dirty="0"/>
          </a:p>
          <a:p>
            <a:pPr lvl="1"/>
            <a:r>
              <a:rPr lang="en-US" altLang="zh-TW" dirty="0"/>
              <a:t>Input Manager (</a:t>
            </a:r>
            <a:r>
              <a:rPr lang="zh-TW" altLang="en-US" dirty="0"/>
              <a:t>輸入管理器、舊版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Input System (</a:t>
            </a:r>
            <a:r>
              <a:rPr lang="zh-TW" altLang="en-US" dirty="0"/>
              <a:t>輸入系統、新版</a:t>
            </a:r>
            <a:r>
              <a:rPr lang="en-US" altLang="zh-TW" dirty="0"/>
              <a:t>)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遊戲迴圈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/>
              <a:t>while(true)</a:t>
            </a:r>
            <a:r>
              <a:rPr lang="zh-TW" altLang="en-US" dirty="0"/>
              <a:t> </a:t>
            </a:r>
            <a:r>
              <a:rPr lang="en-US" altLang="zh-TW" dirty="0"/>
              <a:t>//</a:t>
            </a:r>
            <a:r>
              <a:rPr lang="zh-TW" altLang="en-US" dirty="0"/>
              <a:t>迴圈</a:t>
            </a:r>
            <a:endParaRPr lang="en-US" altLang="zh-TW" dirty="0"/>
          </a:p>
          <a:p>
            <a:pPr>
              <a:buNone/>
            </a:pPr>
            <a:r>
              <a:rPr lang="en-US" altLang="zh-TW" dirty="0"/>
              <a:t>{</a:t>
            </a:r>
          </a:p>
          <a:p>
            <a:pPr>
              <a:buNone/>
            </a:pPr>
            <a:r>
              <a:rPr lang="en-US" altLang="zh-TW" dirty="0"/>
              <a:t>	</a:t>
            </a:r>
            <a:r>
              <a:rPr lang="zh-TW" altLang="en-US" dirty="0">
                <a:solidFill>
                  <a:srgbClr val="0070C0"/>
                </a:solidFill>
              </a:rPr>
              <a:t> </a:t>
            </a:r>
            <a:r>
              <a:rPr lang="zh-TW" altLang="en-US" b="1" u="sng" dirty="0">
                <a:solidFill>
                  <a:srgbClr val="0070C0"/>
                </a:solidFill>
              </a:rPr>
              <a:t>接受玩家輸入</a:t>
            </a:r>
            <a:r>
              <a:rPr lang="en-US" altLang="zh-TW" b="1" u="sng" dirty="0">
                <a:solidFill>
                  <a:srgbClr val="0070C0"/>
                </a:solidFill>
              </a:rPr>
              <a:t>;</a:t>
            </a:r>
          </a:p>
          <a:p>
            <a:pPr>
              <a:buNone/>
            </a:pPr>
            <a:r>
              <a:rPr lang="en-US" altLang="zh-TW" dirty="0"/>
              <a:t>   </a:t>
            </a:r>
            <a:r>
              <a:rPr lang="zh-TW" altLang="en-US" dirty="0"/>
              <a:t>處理遊戲邏輯</a:t>
            </a:r>
            <a:r>
              <a:rPr lang="en-US" altLang="zh-TW" dirty="0"/>
              <a:t>;</a:t>
            </a:r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r>
              <a:rPr lang="en-US" altLang="zh-TW" dirty="0"/>
              <a:t>	</a:t>
            </a:r>
            <a:r>
              <a:rPr lang="zh-TW" altLang="en-US" dirty="0"/>
              <a:t>渲染遊戲畫面</a:t>
            </a:r>
            <a:r>
              <a:rPr lang="en-US" altLang="zh-TW" dirty="0"/>
              <a:t>;</a:t>
            </a:r>
          </a:p>
          <a:p>
            <a:pPr>
              <a:buNone/>
            </a:pPr>
            <a:r>
              <a:rPr lang="en-US" altLang="zh-TW" dirty="0"/>
              <a:t>	</a:t>
            </a:r>
            <a:r>
              <a:rPr lang="zh-TW" altLang="en-US" dirty="0"/>
              <a:t>等待</a:t>
            </a:r>
            <a:r>
              <a:rPr lang="en-US" altLang="zh-TW" dirty="0"/>
              <a:t>;</a:t>
            </a:r>
          </a:p>
          <a:p>
            <a:pPr>
              <a:buNone/>
            </a:pPr>
            <a:r>
              <a:rPr lang="en-US" altLang="zh-TW" dirty="0"/>
              <a:t>}</a:t>
            </a: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使用者輸入 </a:t>
            </a:r>
            <a:r>
              <a:rPr lang="en-US" altLang="zh-TW" dirty="0"/>
              <a:t>(</a:t>
            </a:r>
            <a:r>
              <a:rPr lang="zh-TW" altLang="en-US" dirty="0"/>
              <a:t>鍵盤 </a:t>
            </a:r>
            <a:r>
              <a:rPr lang="en-US" altLang="zh-TW" dirty="0"/>
              <a:t>&amp;</a:t>
            </a:r>
            <a:r>
              <a:rPr lang="zh-TW" altLang="en-US" dirty="0"/>
              <a:t> 手把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XXXUp</a:t>
            </a:r>
            <a:r>
              <a:rPr lang="en-US" altLang="zh-TW" dirty="0"/>
              <a:t> </a:t>
            </a:r>
            <a:r>
              <a:rPr lang="zh-TW" altLang="en-US"/>
              <a:t>： 放開</a:t>
            </a:r>
            <a:r>
              <a:rPr lang="zh-TW" altLang="en-US" dirty="0"/>
              <a:t>按鈕的瞬間</a:t>
            </a:r>
            <a:endParaRPr lang="en-US" altLang="zh-TW" dirty="0"/>
          </a:p>
          <a:p>
            <a:r>
              <a:rPr lang="en-US" altLang="zh-TW" dirty="0" err="1"/>
              <a:t>XXXDown</a:t>
            </a:r>
            <a:r>
              <a:rPr lang="en-US" altLang="zh-TW" dirty="0"/>
              <a:t> :</a:t>
            </a:r>
            <a:r>
              <a:rPr lang="zh-TW" altLang="en-US" dirty="0"/>
              <a:t>按下按鈕的瞬間</a:t>
            </a:r>
            <a:endParaRPr lang="en-US" altLang="zh-TW" dirty="0"/>
          </a:p>
          <a:p>
            <a:r>
              <a:rPr lang="en-US" altLang="zh-TW" dirty="0"/>
              <a:t>XXX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按住按鈕的時間 </a:t>
            </a:r>
            <a:r>
              <a:rPr lang="en-US" altLang="zh-TW" dirty="0"/>
              <a:t>(</a:t>
            </a:r>
            <a:r>
              <a:rPr lang="zh-TW" altLang="en-US" dirty="0"/>
              <a:t>連續觸發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KeyCode</a:t>
            </a:r>
            <a:r>
              <a:rPr lang="zh-TW" altLang="en-US" dirty="0"/>
              <a:t>：按鍵</a:t>
            </a:r>
            <a:endParaRPr lang="en-US" altLang="zh-TW" dirty="0"/>
          </a:p>
          <a:p>
            <a:pPr lvl="1"/>
            <a:r>
              <a:rPr lang="zh-TW" altLang="en-US" dirty="0"/>
              <a:t>有鍵盤、手把、滑鼠按鍵等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962400"/>
            <a:ext cx="5874011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使用者輸入 </a:t>
            </a:r>
            <a:r>
              <a:rPr lang="en-US" altLang="zh-TW" dirty="0"/>
              <a:t>(</a:t>
            </a:r>
            <a:r>
              <a:rPr lang="zh-TW" altLang="en-US" dirty="0"/>
              <a:t>滑鼠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886200"/>
            <a:ext cx="8229600" cy="2688336"/>
          </a:xfrm>
        </p:spPr>
        <p:txBody>
          <a:bodyPr/>
          <a:lstStyle/>
          <a:p>
            <a:r>
              <a:rPr lang="zh-TW" altLang="en-US" dirty="0"/>
              <a:t>一樣有</a:t>
            </a:r>
            <a:r>
              <a:rPr lang="en-US" altLang="zh-TW" dirty="0"/>
              <a:t>Down/Up/</a:t>
            </a:r>
            <a:r>
              <a:rPr lang="zh-TW" altLang="en-US" dirty="0"/>
              <a:t>一般三種</a:t>
            </a:r>
            <a:endParaRPr lang="en-US" altLang="zh-TW" dirty="0"/>
          </a:p>
          <a:p>
            <a:r>
              <a:rPr lang="zh-TW" altLang="en-US" dirty="0"/>
              <a:t>數字 </a:t>
            </a:r>
            <a:r>
              <a:rPr lang="en-US" altLang="zh-TW" dirty="0"/>
              <a:t>0=</a:t>
            </a:r>
            <a:r>
              <a:rPr lang="zh-TW" altLang="en-US" dirty="0"/>
              <a:t>左鍵、</a:t>
            </a:r>
            <a:r>
              <a:rPr lang="en-US" altLang="zh-TW" dirty="0"/>
              <a:t>1=</a:t>
            </a:r>
            <a:r>
              <a:rPr lang="zh-TW" altLang="en-US" dirty="0"/>
              <a:t>右鍵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可以獲得滑鼠指標的位置 以及 瞬間移動量 </a:t>
            </a:r>
            <a:r>
              <a:rPr lang="en-US" altLang="zh-TW" dirty="0"/>
              <a:t>(delta)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362200"/>
            <a:ext cx="570706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使用者輸入 </a:t>
            </a:r>
            <a:r>
              <a:rPr lang="en-US" altLang="zh-TW" dirty="0"/>
              <a:t>(</a:t>
            </a:r>
            <a:r>
              <a:rPr lang="zh-TW" altLang="en-US" dirty="0"/>
              <a:t>觸控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971800"/>
            <a:ext cx="8229600" cy="3602736"/>
          </a:xfrm>
        </p:spPr>
        <p:txBody>
          <a:bodyPr/>
          <a:lstStyle/>
          <a:p>
            <a:r>
              <a:rPr lang="zh-TW" altLang="en-US" dirty="0"/>
              <a:t>這邊的邏輯稍微不同，是用不同階段來控制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數字</a:t>
            </a:r>
            <a:r>
              <a:rPr lang="en-US" altLang="zh-TW" dirty="0"/>
              <a:t>0</a:t>
            </a:r>
            <a:r>
              <a:rPr lang="zh-TW" altLang="en-US" dirty="0"/>
              <a:t> </a:t>
            </a:r>
            <a:r>
              <a:rPr lang="en-US" altLang="zh-TW" dirty="0"/>
              <a:t>=</a:t>
            </a:r>
            <a:r>
              <a:rPr lang="zh-TW" altLang="en-US" dirty="0"/>
              <a:t> 第一個觸控的手指</a:t>
            </a:r>
            <a:endParaRPr lang="en-US" altLang="zh-TW" dirty="0"/>
          </a:p>
          <a:p>
            <a:pPr lvl="1"/>
            <a:r>
              <a:rPr lang="zh-TW" altLang="en-US" dirty="0"/>
              <a:t>可以寫多點觸控，通常較為複雜</a:t>
            </a:r>
            <a:endParaRPr lang="en-US" altLang="zh-TW" dirty="0"/>
          </a:p>
          <a:p>
            <a:r>
              <a:rPr lang="zh-TW" altLang="en-US" dirty="0"/>
              <a:t>一樣可以查詢各種資訊</a:t>
            </a:r>
            <a:endParaRPr lang="en-US" altLang="zh-TW" dirty="0"/>
          </a:p>
          <a:p>
            <a:pPr lvl="1"/>
            <a:r>
              <a:rPr lang="zh-TW" altLang="en-US" dirty="0"/>
              <a:t>位置、位置變化、觸控時間</a:t>
            </a:r>
            <a:r>
              <a:rPr lang="en-US" altLang="zh-TW" dirty="0"/>
              <a:t>..</a:t>
            </a:r>
          </a:p>
          <a:p>
            <a:pPr lvl="1"/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pPr>
              <a:buNone/>
            </a:pP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209800"/>
            <a:ext cx="5973763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0" y="1447800"/>
            <a:ext cx="2781300" cy="1453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使用者輸入 </a:t>
            </a:r>
            <a:r>
              <a:rPr lang="en-US" altLang="zh-TW" dirty="0"/>
              <a:t>(</a:t>
            </a:r>
            <a:r>
              <a:rPr lang="zh-TW" altLang="en-US" dirty="0"/>
              <a:t>手把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由於手把有很多種類，所以按鈕的部分是用</a:t>
            </a:r>
            <a:r>
              <a:rPr lang="en-US" altLang="zh-TW" dirty="0"/>
              <a:t>0~19</a:t>
            </a:r>
            <a:r>
              <a:rPr lang="zh-TW" altLang="en-US" dirty="0"/>
              <a:t>來標記，相關對應按鈕請自行查詢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另外部分按鈕可得到一個</a:t>
            </a:r>
            <a:r>
              <a:rPr lang="en-US" altLang="zh-TW" dirty="0"/>
              <a:t> 0.0~1.0</a:t>
            </a:r>
            <a:r>
              <a:rPr lang="zh-TW" altLang="en-US" dirty="0"/>
              <a:t>的數字</a:t>
            </a:r>
            <a:endParaRPr lang="en-US" altLang="zh-TW" dirty="0"/>
          </a:p>
          <a:p>
            <a:pPr lvl="1"/>
            <a:r>
              <a:rPr lang="zh-TW" altLang="en-US" dirty="0"/>
              <a:t>左搖桿</a:t>
            </a:r>
            <a:endParaRPr lang="en-US" altLang="zh-TW" dirty="0"/>
          </a:p>
          <a:p>
            <a:pPr lvl="1"/>
            <a:r>
              <a:rPr lang="zh-TW" altLang="en-US" dirty="0"/>
              <a:t>最後方</a:t>
            </a:r>
            <a:r>
              <a:rPr lang="en-US" altLang="zh-TW" dirty="0"/>
              <a:t>LT/RT (L2/R2)</a:t>
            </a:r>
            <a:r>
              <a:rPr lang="zh-TW" altLang="en-US" dirty="0"/>
              <a:t>按鈕</a:t>
            </a:r>
            <a:endParaRPr lang="en-US" altLang="zh-TW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3352800"/>
            <a:ext cx="2286000" cy="142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3352800"/>
            <a:ext cx="1993396" cy="144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71327" y="3276600"/>
            <a:ext cx="2086673" cy="147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 descr="手把我比較不擔心，只希望主機首發能搶到！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10400" y="3200400"/>
            <a:ext cx="1766524" cy="17430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使用者輸入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以上所有內容 </a:t>
            </a:r>
            <a:r>
              <a:rPr lang="en-US" altLang="zh-TW" dirty="0"/>
              <a:t>&amp;</a:t>
            </a:r>
            <a:r>
              <a:rPr lang="zh-TW" altLang="en-US" dirty="0"/>
              <a:t> 這一段內容都是 </a:t>
            </a:r>
            <a:r>
              <a:rPr lang="en-US" altLang="zh-TW" dirty="0"/>
              <a:t>Input Manager (</a:t>
            </a:r>
            <a:r>
              <a:rPr lang="zh-TW" altLang="en-US" dirty="0"/>
              <a:t>輸入管理器、舊版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由於現在跨平台遊戲較多，電腦玩家也開始喜歡用手把玩遊戲。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990600" y="4343400"/>
            <a:ext cx="1676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鍵盤：</a:t>
            </a:r>
            <a:r>
              <a:rPr lang="en-US" altLang="zh-TW" dirty="0"/>
              <a:t>ESC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990600" y="5040868"/>
            <a:ext cx="1676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滑鼠：右鍵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990600" y="5867400"/>
            <a:ext cx="1676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手把：</a:t>
            </a:r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990600" y="6248400"/>
            <a:ext cx="1676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手把：</a:t>
            </a:r>
            <a:r>
              <a:rPr lang="en-US" altLang="zh-TW" dirty="0"/>
              <a:t>O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6324600" y="5105400"/>
            <a:ext cx="167640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取消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3581400" y="5105400"/>
            <a:ext cx="16764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????</a:t>
            </a:r>
            <a:endParaRPr lang="zh-TW" altLang="en-US" dirty="0"/>
          </a:p>
        </p:txBody>
      </p:sp>
      <p:cxnSp>
        <p:nvCxnSpPr>
          <p:cNvPr id="11" name="直線單箭頭接點 10"/>
          <p:cNvCxnSpPr>
            <a:stCxn id="4" idx="3"/>
            <a:endCxn id="9" idx="1"/>
          </p:cNvCxnSpPr>
          <p:nvPr/>
        </p:nvCxnSpPr>
        <p:spPr>
          <a:xfrm>
            <a:off x="2667000" y="4528066"/>
            <a:ext cx="914400" cy="76200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5" idx="3"/>
            <a:endCxn id="9" idx="1"/>
          </p:cNvCxnSpPr>
          <p:nvPr/>
        </p:nvCxnSpPr>
        <p:spPr>
          <a:xfrm>
            <a:off x="2667000" y="5225534"/>
            <a:ext cx="914400" cy="64532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endCxn id="9" idx="1"/>
          </p:cNvCxnSpPr>
          <p:nvPr/>
        </p:nvCxnSpPr>
        <p:spPr>
          <a:xfrm rot="5400000" flipH="1" flipV="1">
            <a:off x="2645033" y="5312033"/>
            <a:ext cx="958334" cy="91440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9" idx="3"/>
            <a:endCxn id="8" idx="1"/>
          </p:cNvCxnSpPr>
          <p:nvPr/>
        </p:nvCxnSpPr>
        <p:spPr>
          <a:xfrm>
            <a:off x="5257800" y="5290066"/>
            <a:ext cx="1066800" cy="1588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FDF5936D-D30E-85D3-7941-10FD1D3C2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3200" y="611271"/>
            <a:ext cx="2286000" cy="142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3">
            <a:extLst>
              <a:ext uri="{FF2B5EF4-FFF2-40B4-BE49-F238E27FC236}">
                <a16:creationId xmlns:a16="http://schemas.microsoft.com/office/drawing/2014/main" id="{BCAFF538-7CCD-4DE1-BCB7-8C1132859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611271"/>
            <a:ext cx="1993396" cy="144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</a:t>
            </a:r>
            <a:r>
              <a:rPr lang="zh-TW" altLang="en-US" dirty="0"/>
              <a:t> </a:t>
            </a:r>
            <a:r>
              <a:rPr lang="en-US" altLang="zh-TW" dirty="0"/>
              <a:t>Manager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舊版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5486400" cy="4325112"/>
          </a:xfrm>
        </p:spPr>
        <p:txBody>
          <a:bodyPr/>
          <a:lstStyle/>
          <a:p>
            <a:r>
              <a:rPr lang="en-US" altLang="zh-TW" dirty="0"/>
              <a:t>Edit &gt; Project</a:t>
            </a:r>
            <a:r>
              <a:rPr lang="zh-TW" altLang="en-US" dirty="0"/>
              <a:t> </a:t>
            </a:r>
            <a:r>
              <a:rPr lang="en-US" altLang="zh-TW" dirty="0"/>
              <a:t>Setting &gt;</a:t>
            </a:r>
            <a:r>
              <a:rPr lang="zh-TW" altLang="en-US" dirty="0"/>
              <a:t> 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                         找</a:t>
            </a:r>
            <a:r>
              <a:rPr lang="en-US" altLang="zh-TW" dirty="0"/>
              <a:t>Input Manager</a:t>
            </a:r>
          </a:p>
          <a:p>
            <a:endParaRPr lang="en-US" altLang="zh-TW" dirty="0"/>
          </a:p>
          <a:p>
            <a:r>
              <a:rPr lang="zh-TW" altLang="en-US" dirty="0"/>
              <a:t>這邊可以看到</a:t>
            </a:r>
            <a:r>
              <a:rPr lang="en-US" altLang="zh-TW" dirty="0"/>
              <a:t>(</a:t>
            </a:r>
            <a:r>
              <a:rPr lang="zh-TW" altLang="en-US" dirty="0"/>
              <a:t>小於</a:t>
            </a:r>
            <a:r>
              <a:rPr lang="en-US" altLang="zh-TW" dirty="0"/>
              <a:t>)30</a:t>
            </a:r>
            <a:r>
              <a:rPr lang="zh-TW" altLang="en-US" dirty="0"/>
              <a:t>種不同的行為 </a:t>
            </a:r>
            <a:r>
              <a:rPr lang="en-US" altLang="zh-TW" dirty="0"/>
              <a:t>&amp;</a:t>
            </a:r>
            <a:r>
              <a:rPr lang="zh-TW" altLang="en-US" dirty="0"/>
              <a:t> 顯示的名稱，你甚至可以自行撰寫</a:t>
            </a:r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0" y="762000"/>
            <a:ext cx="2635725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</a:t>
            </a:r>
            <a:r>
              <a:rPr lang="zh-TW" altLang="en-US" dirty="0"/>
              <a:t> </a:t>
            </a:r>
            <a:r>
              <a:rPr lang="en-US" altLang="zh-TW" dirty="0"/>
              <a:t>Manager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舊版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876800" cy="4325112"/>
          </a:xfrm>
        </p:spPr>
        <p:txBody>
          <a:bodyPr/>
          <a:lstStyle/>
          <a:p>
            <a:r>
              <a:rPr lang="zh-TW" altLang="en-US" dirty="0"/>
              <a:t>以</a:t>
            </a:r>
            <a:r>
              <a:rPr lang="en-US" altLang="zh-TW" dirty="0"/>
              <a:t>Fire1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名稱</a:t>
            </a:r>
            <a:r>
              <a:rPr lang="en-US" altLang="zh-TW" dirty="0"/>
              <a:t>)</a:t>
            </a:r>
            <a:r>
              <a:rPr lang="zh-TW" altLang="en-US" dirty="0"/>
              <a:t>為例，這些都可以觸發</a:t>
            </a:r>
            <a:endParaRPr lang="en-US" altLang="zh-TW" dirty="0"/>
          </a:p>
          <a:p>
            <a:pPr lvl="1"/>
            <a:r>
              <a:rPr lang="zh-TW" altLang="en-US" dirty="0"/>
              <a:t>鍵盤按鈕 左</a:t>
            </a:r>
            <a:r>
              <a:rPr lang="en-US" altLang="zh-TW" dirty="0"/>
              <a:t>ctrl</a:t>
            </a:r>
          </a:p>
          <a:p>
            <a:pPr lvl="1"/>
            <a:r>
              <a:rPr lang="zh-TW" altLang="en-US" dirty="0"/>
              <a:t>滑鼠左鍵</a:t>
            </a:r>
            <a:endParaRPr lang="en-US" altLang="zh-TW" dirty="0"/>
          </a:p>
          <a:p>
            <a:pPr lvl="1"/>
            <a:r>
              <a:rPr lang="zh-TW" altLang="en-US" dirty="0"/>
              <a:t>手把按鈕 </a:t>
            </a:r>
            <a:r>
              <a:rPr lang="en-US" altLang="zh-TW" dirty="0"/>
              <a:t>0</a:t>
            </a:r>
          </a:p>
          <a:p>
            <a:endParaRPr lang="en-US" altLang="zh-TW" dirty="0"/>
          </a:p>
          <a:p>
            <a:r>
              <a:rPr lang="zh-TW" altLang="en-US" dirty="0"/>
              <a:t>此時在程式中就可以改為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619978"/>
            <a:ext cx="361818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3286978"/>
            <a:ext cx="3581400" cy="2732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5486400"/>
            <a:ext cx="49911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 System (</a:t>
            </a:r>
            <a:r>
              <a:rPr lang="zh-TW" altLang="en-US" dirty="0"/>
              <a:t>輸入系統、新版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這是</a:t>
            </a:r>
            <a:r>
              <a:rPr lang="en-US" altLang="zh-TW" dirty="0"/>
              <a:t>Unity</a:t>
            </a:r>
            <a:r>
              <a:rPr lang="zh-TW" altLang="en-US" dirty="0"/>
              <a:t>目前主推的新板，使用「</a:t>
            </a:r>
            <a:r>
              <a:rPr lang="en-US" altLang="zh-TW" dirty="0"/>
              <a:t>Action-based</a:t>
            </a:r>
            <a:r>
              <a:rPr lang="zh-TW" altLang="en-US" dirty="0"/>
              <a:t>」設計，可支援多種裝置與複雜輸入。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6000</a:t>
            </a:r>
            <a:r>
              <a:rPr lang="zh-TW" altLang="en-US" dirty="0"/>
              <a:t>版本中，會預設開啟</a:t>
            </a:r>
            <a:endParaRPr lang="en-US" altLang="zh-TW" dirty="0"/>
          </a:p>
          <a:p>
            <a:r>
              <a:rPr lang="zh-TW" altLang="en-US" dirty="0"/>
              <a:t>在舊版本中，必須去</a:t>
            </a:r>
            <a:r>
              <a:rPr lang="en-US" altLang="zh-TW" dirty="0"/>
              <a:t>Package Manager</a:t>
            </a:r>
            <a:r>
              <a:rPr lang="zh-TW" altLang="en-US" dirty="0"/>
              <a:t>中安裝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安裝完成後建立一些設定檔案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sz="4000" dirty="0"/>
              <a:t>Input System (</a:t>
            </a:r>
            <a:r>
              <a:rPr lang="zh-TW" altLang="en-US" sz="4000" dirty="0"/>
              <a:t>輸入系統、新版</a:t>
            </a:r>
            <a:r>
              <a:rPr lang="en-US" altLang="zh-TW" sz="4000" dirty="0"/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使用「</a:t>
            </a:r>
            <a:r>
              <a:rPr lang="en-US" altLang="zh-TW" dirty="0"/>
              <a:t>Action-based</a:t>
            </a:r>
            <a:r>
              <a:rPr lang="zh-TW" altLang="en-US" dirty="0"/>
              <a:t>」設計，可支援多種裝置與複雜輸入。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dirty="0"/>
              <a:t>Action（</a:t>
            </a:r>
            <a:r>
              <a:rPr lang="zh-TW" altLang="en-US" dirty="0"/>
              <a:t>動作）</a:t>
            </a:r>
            <a:endParaRPr lang="en-US" altLang="zh-TW" dirty="0"/>
          </a:p>
          <a:p>
            <a:r>
              <a:rPr lang="en-US" dirty="0"/>
              <a:t>Binding（</a:t>
            </a:r>
            <a:r>
              <a:rPr lang="zh-TW" altLang="en-US" dirty="0"/>
              <a:t>綁定）</a:t>
            </a:r>
            <a:endParaRPr lang="en-US" altLang="zh-TW" dirty="0"/>
          </a:p>
          <a:p>
            <a:r>
              <a:rPr lang="en-US" dirty="0"/>
              <a:t>Action Map（</a:t>
            </a:r>
            <a:r>
              <a:rPr lang="zh-TW" altLang="en-US" dirty="0"/>
              <a:t>動作組）</a:t>
            </a:r>
            <a:endParaRPr lang="en-US" altLang="zh-TW" dirty="0"/>
          </a:p>
          <a:p>
            <a:r>
              <a:rPr lang="en-US" dirty="0"/>
              <a:t>Control Scheme（</a:t>
            </a:r>
            <a:r>
              <a:rPr lang="zh-TW" altLang="en-US" dirty="0"/>
              <a:t>控制方案）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 System (</a:t>
            </a:r>
            <a:r>
              <a:rPr lang="zh-TW" altLang="en-US" dirty="0"/>
              <a:t>輸入系統、新版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Action Map（</a:t>
            </a:r>
            <a:r>
              <a:rPr lang="zh-TW" altLang="en-US" b="1" dirty="0"/>
              <a:t>動作組）</a:t>
            </a:r>
            <a:endParaRPr lang="en-US" altLang="zh-TW" b="1" dirty="0"/>
          </a:p>
          <a:p>
            <a:r>
              <a:rPr lang="zh-TW" altLang="en-US" dirty="0"/>
              <a:t>把一組相關動作歸類在一起。</a:t>
            </a:r>
            <a:br>
              <a:rPr lang="zh-TW" altLang="en-US" dirty="0"/>
            </a:br>
            <a:r>
              <a:rPr lang="zh-TW" altLang="en-US" dirty="0"/>
              <a:t>例如：</a:t>
            </a:r>
          </a:p>
          <a:p>
            <a:pPr lvl="1"/>
            <a:r>
              <a:rPr lang="en-US" altLang="zh-TW" dirty="0"/>
              <a:t>Player</a:t>
            </a:r>
            <a:r>
              <a:rPr lang="zh-TW" altLang="en-US" dirty="0"/>
              <a:t>（移動、跳躍、攻擊）</a:t>
            </a:r>
          </a:p>
          <a:p>
            <a:pPr lvl="1"/>
            <a:r>
              <a:rPr lang="en-US" altLang="zh-TW" dirty="0"/>
              <a:t>UI</a:t>
            </a:r>
            <a:r>
              <a:rPr lang="zh-TW" altLang="en-US" dirty="0"/>
              <a:t>（確認、取消、導覽）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4800600"/>
            <a:ext cx="239077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 sz="4000" dirty="0"/>
              <a:t>Input System (</a:t>
            </a:r>
            <a:r>
              <a:rPr lang="zh-TW" altLang="en-US" sz="4000" dirty="0"/>
              <a:t>輸入系統、新版</a:t>
            </a:r>
            <a:r>
              <a:rPr lang="en-US" altLang="zh-TW" sz="4000" dirty="0"/>
              <a:t>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Action</a:t>
            </a:r>
            <a:r>
              <a:rPr lang="zh-TW" altLang="en-US" b="1" dirty="0"/>
              <a:t> </a:t>
            </a:r>
            <a:r>
              <a:rPr lang="en-US" altLang="zh-TW" b="1" dirty="0"/>
              <a:t>(</a:t>
            </a:r>
            <a:r>
              <a:rPr lang="zh-TW" altLang="en-US" b="1" dirty="0"/>
              <a:t>動作</a:t>
            </a:r>
            <a:r>
              <a:rPr lang="en-US" altLang="zh-TW" b="1" dirty="0"/>
              <a:t>)</a:t>
            </a:r>
          </a:p>
          <a:p>
            <a:r>
              <a:rPr lang="zh-TW" altLang="en-US" dirty="0"/>
              <a:t>代表玩家想做的事。</a:t>
            </a:r>
            <a:endParaRPr lang="en-US" altLang="zh-TW" dirty="0"/>
          </a:p>
          <a:p>
            <a:pPr>
              <a:buNone/>
            </a:pPr>
            <a:r>
              <a:rPr lang="zh-TW" altLang="en-US" dirty="0"/>
              <a:t>   例如：</a:t>
            </a:r>
            <a:endParaRPr lang="en-US" altLang="zh-TW" dirty="0"/>
          </a:p>
          <a:p>
            <a:pPr lvl="1"/>
            <a:r>
              <a:rPr lang="en-US" dirty="0"/>
              <a:t>Move（</a:t>
            </a:r>
            <a:r>
              <a:rPr lang="zh-TW" altLang="en-US" dirty="0"/>
              <a:t>移動）</a:t>
            </a:r>
          </a:p>
          <a:p>
            <a:pPr lvl="1"/>
            <a:r>
              <a:rPr lang="en-US" dirty="0"/>
              <a:t>Jump（</a:t>
            </a:r>
            <a:r>
              <a:rPr lang="zh-TW" altLang="en-US" dirty="0"/>
              <a:t>跳躍）</a:t>
            </a:r>
          </a:p>
          <a:p>
            <a:pPr lvl="1"/>
            <a:r>
              <a:rPr lang="en-US" dirty="0"/>
              <a:t>Fire（</a:t>
            </a:r>
            <a:r>
              <a:rPr lang="zh-TW" altLang="en-US" dirty="0"/>
              <a:t>開火）</a:t>
            </a:r>
          </a:p>
          <a:p>
            <a:pPr lvl="1"/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3657600"/>
            <a:ext cx="476680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 System (</a:t>
            </a:r>
            <a:r>
              <a:rPr lang="zh-TW" altLang="en-US" dirty="0"/>
              <a:t>輸入系統、新版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Binding</a:t>
            </a:r>
            <a:r>
              <a:rPr lang="zh-TW" altLang="en-US" b="1" dirty="0"/>
              <a:t>（綁定）</a:t>
            </a:r>
          </a:p>
          <a:p>
            <a:r>
              <a:rPr lang="zh-TW" altLang="en-US" dirty="0"/>
              <a:t>定義「哪個輸入裝置的按鍵」觸發這個動作。</a:t>
            </a:r>
            <a:br>
              <a:rPr lang="zh-TW" altLang="en-US" dirty="0"/>
            </a:br>
            <a:r>
              <a:rPr lang="zh-TW" altLang="en-US" dirty="0"/>
              <a:t>以範例來說，攻擊被綁定至：</a:t>
            </a:r>
          </a:p>
          <a:p>
            <a:pPr lvl="1"/>
            <a:r>
              <a:rPr lang="zh-TW" altLang="en-US" dirty="0"/>
              <a:t>手把左按鍵、滑鼠左鍵、鍵盤的</a:t>
            </a:r>
            <a:r>
              <a:rPr lang="en-US" altLang="zh-TW" dirty="0"/>
              <a:t>Enter</a:t>
            </a:r>
          </a:p>
          <a:p>
            <a:pPr lvl="1"/>
            <a:r>
              <a:rPr lang="zh-TW" altLang="en-US" dirty="0"/>
              <a:t>搖桿的某個按鈕、觸控第一個點</a:t>
            </a:r>
            <a:endParaRPr lang="en-US" altLang="zh-TW" dirty="0"/>
          </a:p>
          <a:p>
            <a:pPr lvl="1"/>
            <a:r>
              <a:rPr lang="en-US" altLang="zh-TW" dirty="0"/>
              <a:t>XR</a:t>
            </a:r>
            <a:r>
              <a:rPr lang="zh-TW" altLang="en-US" dirty="0"/>
              <a:t>的主按鈕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7287" y="5153025"/>
            <a:ext cx="6640513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 System (</a:t>
            </a:r>
            <a:r>
              <a:rPr lang="zh-TW" altLang="en-US" dirty="0"/>
              <a:t>輸入系統、新版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Control Scheme</a:t>
            </a:r>
            <a:r>
              <a:rPr lang="zh-TW" altLang="en-US" b="1" dirty="0"/>
              <a:t>（控制方案）</a:t>
            </a:r>
          </a:p>
          <a:p>
            <a:r>
              <a:rPr lang="zh-TW" altLang="en-US" dirty="0"/>
              <a:t>針對不同平台或裝置設定對應的操作方式。</a:t>
            </a:r>
            <a:br>
              <a:rPr lang="zh-TW" altLang="en-US" dirty="0"/>
            </a:br>
            <a:r>
              <a:rPr lang="zh-TW" altLang="en-US" dirty="0"/>
              <a:t>例如：</a:t>
            </a:r>
          </a:p>
          <a:p>
            <a:pPr lvl="1"/>
            <a:r>
              <a:rPr lang="zh-TW" altLang="en-US" dirty="0"/>
              <a:t>鍵盤＋滑鼠</a:t>
            </a:r>
          </a:p>
          <a:p>
            <a:pPr lvl="1"/>
            <a:r>
              <a:rPr lang="zh-TW" altLang="en-US" dirty="0"/>
              <a:t>手把</a:t>
            </a:r>
          </a:p>
          <a:p>
            <a:pPr lvl="1"/>
            <a:r>
              <a:rPr lang="zh-TW" altLang="en-US" dirty="0"/>
              <a:t>觸控螢幕</a:t>
            </a:r>
            <a:endParaRPr lang="en-US" altLang="zh-TW" dirty="0"/>
          </a:p>
          <a:p>
            <a:pPr lvl="1"/>
            <a:r>
              <a:rPr lang="zh-TW" altLang="en-US" dirty="0"/>
              <a:t>搖桿</a:t>
            </a:r>
            <a:endParaRPr lang="en-US" altLang="zh-TW" dirty="0"/>
          </a:p>
          <a:p>
            <a:pPr lvl="1"/>
            <a:r>
              <a:rPr lang="en-US" altLang="zh-TW" dirty="0"/>
              <a:t>XR</a:t>
            </a:r>
            <a:endParaRPr lang="zh-TW" altLang="en-US" dirty="0"/>
          </a:p>
          <a:p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3733800"/>
            <a:ext cx="30003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Input System (</a:t>
            </a:r>
            <a:r>
              <a:rPr lang="zh-TW" altLang="en-US" dirty="0"/>
              <a:t>輸入系統、新版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這邊我們通常就部會使用事件回呼</a:t>
            </a:r>
            <a:r>
              <a:rPr lang="en-US" altLang="zh-TW" dirty="0"/>
              <a:t>(callback)</a:t>
            </a:r>
            <a:r>
              <a:rPr lang="zh-TW" altLang="en-US" dirty="0"/>
              <a:t>的方式，去取得指令並執行遊戲邏輯。</a:t>
            </a:r>
            <a:endParaRPr lang="en-US" altLang="zh-TW" dirty="0"/>
          </a:p>
          <a:p>
            <a:pPr lvl="1"/>
            <a:r>
              <a:rPr lang="zh-TW" altLang="en-US" dirty="0"/>
              <a:t>該操作的回呼會帶有資料</a:t>
            </a:r>
            <a:r>
              <a:rPr lang="en-US" altLang="zh-TW" dirty="0"/>
              <a:t>(context)</a:t>
            </a:r>
            <a:r>
              <a:rPr lang="zh-TW" altLang="en-US" dirty="0"/>
              <a:t>，而他的已執行</a:t>
            </a:r>
            <a:r>
              <a:rPr lang="en-US" altLang="zh-TW" dirty="0"/>
              <a:t>(performed)</a:t>
            </a:r>
            <a:r>
              <a:rPr lang="zh-TW" altLang="en-US" dirty="0"/>
              <a:t>會為</a:t>
            </a:r>
            <a:r>
              <a:rPr lang="en-US" altLang="zh-TW" dirty="0"/>
              <a:t>true</a:t>
            </a:r>
            <a:r>
              <a:rPr lang="zh-TW" altLang="en-US" dirty="0"/>
              <a:t>，就可以做下一步指令。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1600" y="4164100"/>
            <a:ext cx="3886200" cy="26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總結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Unity</a:t>
            </a:r>
            <a:r>
              <a:rPr lang="zh-TW" altLang="en-US" dirty="0"/>
              <a:t>的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r>
              <a:rPr lang="zh-TW" altLang="en-US" dirty="0"/>
              <a:t>個輸入系統</a:t>
            </a:r>
            <a:endParaRPr lang="en-US" altLang="zh-TW" dirty="0"/>
          </a:p>
          <a:p>
            <a:pPr lvl="1"/>
            <a:r>
              <a:rPr lang="zh-TW" altLang="en-US" dirty="0"/>
              <a:t>傳統輸入</a:t>
            </a:r>
            <a:endParaRPr lang="en-US" altLang="zh-TW" dirty="0"/>
          </a:p>
          <a:p>
            <a:pPr lvl="1"/>
            <a:r>
              <a:rPr lang="en-US" altLang="zh-TW" dirty="0"/>
              <a:t>Input Manager (</a:t>
            </a:r>
            <a:r>
              <a:rPr lang="zh-TW" altLang="en-US" dirty="0"/>
              <a:t>輸入管理器、舊版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Input System (</a:t>
            </a:r>
            <a:r>
              <a:rPr lang="zh-TW" altLang="en-US" dirty="0"/>
              <a:t>輸入系統、新版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Input</a:t>
            </a:r>
            <a:r>
              <a:rPr lang="zh-TW" altLang="en-US" dirty="0"/>
              <a:t> </a:t>
            </a:r>
            <a:r>
              <a:rPr lang="en-US" altLang="zh-TW" dirty="0"/>
              <a:t>System</a:t>
            </a:r>
            <a:r>
              <a:rPr lang="zh-TW" altLang="en-US" dirty="0"/>
              <a:t>在使用上較麻煩及較難理解。如果大家專題要使用，建議使用</a:t>
            </a:r>
            <a:r>
              <a:rPr lang="en-US" altLang="zh-TW" dirty="0"/>
              <a:t>Input Manager</a:t>
            </a:r>
            <a:r>
              <a:rPr lang="zh-TW" altLang="en-US" dirty="0"/>
              <a:t>的方式，如果只侷限在鍵盤操作，也可以考慮傳統輸入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7422</TotalTime>
  <Words>953</Words>
  <Application>Microsoft Office PowerPoint</Application>
  <PresentationFormat>如螢幕大小 (4:3)</PresentationFormat>
  <Paragraphs>157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微軟正黑體</vt:lpstr>
      <vt:lpstr>新細明體</vt:lpstr>
      <vt:lpstr>Arial</vt:lpstr>
      <vt:lpstr>Calibri</vt:lpstr>
      <vt:lpstr>Georgia</vt:lpstr>
      <vt:lpstr>Wingdings 2</vt:lpstr>
      <vt:lpstr>都會</vt:lpstr>
      <vt:lpstr>Lesson 13 使用者互動</vt:lpstr>
      <vt:lpstr>[通用]遊戲引擎功能</vt:lpstr>
      <vt:lpstr>使用者互動</vt:lpstr>
      <vt:lpstr>使用者回應</vt:lpstr>
      <vt:lpstr>使用者輸入</vt:lpstr>
      <vt:lpstr>遊戲迴圈</vt:lpstr>
      <vt:lpstr>使用者輸入 (鍵盤 &amp; 手把)</vt:lpstr>
      <vt:lpstr>使用者輸入 (滑鼠)</vt:lpstr>
      <vt:lpstr>使用者輸入 (觸控)</vt:lpstr>
      <vt:lpstr>使用者輸入 (手把)</vt:lpstr>
      <vt:lpstr>使用者輸入</vt:lpstr>
      <vt:lpstr>Input Manager (舊版)</vt:lpstr>
      <vt:lpstr>Input Manager (舊版)</vt:lpstr>
      <vt:lpstr>Input System (輸入系統、新版)</vt:lpstr>
      <vt:lpstr>Input System (輸入系統、新版)</vt:lpstr>
      <vt:lpstr>Input System (輸入系統、新版)</vt:lpstr>
      <vt:lpstr>Input System (輸入系統、新版)</vt:lpstr>
      <vt:lpstr>Input System (輸入系統、新版)</vt:lpstr>
      <vt:lpstr>Input System (輸入系統、新版)</vt:lpstr>
      <vt:lpstr>Input System (輸入系統、新版)</vt:lpstr>
      <vt:lpstr>總結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545</cp:revision>
  <dcterms:created xsi:type="dcterms:W3CDTF">2024-11-18T05:57:07Z</dcterms:created>
  <dcterms:modified xsi:type="dcterms:W3CDTF">2025-12-08T02:29:21Z</dcterms:modified>
</cp:coreProperties>
</file>