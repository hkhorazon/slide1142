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264" r:id="rId3"/>
    <p:sldId id="265" r:id="rId4"/>
    <p:sldId id="258" r:id="rId5"/>
    <p:sldId id="257" r:id="rId6"/>
    <p:sldId id="269" r:id="rId7"/>
    <p:sldId id="274" r:id="rId8"/>
    <p:sldId id="273" r:id="rId9"/>
    <p:sldId id="275" r:id="rId10"/>
    <p:sldId id="259" r:id="rId11"/>
    <p:sldId id="263" r:id="rId12"/>
    <p:sldId id="271" r:id="rId13"/>
    <p:sldId id="261" r:id="rId14"/>
    <p:sldId id="260" r:id="rId15"/>
    <p:sldId id="266" r:id="rId16"/>
    <p:sldId id="272" r:id="rId17"/>
    <p:sldId id="267" r:id="rId18"/>
    <p:sldId id="268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3:15.727" v="3" actId="20577"/>
      <pc:docMkLst>
        <pc:docMk/>
      </pc:docMkLst>
      <pc:sldChg chg="modSp mod">
        <pc:chgData name="仕明 張" userId="a807ee1b932df6c2" providerId="LiveId" clId="{AFAE7C5A-3E6D-494F-BBBB-CC72F70A7DD7}" dt="2025-03-13T06:23:15.727" v="3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3:15.727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仕明 張" userId="a807ee1b932df6c2" providerId="LiveId" clId="{82AF1F07-EA2B-4C9D-A90B-DBE7AA00116F}"/>
    <pc:docChg chg="custSel addSld delSld modSld sldOrd">
      <pc:chgData name="仕明 張" userId="a807ee1b932df6c2" providerId="LiveId" clId="{82AF1F07-EA2B-4C9D-A90B-DBE7AA00116F}" dt="2025-03-18T03:21:57.229" v="1561" actId="20577"/>
      <pc:docMkLst>
        <pc:docMk/>
      </pc:docMkLst>
      <pc:sldChg chg="modSp mod">
        <pc:chgData name="仕明 張" userId="a807ee1b932df6c2" providerId="LiveId" clId="{82AF1F07-EA2B-4C9D-A90B-DBE7AA00116F}" dt="2025-03-18T01:10:19.912" v="19" actId="20577"/>
        <pc:sldMkLst>
          <pc:docMk/>
          <pc:sldMk cId="0" sldId="256"/>
        </pc:sldMkLst>
        <pc:spChg chg="mod">
          <ac:chgData name="仕明 張" userId="a807ee1b932df6c2" providerId="LiveId" clId="{82AF1F07-EA2B-4C9D-A90B-DBE7AA00116F}" dt="2025-03-18T01:10:19.912" v="19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modSp new mod ord">
        <pc:chgData name="仕明 張" userId="a807ee1b932df6c2" providerId="LiveId" clId="{82AF1F07-EA2B-4C9D-A90B-DBE7AA00116F}" dt="2025-03-18T03:09:41.435" v="632" actId="20577"/>
        <pc:sldMkLst>
          <pc:docMk/>
          <pc:sldMk cId="2438330782" sldId="257"/>
        </pc:sldMkLst>
        <pc:spChg chg="mod">
          <ac:chgData name="仕明 張" userId="a807ee1b932df6c2" providerId="LiveId" clId="{82AF1F07-EA2B-4C9D-A90B-DBE7AA00116F}" dt="2025-03-18T03:09:41.435" v="632" actId="20577"/>
          <ac:spMkLst>
            <pc:docMk/>
            <pc:sldMk cId="2438330782" sldId="257"/>
            <ac:spMk id="2" creationId="{C8A001B2-318F-F738-F4F7-9BABA1B4ED50}"/>
          </ac:spMkLst>
        </pc:spChg>
        <pc:spChg chg="mod">
          <ac:chgData name="仕明 張" userId="a807ee1b932df6c2" providerId="LiveId" clId="{82AF1F07-EA2B-4C9D-A90B-DBE7AA00116F}" dt="2025-03-18T01:37:13.582" v="259" actId="404"/>
          <ac:spMkLst>
            <pc:docMk/>
            <pc:sldMk cId="2438330782" sldId="257"/>
            <ac:spMk id="3" creationId="{FB5E92BE-BEE6-9126-A514-BBEEAE32A7A5}"/>
          </ac:spMkLst>
        </pc:spChg>
        <pc:picChg chg="add mod">
          <ac:chgData name="仕明 張" userId="a807ee1b932df6c2" providerId="LiveId" clId="{82AF1F07-EA2B-4C9D-A90B-DBE7AA00116F}" dt="2025-03-18T01:35:45.885" v="52" actId="1076"/>
          <ac:picMkLst>
            <pc:docMk/>
            <pc:sldMk cId="2438330782" sldId="257"/>
            <ac:picMk id="5" creationId="{C9AF7AB2-AE35-3AEE-4BB4-D9F0990F78B4}"/>
          </ac:picMkLst>
        </pc:picChg>
      </pc:sldChg>
      <pc:sldChg chg="modSp new mod">
        <pc:chgData name="仕明 張" userId="a807ee1b932df6c2" providerId="LiveId" clId="{82AF1F07-EA2B-4C9D-A90B-DBE7AA00116F}" dt="2025-03-18T01:39:00.044" v="581" actId="20577"/>
        <pc:sldMkLst>
          <pc:docMk/>
          <pc:sldMk cId="3392264140" sldId="258"/>
        </pc:sldMkLst>
        <pc:spChg chg="mod">
          <ac:chgData name="仕明 張" userId="a807ee1b932df6c2" providerId="LiveId" clId="{82AF1F07-EA2B-4C9D-A90B-DBE7AA00116F}" dt="2025-03-18T01:37:30.155" v="284" actId="20577"/>
          <ac:spMkLst>
            <pc:docMk/>
            <pc:sldMk cId="3392264140" sldId="258"/>
            <ac:spMk id="2" creationId="{F7C164FF-B52D-4EA8-274D-294CD70A3E8F}"/>
          </ac:spMkLst>
        </pc:spChg>
        <pc:spChg chg="mod">
          <ac:chgData name="仕明 張" userId="a807ee1b932df6c2" providerId="LiveId" clId="{82AF1F07-EA2B-4C9D-A90B-DBE7AA00116F}" dt="2025-03-18T01:39:00.044" v="581" actId="20577"/>
          <ac:spMkLst>
            <pc:docMk/>
            <pc:sldMk cId="3392264140" sldId="258"/>
            <ac:spMk id="3" creationId="{1B8E764D-898D-2E2B-772D-5A4D2226CB4D}"/>
          </ac:spMkLst>
        </pc:spChg>
      </pc:sldChg>
      <pc:sldChg chg="addSp modSp new mod">
        <pc:chgData name="仕明 張" userId="a807ee1b932df6c2" providerId="LiveId" clId="{82AF1F07-EA2B-4C9D-A90B-DBE7AA00116F}" dt="2025-03-18T03:21:57.229" v="1561" actId="20577"/>
        <pc:sldMkLst>
          <pc:docMk/>
          <pc:sldMk cId="529276187" sldId="259"/>
        </pc:sldMkLst>
        <pc:spChg chg="mod">
          <ac:chgData name="仕明 張" userId="a807ee1b932df6c2" providerId="LiveId" clId="{82AF1F07-EA2B-4C9D-A90B-DBE7AA00116F}" dt="2025-03-18T03:09:46.322" v="645" actId="20577"/>
          <ac:spMkLst>
            <pc:docMk/>
            <pc:sldMk cId="529276187" sldId="259"/>
            <ac:spMk id="2" creationId="{9ED3E8C0-1A25-27F0-0B6A-90A7424FC35E}"/>
          </ac:spMkLst>
        </pc:spChg>
        <pc:spChg chg="mod">
          <ac:chgData name="仕明 張" userId="a807ee1b932df6c2" providerId="LiveId" clId="{82AF1F07-EA2B-4C9D-A90B-DBE7AA00116F}" dt="2025-03-18T03:21:57.229" v="1561" actId="20577"/>
          <ac:spMkLst>
            <pc:docMk/>
            <pc:sldMk cId="529276187" sldId="259"/>
            <ac:spMk id="3" creationId="{B95E9014-BC8D-99A6-3327-6F70C1C14FE9}"/>
          </ac:spMkLst>
        </pc:spChg>
        <pc:picChg chg="add mod">
          <ac:chgData name="仕明 張" userId="a807ee1b932df6c2" providerId="LiveId" clId="{82AF1F07-EA2B-4C9D-A90B-DBE7AA00116F}" dt="2025-03-18T03:09:34.736" v="621" actId="1076"/>
          <ac:picMkLst>
            <pc:docMk/>
            <pc:sldMk cId="529276187" sldId="259"/>
            <ac:picMk id="5" creationId="{0A718DA7-D9A9-A8E1-3286-4722A904A939}"/>
          </ac:picMkLst>
        </pc:picChg>
      </pc:sldChg>
      <pc:sldChg chg="addSp modSp new mod">
        <pc:chgData name="仕明 張" userId="a807ee1b932df6c2" providerId="LiveId" clId="{82AF1F07-EA2B-4C9D-A90B-DBE7AA00116F}" dt="2025-03-18T03:16:55.161" v="1032" actId="14100"/>
        <pc:sldMkLst>
          <pc:docMk/>
          <pc:sldMk cId="1346487584" sldId="260"/>
        </pc:sldMkLst>
        <pc:spChg chg="mod">
          <ac:chgData name="仕明 張" userId="a807ee1b932df6c2" providerId="LiveId" clId="{82AF1F07-EA2B-4C9D-A90B-DBE7AA00116F}" dt="2025-03-18T03:15:46.739" v="873" actId="20577"/>
          <ac:spMkLst>
            <pc:docMk/>
            <pc:sldMk cId="1346487584" sldId="260"/>
            <ac:spMk id="2" creationId="{41DE6A87-ABA3-C89C-DED5-C42CD4E6FB4E}"/>
          </ac:spMkLst>
        </pc:spChg>
        <pc:spChg chg="mod">
          <ac:chgData name="仕明 張" userId="a807ee1b932df6c2" providerId="LiveId" clId="{82AF1F07-EA2B-4C9D-A90B-DBE7AA00116F}" dt="2025-03-18T03:16:55.161" v="1032" actId="14100"/>
          <ac:spMkLst>
            <pc:docMk/>
            <pc:sldMk cId="1346487584" sldId="260"/>
            <ac:spMk id="3" creationId="{76824733-F35A-70AD-DC74-337876E3562B}"/>
          </ac:spMkLst>
        </pc:spChg>
        <pc:picChg chg="add mod">
          <ac:chgData name="仕明 張" userId="a807ee1b932df6c2" providerId="LiveId" clId="{82AF1F07-EA2B-4C9D-A90B-DBE7AA00116F}" dt="2025-03-18T03:16:20.832" v="949" actId="14100"/>
          <ac:picMkLst>
            <pc:docMk/>
            <pc:sldMk cId="1346487584" sldId="260"/>
            <ac:picMk id="5" creationId="{CDD08B3E-20E8-4BC5-9E68-D098645DCE7A}"/>
          </ac:picMkLst>
        </pc:picChg>
      </pc:sldChg>
      <pc:sldChg chg="addSp delSp modSp new mod">
        <pc:chgData name="仕明 張" userId="a807ee1b932df6c2" providerId="LiveId" clId="{82AF1F07-EA2B-4C9D-A90B-DBE7AA00116F}" dt="2025-03-18T03:21:11.395" v="1410" actId="6549"/>
        <pc:sldMkLst>
          <pc:docMk/>
          <pc:sldMk cId="3006665140" sldId="261"/>
        </pc:sldMkLst>
        <pc:spChg chg="mod">
          <ac:chgData name="仕明 張" userId="a807ee1b932df6c2" providerId="LiveId" clId="{82AF1F07-EA2B-4C9D-A90B-DBE7AA00116F}" dt="2025-03-18T03:20:25.899" v="1404"/>
          <ac:spMkLst>
            <pc:docMk/>
            <pc:sldMk cId="3006665140" sldId="261"/>
            <ac:spMk id="2" creationId="{CD69200E-22D0-334C-D056-7D605ADC745B}"/>
          </ac:spMkLst>
        </pc:spChg>
        <pc:spChg chg="mod">
          <ac:chgData name="仕明 張" userId="a807ee1b932df6c2" providerId="LiveId" clId="{82AF1F07-EA2B-4C9D-A90B-DBE7AA00116F}" dt="2025-03-18T03:21:11.395" v="1410" actId="6549"/>
          <ac:spMkLst>
            <pc:docMk/>
            <pc:sldMk cId="3006665140" sldId="261"/>
            <ac:spMk id="3" creationId="{538A6DF5-BD35-8537-DAF4-D5193A76AC97}"/>
          </ac:spMkLst>
        </pc:spChg>
        <pc:picChg chg="add del mod">
          <ac:chgData name="仕明 張" userId="a807ee1b932df6c2" providerId="LiveId" clId="{82AF1F07-EA2B-4C9D-A90B-DBE7AA00116F}" dt="2025-03-18T03:18:05.165" v="1036" actId="478"/>
          <ac:picMkLst>
            <pc:docMk/>
            <pc:sldMk cId="3006665140" sldId="261"/>
            <ac:picMk id="5" creationId="{833FC8AB-7D49-DAC3-EB58-897DEDCA76A6}"/>
          </ac:picMkLst>
        </pc:picChg>
        <pc:picChg chg="add mod">
          <ac:chgData name="仕明 張" userId="a807ee1b932df6c2" providerId="LiveId" clId="{82AF1F07-EA2B-4C9D-A90B-DBE7AA00116F}" dt="2025-03-18T03:18:07.026" v="1038" actId="1076"/>
          <ac:picMkLst>
            <pc:docMk/>
            <pc:sldMk cId="3006665140" sldId="261"/>
            <ac:picMk id="7" creationId="{F2AF50ED-3102-B2CF-808C-5661A35E12BC}"/>
          </ac:picMkLst>
        </pc:picChg>
      </pc:sldChg>
      <pc:sldChg chg="new del">
        <pc:chgData name="仕明 張" userId="a807ee1b932df6c2" providerId="LiveId" clId="{82AF1F07-EA2B-4C9D-A90B-DBE7AA00116F}" dt="2025-03-18T03:21:04.325" v="1407" actId="47"/>
        <pc:sldMkLst>
          <pc:docMk/>
          <pc:sldMk cId="428144202" sldId="262"/>
        </pc:sldMkLst>
      </pc:sldChg>
      <pc:sldChg chg="add">
        <pc:chgData name="仕明 張" userId="a807ee1b932df6c2" providerId="LiveId" clId="{82AF1F07-EA2B-4C9D-A90B-DBE7AA00116F}" dt="2025-03-18T03:21:02.994" v="1406"/>
        <pc:sldMkLst>
          <pc:docMk/>
          <pc:sldMk cId="3190844274" sldId="263"/>
        </pc:sldMkLst>
      </pc:sldChg>
    </pc:docChg>
  </pc:docChgLst>
  <pc:docChgLst>
    <pc:chgData name="仕明 張" userId="a807ee1b932df6c2" providerId="LiveId" clId="{BEBE251C-7599-4391-ABB1-20AC427F0AE6}"/>
    <pc:docChg chg="delSld modSld">
      <pc:chgData name="仕明 張" userId="a807ee1b932df6c2" providerId="LiveId" clId="{BEBE251C-7599-4391-ABB1-20AC427F0AE6}" dt="2025-03-13T06:24:14.409" v="15" actId="2696"/>
      <pc:docMkLst>
        <pc:docMk/>
      </pc:docMkLst>
      <pc:sldChg chg="modSp mod">
        <pc:chgData name="仕明 張" userId="a807ee1b932df6c2" providerId="LiveId" clId="{BEBE251C-7599-4391-ABB1-20AC427F0AE6}" dt="2025-03-13T06:24:09.239" v="14" actId="20577"/>
        <pc:sldMkLst>
          <pc:docMk/>
          <pc:sldMk cId="0" sldId="256"/>
        </pc:sldMkLst>
        <pc:spChg chg="mod">
          <ac:chgData name="仕明 張" userId="a807ee1b932df6c2" providerId="LiveId" clId="{BEBE251C-7599-4391-ABB1-20AC427F0AE6}" dt="2025-03-13T06:24:09.239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408736737" sldId="26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60395057" sldId="267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45673708" sldId="268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4091733" sldId="269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0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672256763" sldId="271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924347708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639790741" sldId="273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458689279" sldId="27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259108623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390105728" sldId="27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2158295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2025/12/1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LUExu3qU-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12</a:t>
            </a:r>
            <a:br>
              <a:rPr lang="en-US" altLang="zh-TW" dirty="0"/>
            </a:br>
            <a:r>
              <a:rPr lang="zh-TW" altLang="en-US" dirty="0"/>
              <a:t>音樂與音效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/>
              <a:t>Horazon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通用</a:t>
            </a:r>
            <a:r>
              <a:rPr lang="en-US" altLang="zh-TW" dirty="0"/>
              <a:t>]</a:t>
            </a:r>
            <a:r>
              <a:rPr lang="zh-TW" altLang="en-US" dirty="0"/>
              <a:t>遊戲引擎功能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視覺與渲染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物理模擬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動畫系統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b="1" u="sng" dirty="0">
                <a:solidFill>
                  <a:srgbClr val="00B050"/>
                </a:solidFill>
              </a:rPr>
              <a:t>音效與音樂</a:t>
            </a:r>
            <a:endParaRPr lang="en-US" altLang="zh-TW" b="1" u="sng" dirty="0">
              <a:solidFill>
                <a:srgbClr val="00B050"/>
              </a:solidFill>
            </a:endParaRPr>
          </a:p>
          <a:p>
            <a:r>
              <a:rPr lang="zh-TW" altLang="en-US" dirty="0"/>
              <a:t>使用者互動 </a:t>
            </a:r>
            <a:r>
              <a:rPr lang="en-US" altLang="zh-TW" dirty="0"/>
              <a:t>(</a:t>
            </a:r>
            <a:r>
              <a:rPr lang="zh-TW" altLang="en-US" dirty="0"/>
              <a:t>輸入</a:t>
            </a:r>
            <a:r>
              <a:rPr lang="en-US" altLang="zh-TW" dirty="0"/>
              <a:t>&amp;</a:t>
            </a:r>
            <a:r>
              <a:rPr lang="zh-TW" altLang="en-US" dirty="0"/>
              <a:t>回應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使用者介面 </a:t>
            </a:r>
            <a:r>
              <a:rPr lang="en-US" altLang="zh-TW" dirty="0"/>
              <a:t>(UI)</a:t>
            </a:r>
          </a:p>
          <a:p>
            <a:r>
              <a:rPr lang="zh-TW" altLang="en-US" dirty="0"/>
              <a:t>場景與資源管理 </a:t>
            </a:r>
            <a:r>
              <a:rPr lang="en-US" altLang="zh-TW" dirty="0"/>
              <a:t>	</a:t>
            </a:r>
          </a:p>
          <a:p>
            <a:r>
              <a:rPr lang="zh-TW" altLang="en-US" dirty="0"/>
              <a:t>遊戲邏輯與腳本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中的組成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Audio Listener</a:t>
            </a:r>
          </a:p>
          <a:p>
            <a:pPr lvl="1"/>
            <a:r>
              <a:rPr lang="zh-TW" altLang="en-US" dirty="0"/>
              <a:t>元件，耳朵功能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Audio Clip</a:t>
            </a:r>
          </a:p>
          <a:p>
            <a:pPr lvl="1"/>
            <a:r>
              <a:rPr lang="zh-TW" altLang="en-US" dirty="0"/>
              <a:t>資源，被播放的音樂或音效，</a:t>
            </a:r>
            <a:r>
              <a:rPr lang="en-US" altLang="zh-TW" dirty="0"/>
              <a:t>.mp3, .wav</a:t>
            </a:r>
            <a:r>
              <a:rPr lang="zh-TW" altLang="en-US" dirty="0"/>
              <a:t>檔等等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Audio Source</a:t>
            </a:r>
          </a:p>
          <a:p>
            <a:pPr lvl="1"/>
            <a:r>
              <a:rPr lang="zh-TW" altLang="en-US" dirty="0"/>
              <a:t>元件，使用</a:t>
            </a:r>
            <a:r>
              <a:rPr lang="en-US" altLang="zh-TW" dirty="0"/>
              <a:t>Audio Clip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C164FF-B52D-4EA8-274D-294CD70A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Audio Listener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E764D-898D-2E2B-772D-5A4D2226C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聲音接收的位置 </a:t>
            </a:r>
            <a:r>
              <a:rPr lang="en-US" altLang="zh-TW" dirty="0"/>
              <a:t>(</a:t>
            </a:r>
            <a:r>
              <a:rPr lang="zh-TW" altLang="en-US" dirty="0"/>
              <a:t>主要影響</a:t>
            </a:r>
            <a:r>
              <a:rPr lang="en-US" altLang="zh-TW" dirty="0"/>
              <a:t>3D</a:t>
            </a:r>
            <a:r>
              <a:rPr lang="zh-TW" altLang="en-US" dirty="0"/>
              <a:t>音效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每個場景中只能有一個</a:t>
            </a:r>
            <a:r>
              <a:rPr lang="en-US" altLang="zh-TW" dirty="0"/>
              <a:t>Audio Listener</a:t>
            </a:r>
            <a:r>
              <a:rPr lang="zh-TW" altLang="en-US" dirty="0"/>
              <a:t>，也必須有一個，通常預設在</a:t>
            </a:r>
            <a:r>
              <a:rPr lang="en-US" altLang="zh-TW" dirty="0"/>
              <a:t>Camera</a:t>
            </a:r>
            <a:r>
              <a:rPr lang="zh-TW" altLang="en-US" dirty="0"/>
              <a:t>上。</a:t>
            </a:r>
            <a:endParaRPr lang="en-US" altLang="zh-TW" dirty="0"/>
          </a:p>
          <a:p>
            <a:pPr lvl="1"/>
            <a:r>
              <a:rPr lang="zh-TW" altLang="en-US" dirty="0"/>
              <a:t>視情況可能放到角色身上等</a:t>
            </a:r>
            <a:endParaRPr lang="en-US" altLang="zh-TW" dirty="0"/>
          </a:p>
          <a:p>
            <a:pPr lvl="1"/>
            <a:r>
              <a:rPr lang="zh-TW" altLang="en-US" dirty="0"/>
              <a:t>如果超過一個，</a:t>
            </a:r>
            <a:r>
              <a:rPr lang="en-US" altLang="zh-TW" dirty="0"/>
              <a:t>Console</a:t>
            </a:r>
            <a:r>
              <a:rPr lang="zh-TW" altLang="en-US" dirty="0"/>
              <a:t>中會瘋狂印出錯誤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無任何設定</a:t>
            </a:r>
          </a:p>
        </p:txBody>
      </p:sp>
    </p:spTree>
    <p:extLst>
      <p:ext uri="{BB962C8B-B14F-4D97-AF65-F5344CB8AC3E}">
        <p14:creationId xmlns:p14="http://schemas.microsoft.com/office/powerpoint/2010/main" val="339226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A001B2-318F-F738-F4F7-9BABA1B4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音訊資源 </a:t>
            </a:r>
            <a:r>
              <a:rPr lang="en-US" altLang="zh-TW" dirty="0"/>
              <a:t>Audio Clip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5E92BE-BEE6-9126-A514-BBEEAE32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593792" cy="4325112"/>
          </a:xfrm>
        </p:spPr>
        <p:txBody>
          <a:bodyPr/>
          <a:lstStyle/>
          <a:p>
            <a:r>
              <a:rPr lang="zh-TW" altLang="en-US" dirty="0"/>
              <a:t>放入遊戲後會看到以下資源，可依狀況調整。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/>
              <a:t>聲音在硬碟時通常是壓縮檔案，需要讀取至記憶體、解壓縮兩個動作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9AF7AB2-AE35-3AEE-4BB4-D9F0990F7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992" y="2819400"/>
            <a:ext cx="5093008" cy="349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30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572894-69B0-E606-8C54-D94FAF74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音訊資源 </a:t>
            </a:r>
            <a:r>
              <a:rPr lang="en-US" altLang="zh-TW" dirty="0"/>
              <a:t>Audio Clip : Load Type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4308C8-B2C7-372F-58CA-1A6FA9FB8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181600" cy="432511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Decompress On Load</a:t>
            </a:r>
          </a:p>
          <a:p>
            <a:pPr lvl="1"/>
            <a:r>
              <a:rPr lang="zh-TW" altLang="en-US" dirty="0"/>
              <a:t>讀取時即解壓縮好，適合小音效</a:t>
            </a:r>
            <a:endParaRPr lang="en-US" altLang="zh-TW" dirty="0"/>
          </a:p>
          <a:p>
            <a:pPr lvl="1"/>
            <a:r>
              <a:rPr lang="zh-TW" altLang="en-US" dirty="0"/>
              <a:t>讀取時間久、播放速度最快</a:t>
            </a:r>
            <a:endParaRPr lang="en-US" altLang="zh-TW" dirty="0"/>
          </a:p>
          <a:p>
            <a:r>
              <a:rPr lang="en-US" altLang="zh-TW" dirty="0"/>
              <a:t>Streaming</a:t>
            </a:r>
          </a:p>
          <a:p>
            <a:pPr lvl="1"/>
            <a:r>
              <a:rPr lang="zh-TW" altLang="en-US" dirty="0"/>
              <a:t>不放在記憶體內，播放時一邊播放一邊讀取，適合背景音樂</a:t>
            </a:r>
            <a:endParaRPr lang="en-US" altLang="zh-TW" dirty="0"/>
          </a:p>
          <a:p>
            <a:r>
              <a:rPr lang="en-US" altLang="zh-TW" dirty="0"/>
              <a:t>Compressed in Memory</a:t>
            </a:r>
          </a:p>
          <a:p>
            <a:pPr lvl="1"/>
            <a:r>
              <a:rPr lang="zh-TW" altLang="en-US" dirty="0"/>
              <a:t>不解壓縮讀取，適合不常播放音效</a:t>
            </a:r>
            <a:endParaRPr lang="en-US" altLang="zh-TW" dirty="0"/>
          </a:p>
          <a:p>
            <a:pPr lvl="1"/>
            <a:r>
              <a:rPr lang="zh-TW" altLang="en-US" dirty="0"/>
              <a:t>讀取時間快、占用記憶體少</a:t>
            </a:r>
            <a:endParaRPr lang="en-US" altLang="zh-TW" dirty="0"/>
          </a:p>
          <a:p>
            <a:pPr marL="411480" lvl="1" indent="0">
              <a:buNone/>
            </a:pPr>
            <a:r>
              <a:rPr lang="zh-TW" altLang="en-US" dirty="0"/>
              <a:t>，播放速度慢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94A67F-BD44-26DE-44B0-769749E55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921979"/>
            <a:ext cx="2734057" cy="92405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F01294D-D7EA-D181-3935-897C6EF74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273" y="4267200"/>
            <a:ext cx="3613727" cy="209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755D9BE-2CCC-4FCF-903A-8EFF2419B262}"/>
              </a:ext>
            </a:extLst>
          </p:cNvPr>
          <p:cNvSpPr txBox="1"/>
          <p:nvPr/>
        </p:nvSpPr>
        <p:spPr>
          <a:xfrm>
            <a:off x="1981200" y="2505670"/>
            <a:ext cx="121920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zh-TW" dirty="0"/>
          </a:p>
          <a:p>
            <a:pPr algn="ctr"/>
            <a:r>
              <a:rPr lang="zh-TW" altLang="en-US" dirty="0"/>
              <a:t>硬碟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ADF1ED-761B-4B92-A863-8E70EF939E45}"/>
              </a:ext>
            </a:extLst>
          </p:cNvPr>
          <p:cNvSpPr txBox="1"/>
          <p:nvPr/>
        </p:nvSpPr>
        <p:spPr>
          <a:xfrm>
            <a:off x="4573480" y="2516767"/>
            <a:ext cx="121920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zh-TW" dirty="0"/>
          </a:p>
          <a:p>
            <a:pPr algn="ctr"/>
            <a:r>
              <a:rPr lang="zh-TW" altLang="en-US" dirty="0"/>
              <a:t>記憶體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8C74D06-E4BB-41AD-B032-B2A04FA9C1E4}"/>
              </a:ext>
            </a:extLst>
          </p:cNvPr>
          <p:cNvSpPr txBox="1"/>
          <p:nvPr/>
        </p:nvSpPr>
        <p:spPr>
          <a:xfrm>
            <a:off x="7285608" y="2500517"/>
            <a:ext cx="121920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zh-TW" dirty="0"/>
          </a:p>
          <a:p>
            <a:pPr algn="ctr"/>
            <a:r>
              <a:rPr lang="zh-TW" altLang="en-US" dirty="0"/>
              <a:t>遊戲播放</a:t>
            </a:r>
            <a:endParaRPr lang="en-US" altLang="zh-TW" dirty="0"/>
          </a:p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D4FF53B-4034-4978-9620-C0E5FD2D71D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200400" y="2967335"/>
            <a:ext cx="1373080" cy="110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AF5BD71-0650-4E08-B77D-5EE6728C3592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811915" y="2962182"/>
            <a:ext cx="1473693" cy="51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0AD067F-791F-401C-A28B-734B95026836}"/>
              </a:ext>
            </a:extLst>
          </p:cNvPr>
          <p:cNvSpPr/>
          <p:nvPr/>
        </p:nvSpPr>
        <p:spPr>
          <a:xfrm>
            <a:off x="157165" y="3567317"/>
            <a:ext cx="14896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Decompress On Load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DDB60A-0F07-43F8-9E8A-0BB484B94F6E}"/>
              </a:ext>
            </a:extLst>
          </p:cNvPr>
          <p:cNvSpPr/>
          <p:nvPr/>
        </p:nvSpPr>
        <p:spPr>
          <a:xfrm>
            <a:off x="4438258" y="3705816"/>
            <a:ext cx="1489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已解壓縮</a:t>
            </a:r>
            <a:endParaRPr lang="en-US" altLang="zh-TW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5A6905-8D6D-4B09-AB1A-D7234175E032}"/>
              </a:ext>
            </a:extLst>
          </p:cNvPr>
          <p:cNvSpPr/>
          <p:nvPr/>
        </p:nvSpPr>
        <p:spPr>
          <a:xfrm>
            <a:off x="1845978" y="3694902"/>
            <a:ext cx="1489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壓縮</a:t>
            </a:r>
            <a:endParaRPr lang="en-US" altLang="zh-TW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758B67-14C4-4259-8DF4-521C8FA331AD}"/>
              </a:ext>
            </a:extLst>
          </p:cNvPr>
          <p:cNvSpPr/>
          <p:nvPr/>
        </p:nvSpPr>
        <p:spPr>
          <a:xfrm>
            <a:off x="199008" y="4862717"/>
            <a:ext cx="14896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Compressed in Memory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28B2F2-1F65-40AD-A5D8-010E1C296C9A}"/>
              </a:ext>
            </a:extLst>
          </p:cNvPr>
          <p:cNvSpPr/>
          <p:nvPr/>
        </p:nvSpPr>
        <p:spPr>
          <a:xfrm>
            <a:off x="3411368" y="369094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解壓縮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B6D42F-A67C-411D-9022-EBB739215B20}"/>
              </a:ext>
            </a:extLst>
          </p:cNvPr>
          <p:cNvSpPr/>
          <p:nvPr/>
        </p:nvSpPr>
        <p:spPr>
          <a:xfrm>
            <a:off x="1904709" y="5001216"/>
            <a:ext cx="1489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壓縮</a:t>
            </a:r>
            <a:endParaRPr lang="en-US" altLang="zh-TW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336D63-CEE1-48D7-BC16-E7193F675081}"/>
              </a:ext>
            </a:extLst>
          </p:cNvPr>
          <p:cNvSpPr/>
          <p:nvPr/>
        </p:nvSpPr>
        <p:spPr>
          <a:xfrm>
            <a:off x="4414584" y="5015117"/>
            <a:ext cx="1489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壓縮</a:t>
            </a:r>
            <a:endParaRPr lang="en-US" altLang="zh-TW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61F60FD-2BFB-4BD5-8E51-23E05E4CCDCC}"/>
              </a:ext>
            </a:extLst>
          </p:cNvPr>
          <p:cNvSpPr/>
          <p:nvPr/>
        </p:nvSpPr>
        <p:spPr>
          <a:xfrm>
            <a:off x="6210117" y="501511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解壓縮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745800-B510-43C3-974B-B8147B80A845}"/>
              </a:ext>
            </a:extLst>
          </p:cNvPr>
          <p:cNvSpPr/>
          <p:nvPr/>
        </p:nvSpPr>
        <p:spPr>
          <a:xfrm>
            <a:off x="221202" y="6158117"/>
            <a:ext cx="1489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Streaming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C80CBD-1F05-41E1-BD4E-92CD5C2EDDC0}"/>
              </a:ext>
            </a:extLst>
          </p:cNvPr>
          <p:cNvSpPr/>
          <p:nvPr/>
        </p:nvSpPr>
        <p:spPr>
          <a:xfrm>
            <a:off x="1949098" y="6158117"/>
            <a:ext cx="1489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壓縮</a:t>
            </a:r>
            <a:endParaRPr lang="en-US" altLang="zh-TW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E413E3-F350-478E-952E-8A6970E02EFC}"/>
              </a:ext>
            </a:extLst>
          </p:cNvPr>
          <p:cNvSpPr/>
          <p:nvPr/>
        </p:nvSpPr>
        <p:spPr>
          <a:xfrm>
            <a:off x="4390008" y="6169785"/>
            <a:ext cx="1489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只讀取片段</a:t>
            </a:r>
            <a:endParaRPr lang="en-US" altLang="zh-TW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5315D0-B934-4484-840B-F803CAFA0DF0}"/>
              </a:ext>
            </a:extLst>
          </p:cNvPr>
          <p:cNvSpPr/>
          <p:nvPr/>
        </p:nvSpPr>
        <p:spPr>
          <a:xfrm>
            <a:off x="6316360" y="620681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解壓縮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5B2C7A-A303-C766-C206-439935252107}"/>
              </a:ext>
            </a:extLst>
          </p:cNvPr>
          <p:cNvSpPr/>
          <p:nvPr/>
        </p:nvSpPr>
        <p:spPr>
          <a:xfrm>
            <a:off x="6208804" y="257697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播放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6AA0AA-577A-9694-AD30-2D911D6EB70D}"/>
              </a:ext>
            </a:extLst>
          </p:cNvPr>
          <p:cNvSpPr/>
          <p:nvPr/>
        </p:nvSpPr>
        <p:spPr>
          <a:xfrm>
            <a:off x="3503851" y="257697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讀取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FB46C3E-6808-9610-9491-3C4E1B43C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/>
          </a:bodyPr>
          <a:lstStyle/>
          <a:p>
            <a:r>
              <a:rPr lang="zh-TW" altLang="en-US" dirty="0"/>
              <a:t>音訊資源 </a:t>
            </a:r>
            <a:r>
              <a:rPr lang="en-US" altLang="zh-TW" dirty="0"/>
              <a:t>Audio Clip : Load Type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9074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12473-2D2C-FE1A-861C-049A6ACB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音訊資源 </a:t>
            </a:r>
            <a:r>
              <a:rPr lang="en-US" altLang="zh-TW" dirty="0"/>
              <a:t>Audio Clip : </a:t>
            </a:r>
            <a:r>
              <a:rPr lang="zh-TW" altLang="en-US" dirty="0"/>
              <a:t>其他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7A1DE-341E-19AF-A7A7-6868E6D92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Force To Mono</a:t>
            </a:r>
          </a:p>
          <a:p>
            <a:pPr lvl="1"/>
            <a:r>
              <a:rPr lang="zh-TW" altLang="en-US" dirty="0"/>
              <a:t>強制單聲道</a:t>
            </a:r>
            <a:endParaRPr lang="en-US" altLang="zh-TW" dirty="0"/>
          </a:p>
          <a:p>
            <a:r>
              <a:rPr lang="en-US" altLang="zh-TW" dirty="0"/>
              <a:t>Load in background</a:t>
            </a:r>
          </a:p>
          <a:p>
            <a:pPr lvl="1"/>
            <a:r>
              <a:rPr lang="zh-TW" altLang="en-US" dirty="0"/>
              <a:t>在背景讀取，可以在不影響遊戲運行的狀況下讀取音訊</a:t>
            </a:r>
            <a:endParaRPr lang="en-US" altLang="zh-TW" dirty="0"/>
          </a:p>
          <a:p>
            <a:r>
              <a:rPr lang="en-US" altLang="zh-TW" dirty="0" err="1"/>
              <a:t>Ambisonic</a:t>
            </a:r>
            <a:endParaRPr lang="en-US" altLang="zh-TW" dirty="0"/>
          </a:p>
          <a:p>
            <a:pPr lvl="1"/>
            <a:r>
              <a:rPr lang="en-US" altLang="zh-TW" dirty="0"/>
              <a:t>360</a:t>
            </a:r>
            <a:r>
              <a:rPr lang="zh-TW" altLang="en-US" dirty="0"/>
              <a:t>環繞音效，非立體聲</a:t>
            </a:r>
            <a:r>
              <a:rPr lang="en-US" altLang="zh-TW" dirty="0"/>
              <a:t>(Stereo)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D5F9CF-456D-27B2-CE29-C3145BDD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356"/>
          <a:stretch/>
        </p:blipFill>
        <p:spPr>
          <a:xfrm>
            <a:off x="4050992" y="5334000"/>
            <a:ext cx="5093008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6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B03B8-B473-77EC-6A47-903BCA73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音訊資源 </a:t>
            </a:r>
            <a:r>
              <a:rPr lang="en-US" altLang="zh-TW" dirty="0"/>
              <a:t>Audio Clip : </a:t>
            </a:r>
            <a:r>
              <a:rPr lang="zh-TW" altLang="en-US" dirty="0"/>
              <a:t>其他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437B9C-B221-3176-C1B4-F0243118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Stereo</a:t>
            </a:r>
          </a:p>
          <a:p>
            <a:pPr lvl="1"/>
            <a:r>
              <a:rPr lang="zh-TW" altLang="en-US" dirty="0"/>
              <a:t>立體聲，指</a:t>
            </a:r>
            <a:r>
              <a:rPr lang="en-US" altLang="zh-TW" dirty="0"/>
              <a:t>2</a:t>
            </a:r>
            <a:r>
              <a:rPr lang="zh-TW" altLang="en-US" dirty="0"/>
              <a:t>個或更多聲道</a:t>
            </a:r>
            <a:endParaRPr lang="en-US" altLang="zh-TW" dirty="0"/>
          </a:p>
          <a:p>
            <a:r>
              <a:rPr lang="en-US" altLang="zh-TW" dirty="0"/>
              <a:t>Mono</a:t>
            </a:r>
          </a:p>
          <a:p>
            <a:pPr lvl="1"/>
            <a:r>
              <a:rPr lang="zh-TW" altLang="en-US" dirty="0"/>
              <a:t>單聲道，各喇叭都使用同一個聲道</a:t>
            </a:r>
            <a:endParaRPr lang="en-US" altLang="zh-TW" dirty="0"/>
          </a:p>
          <a:p>
            <a:r>
              <a:rPr lang="en-US" altLang="zh-TW" dirty="0" err="1"/>
              <a:t>Ambisonic</a:t>
            </a:r>
            <a:endParaRPr lang="en-US" altLang="zh-TW" dirty="0"/>
          </a:p>
          <a:p>
            <a:pPr lvl="1"/>
            <a:r>
              <a:rPr lang="zh-TW" altLang="en-US" dirty="0"/>
              <a:t>環繞音效，一種特殊技術，可記錄球型聲音場</a:t>
            </a:r>
            <a:endParaRPr lang="en-US" altLang="zh-TW" dirty="0"/>
          </a:p>
          <a:p>
            <a:pPr lvl="1"/>
            <a:r>
              <a:rPr lang="zh-TW" altLang="en-US" dirty="0"/>
              <a:t>常用於</a:t>
            </a:r>
            <a:r>
              <a:rPr lang="en-US" altLang="zh-TW" dirty="0"/>
              <a:t>VR</a:t>
            </a:r>
            <a:r>
              <a:rPr lang="zh-TW" altLang="en-US" dirty="0"/>
              <a:t>、</a:t>
            </a:r>
            <a:r>
              <a:rPr lang="en-US" altLang="zh-TW"/>
              <a:t>AR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0C0364-4FA7-B812-B75C-9C66EFB87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356"/>
          <a:stretch/>
        </p:blipFill>
        <p:spPr>
          <a:xfrm>
            <a:off x="4050992" y="5334000"/>
            <a:ext cx="5093008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0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3E8C0-1A25-27F0-0B6A-90A7424F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音訊元件 </a:t>
            </a:r>
            <a:r>
              <a:rPr lang="en-US" altLang="zh-TW" dirty="0"/>
              <a:t>Audio Source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E9014-BC8D-99A6-3327-6F70C1C1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402832" cy="4325112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遊戲中可有多個</a:t>
            </a:r>
            <a:r>
              <a:rPr lang="en-US" altLang="zh-TW" sz="2800" dirty="0"/>
              <a:t>Audio Source</a:t>
            </a:r>
          </a:p>
          <a:p>
            <a:endParaRPr lang="en-US" altLang="zh-TW" dirty="0"/>
          </a:p>
          <a:p>
            <a:r>
              <a:rPr lang="zh-TW" altLang="en-US" dirty="0"/>
              <a:t>其中的</a:t>
            </a:r>
            <a:r>
              <a:rPr lang="en-US" altLang="zh-TW" dirty="0"/>
              <a:t>Audio Clip</a:t>
            </a:r>
            <a:r>
              <a:rPr lang="zh-TW" altLang="en-US" dirty="0"/>
              <a:t>即為被播放的音訊檔案</a:t>
            </a:r>
            <a:endParaRPr lang="en-US" altLang="zh-TW" dirty="0"/>
          </a:p>
          <a:p>
            <a:r>
              <a:rPr lang="en-US" altLang="zh-TW" dirty="0"/>
              <a:t>Mute</a:t>
            </a:r>
            <a:r>
              <a:rPr lang="zh-TW" altLang="en-US" dirty="0"/>
              <a:t>為靜音</a:t>
            </a:r>
            <a:endParaRPr lang="en-US" altLang="zh-TW" dirty="0"/>
          </a:p>
          <a:p>
            <a:r>
              <a:rPr lang="en-US" altLang="zh-TW" sz="2800" dirty="0" err="1"/>
              <a:t>PlayOnAwake</a:t>
            </a:r>
            <a:r>
              <a:rPr lang="zh-TW" altLang="en-US" sz="2800" dirty="0"/>
              <a:t>則會自動播放</a:t>
            </a:r>
            <a:endParaRPr lang="en-US" altLang="zh-TW" sz="2800" dirty="0"/>
          </a:p>
          <a:p>
            <a:r>
              <a:rPr lang="en-US" altLang="zh-TW" dirty="0"/>
              <a:t>Loop</a:t>
            </a:r>
            <a:r>
              <a:rPr lang="zh-TW" altLang="en-US" dirty="0"/>
              <a:t>則會循環播放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718DA7-D9A9-A8E1-3286-4722A904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331956"/>
            <a:ext cx="4115303" cy="424258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B3F88EA-F6C2-1810-0213-A55EAB74AA63}"/>
              </a:ext>
            </a:extLst>
          </p:cNvPr>
          <p:cNvSpPr/>
          <p:nvPr/>
        </p:nvSpPr>
        <p:spPr>
          <a:xfrm>
            <a:off x="4941276" y="2590799"/>
            <a:ext cx="4115303" cy="18288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27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3E8C0-1A25-27F0-0B6A-90A7424F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音訊元件 </a:t>
            </a:r>
            <a:r>
              <a:rPr lang="en-US" altLang="zh-TW" dirty="0"/>
              <a:t>Audio Source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E9014-BC8D-99A6-3327-6F70C1C1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402832" cy="43251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包含</a:t>
            </a:r>
            <a:endParaRPr lang="en-US" altLang="zh-TW" dirty="0"/>
          </a:p>
          <a:p>
            <a:pPr lvl="1"/>
            <a:r>
              <a:rPr lang="zh-TW" altLang="en-US" dirty="0"/>
              <a:t>優先度</a:t>
            </a:r>
            <a:r>
              <a:rPr lang="en-US" altLang="zh-TW" dirty="0"/>
              <a:t>Priority</a:t>
            </a:r>
          </a:p>
          <a:p>
            <a:pPr lvl="1"/>
            <a:r>
              <a:rPr lang="zh-TW" altLang="en-US" dirty="0"/>
              <a:t>音量</a:t>
            </a:r>
            <a:r>
              <a:rPr lang="en-US" altLang="zh-TW" dirty="0"/>
              <a:t>Volume</a:t>
            </a:r>
          </a:p>
          <a:p>
            <a:pPr lvl="1"/>
            <a:r>
              <a:rPr lang="zh-TW" altLang="en-US" dirty="0"/>
              <a:t>音高</a:t>
            </a:r>
            <a:r>
              <a:rPr lang="en-US" altLang="zh-TW" dirty="0"/>
              <a:t>Pitch</a:t>
            </a:r>
          </a:p>
          <a:p>
            <a:pPr lvl="1"/>
            <a:r>
              <a:rPr lang="zh-TW" altLang="en-US" dirty="0"/>
              <a:t>等可以調整 </a:t>
            </a:r>
            <a:r>
              <a:rPr lang="en-US" altLang="zh-TW" dirty="0"/>
              <a:t>(</a:t>
            </a:r>
            <a:r>
              <a:rPr lang="zh-TW" altLang="en-US" dirty="0"/>
              <a:t>亦可由程式設定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此物件的</a:t>
            </a:r>
            <a:r>
              <a:rPr lang="en-US" altLang="zh-TW" dirty="0"/>
              <a:t>Transform</a:t>
            </a:r>
            <a:r>
              <a:rPr lang="zh-TW" altLang="en-US" dirty="0"/>
              <a:t>位置是重要的</a:t>
            </a:r>
            <a:endParaRPr lang="en-US" altLang="zh-TW" dirty="0"/>
          </a:p>
          <a:p>
            <a:pPr lvl="1"/>
            <a:r>
              <a:rPr lang="en-US" altLang="zh-TW" dirty="0"/>
              <a:t>3D Sound</a:t>
            </a:r>
            <a:r>
              <a:rPr lang="zh-TW" altLang="en-US" dirty="0"/>
              <a:t>相關設置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718DA7-D9A9-A8E1-3286-4722A904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331956"/>
            <a:ext cx="4115303" cy="424258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58FE8D8-2D55-57A1-7835-85965CA1F693}"/>
              </a:ext>
            </a:extLst>
          </p:cNvPr>
          <p:cNvSpPr/>
          <p:nvPr/>
        </p:nvSpPr>
        <p:spPr>
          <a:xfrm>
            <a:off x="4932040" y="4419600"/>
            <a:ext cx="4115303" cy="21549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84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65A596-6ABE-75CB-FB76-8A39E37E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音訊元件 </a:t>
            </a:r>
            <a:r>
              <a:rPr lang="en-US" altLang="zh-TW" dirty="0"/>
              <a:t>Audio Source</a:t>
            </a:r>
            <a:r>
              <a:rPr lang="zh-TW" altLang="en-US" dirty="0"/>
              <a:t> 進階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68B375-8A2D-6524-24CE-13BB8525E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419600" cy="4325112"/>
          </a:xfrm>
        </p:spPr>
        <p:txBody>
          <a:bodyPr/>
          <a:lstStyle/>
          <a:p>
            <a:r>
              <a:rPr lang="en-US" altLang="zh-TW" dirty="0"/>
              <a:t>Bypass Effects </a:t>
            </a:r>
          </a:p>
          <a:p>
            <a:pPr lvl="1"/>
            <a:r>
              <a:rPr lang="zh-TW" altLang="en-US" dirty="0"/>
              <a:t>不使用掛載在該物件上的音效濾鏡。</a:t>
            </a:r>
          </a:p>
          <a:p>
            <a:endParaRPr lang="zh-TW" altLang="en-US" dirty="0"/>
          </a:p>
          <a:p>
            <a:r>
              <a:rPr lang="en-US" altLang="zh-TW" dirty="0"/>
              <a:t>Bypass Listener Effect</a:t>
            </a:r>
          </a:p>
          <a:p>
            <a:pPr lvl="1"/>
            <a:r>
              <a:rPr lang="zh-TW" altLang="en-US" dirty="0"/>
              <a:t>忽略</a:t>
            </a:r>
            <a:r>
              <a:rPr lang="en-US" altLang="zh-TW" dirty="0"/>
              <a:t>Listener</a:t>
            </a:r>
            <a:r>
              <a:rPr lang="zh-TW" altLang="en-US" dirty="0"/>
              <a:t>效果。</a:t>
            </a:r>
          </a:p>
          <a:p>
            <a:endParaRPr lang="zh-TW" altLang="en-US" dirty="0"/>
          </a:p>
          <a:p>
            <a:r>
              <a:rPr lang="en-US" altLang="zh-TW" dirty="0"/>
              <a:t>Bypass Reverb Zones </a:t>
            </a:r>
          </a:p>
          <a:p>
            <a:pPr lvl="1"/>
            <a:r>
              <a:rPr lang="zh-TW" altLang="en-US" dirty="0"/>
              <a:t>不受環境混響影響。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4321660-A1AF-15FB-9B91-4A0B5FCCD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861" y="2331956"/>
            <a:ext cx="4115303" cy="424258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35669527-725E-0624-8EF4-60D5AA3C20F8}"/>
              </a:ext>
            </a:extLst>
          </p:cNvPr>
          <p:cNvSpPr/>
          <p:nvPr/>
        </p:nvSpPr>
        <p:spPr>
          <a:xfrm>
            <a:off x="5044861" y="3276600"/>
            <a:ext cx="4002482" cy="685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256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9200E-22D0-334C-D056-7D605ADC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使用程式播放</a:t>
            </a:r>
            <a:r>
              <a:rPr lang="en-US" altLang="zh-TW" sz="4000" dirty="0"/>
              <a:t>Audio Source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8A6DF5-BD35-8537-DAF4-D5193A76A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6131024" cy="4325112"/>
          </a:xfrm>
        </p:spPr>
        <p:txBody>
          <a:bodyPr/>
          <a:lstStyle/>
          <a:p>
            <a:r>
              <a:rPr lang="zh-TW" altLang="en-US" dirty="0"/>
              <a:t>以任何方式取得該</a:t>
            </a:r>
            <a:r>
              <a:rPr lang="en-US" altLang="zh-TW" dirty="0"/>
              <a:t>Audio Source</a:t>
            </a:r>
            <a:r>
              <a:rPr lang="zh-TW" altLang="en-US" dirty="0"/>
              <a:t>組件後，就可以使用</a:t>
            </a:r>
            <a:r>
              <a:rPr lang="en-US" altLang="zh-TW" dirty="0"/>
              <a:t>Play() Stop()</a:t>
            </a:r>
            <a:r>
              <a:rPr lang="zh-TW" altLang="en-US" dirty="0"/>
              <a:t>等函式呼叫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也可以替換</a:t>
            </a:r>
            <a:r>
              <a:rPr lang="en-US" altLang="zh-TW" dirty="0"/>
              <a:t>Audio Clip</a:t>
            </a:r>
            <a:r>
              <a:rPr lang="zh-TW" altLang="en-US" dirty="0"/>
              <a:t>，來播放不同音效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2AF50ED-3102-B2CF-808C-5661A35E1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2564904"/>
            <a:ext cx="1829055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65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DE6A87-ABA3-C89C-DED5-C42CD4E6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 </a:t>
            </a:r>
            <a:r>
              <a:rPr lang="en-US" altLang="zh-TW" dirty="0"/>
              <a:t>Audio Mixer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824733-F35A-70AD-DC74-337876E3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610744" cy="432511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Audio Mixer</a:t>
            </a:r>
            <a:r>
              <a:rPr lang="zh-TW" altLang="en-US" dirty="0"/>
              <a:t>可以方便做音效音樂分類等。</a:t>
            </a:r>
            <a:endParaRPr lang="en-US" altLang="zh-TW" dirty="0"/>
          </a:p>
          <a:p>
            <a:r>
              <a:rPr lang="zh-TW" altLang="en-US" dirty="0"/>
              <a:t>並且可做混音、等化器等功能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D08B3E-20E8-4BC5-9E68-D098645D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446" y="2492896"/>
            <a:ext cx="4921757" cy="36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87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9FD52-AE57-9D11-6BE4-97869FE7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 </a:t>
            </a:r>
            <a:r>
              <a:rPr lang="en-US" altLang="zh-TW" dirty="0"/>
              <a:t>Audio Mixer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5F9599-631B-2E32-FE13-253542A2D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這個東西的另外一個功能，可以讓聲音被分類，就可以讓人調整聲音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F3A82E-E8A6-5367-0964-E86D5CF9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504172"/>
            <a:ext cx="5943600" cy="32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3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CA8587-7CB0-6E5D-EA24-99789B99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</a:t>
            </a:r>
            <a:r>
              <a:rPr lang="en-US" altLang="zh-TW" dirty="0"/>
              <a:t>Reverb Zones (</a:t>
            </a:r>
            <a:r>
              <a:rPr lang="zh-TW" altLang="en-US" dirty="0"/>
              <a:t>混響區域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D5F8E8-CA57-7919-DDFB-7BA50013D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b="1" dirty="0"/>
              <a:t>Reverb Zones</a:t>
            </a:r>
            <a:r>
              <a:rPr lang="zh-TW" altLang="en-US" b="1" dirty="0"/>
              <a:t>（混響區域）</a:t>
            </a:r>
            <a:r>
              <a:rPr lang="zh-TW" altLang="en-US" dirty="0"/>
              <a:t> 是一種用來模擬「聲音在不同空間中的反射效果」的音效區域。</a:t>
            </a:r>
            <a:br>
              <a:rPr lang="zh-TW" altLang="en-US" dirty="0"/>
            </a:br>
            <a:r>
              <a:rPr lang="zh-TW" altLang="en-US" dirty="0"/>
              <a:t>當</a:t>
            </a:r>
            <a:r>
              <a:rPr lang="zh-TW" altLang="en-US" b="1" dirty="0"/>
              <a:t>玩家或音源進入這個區域</a:t>
            </a:r>
            <a:r>
              <a:rPr lang="zh-TW" altLang="en-US" dirty="0"/>
              <a:t>時，</a:t>
            </a:r>
            <a:r>
              <a:rPr lang="en-US" altLang="zh-TW" dirty="0"/>
              <a:t>Unity </a:t>
            </a:r>
            <a:r>
              <a:rPr lang="zh-TW" altLang="en-US" dirty="0"/>
              <a:t>會自動對聲音加上「混響（</a:t>
            </a:r>
            <a:r>
              <a:rPr lang="en-US" altLang="zh-TW" dirty="0"/>
              <a:t>Reverb</a:t>
            </a:r>
            <a:r>
              <a:rPr lang="zh-TW" altLang="en-US" dirty="0"/>
              <a:t>）」效果，讓聲音聽起來像是在特定的環境中播放</a:t>
            </a:r>
            <a:endParaRPr lang="en-US" b="1" dirty="0"/>
          </a:p>
          <a:p>
            <a:r>
              <a:rPr lang="en-US" b="1" dirty="0"/>
              <a:t>Min Distance / Max Distance</a:t>
            </a:r>
            <a:r>
              <a:rPr lang="en-US" dirty="0"/>
              <a:t>：</a:t>
            </a:r>
            <a:br>
              <a:rPr lang="en-US" dirty="0"/>
            </a:br>
            <a:r>
              <a:rPr lang="zh-TW" altLang="en-US" dirty="0"/>
              <a:t>決定混響區域的範圍。</a:t>
            </a:r>
          </a:p>
          <a:p>
            <a:r>
              <a:rPr lang="en-US" b="1" dirty="0"/>
              <a:t>Reverb Preset</a:t>
            </a:r>
            <a:r>
              <a:rPr lang="en-US" dirty="0"/>
              <a:t>：</a:t>
            </a:r>
            <a:br>
              <a:rPr lang="en-US" dirty="0"/>
            </a:br>
            <a:r>
              <a:rPr lang="zh-TW" altLang="en-US" dirty="0"/>
              <a:t>可選擇預設環境，如 </a:t>
            </a:r>
            <a:r>
              <a:rPr lang="en-US" i="1" dirty="0" err="1"/>
              <a:t>Cave</a:t>
            </a:r>
            <a:r>
              <a:rPr lang="en-US" dirty="0" err="1"/>
              <a:t>、</a:t>
            </a:r>
            <a:r>
              <a:rPr lang="en-US" i="1" dirty="0" err="1"/>
              <a:t>Hallway</a:t>
            </a:r>
            <a:r>
              <a:rPr lang="en-US" dirty="0" err="1"/>
              <a:t>、</a:t>
            </a:r>
            <a:r>
              <a:rPr lang="en-US" i="1" dirty="0" err="1"/>
              <a:t>Room</a:t>
            </a:r>
            <a:r>
              <a:rPr lang="en-US" dirty="0"/>
              <a:t> </a:t>
            </a:r>
            <a:r>
              <a:rPr lang="zh-TW" altLang="en-US" dirty="0"/>
              <a:t>等。</a:t>
            </a:r>
          </a:p>
          <a:p>
            <a:r>
              <a:rPr lang="en-US" b="1" dirty="0"/>
              <a:t>Reverb Level</a:t>
            </a:r>
            <a:r>
              <a:rPr lang="en-US" dirty="0"/>
              <a:t>：</a:t>
            </a:r>
            <a:br>
              <a:rPr lang="en-US" dirty="0"/>
            </a:br>
            <a:r>
              <a:rPr lang="zh-TW" altLang="en-US" dirty="0"/>
              <a:t>控制混響效果的強度。</a:t>
            </a:r>
          </a:p>
        </p:txBody>
      </p:sp>
    </p:spTree>
    <p:extLst>
      <p:ext uri="{BB962C8B-B14F-4D97-AF65-F5344CB8AC3E}">
        <p14:creationId xmlns:p14="http://schemas.microsoft.com/office/powerpoint/2010/main" val="3319031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A9B44B-A426-AA63-8861-BB15DDA1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進階：聲音工作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CD7B5E-E6DC-D88F-850C-4DE9A190C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在遊戲製作中，聲音相關的工作通常是被忽略的一環，在我們系上也不例外，未來專題可能也會使用網路素材來製作音樂音效。</a:t>
            </a:r>
            <a:endParaRPr lang="en-US" altLang="zh-TW" dirty="0"/>
          </a:p>
          <a:p>
            <a:r>
              <a:rPr lang="zh-TW" altLang="en-US" dirty="0"/>
              <a:t>但在中大型遊戲中，聲音是增添沉浸感很重要的一環，除了以下常見工作</a:t>
            </a:r>
            <a:endParaRPr lang="en-US" altLang="zh-TW" dirty="0"/>
          </a:p>
          <a:p>
            <a:pPr lvl="1"/>
            <a:r>
              <a:rPr lang="zh-TW" altLang="en-US" dirty="0"/>
              <a:t>背景音樂</a:t>
            </a:r>
            <a:endParaRPr lang="en-US" altLang="zh-TW" dirty="0"/>
          </a:p>
          <a:p>
            <a:pPr lvl="1"/>
            <a:r>
              <a:rPr lang="zh-TW" altLang="en-US" dirty="0"/>
              <a:t>音效</a:t>
            </a:r>
            <a:endParaRPr lang="en-US" altLang="zh-TW" dirty="0"/>
          </a:p>
          <a:p>
            <a:pPr lvl="1"/>
            <a:r>
              <a:rPr lang="zh-TW" altLang="en-US" dirty="0"/>
              <a:t>語音、配音工作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0395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A9B44B-A426-AA63-8861-BB15DDA1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進階：聲音工作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CD7B5E-E6DC-D88F-850C-4DE9A190C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環境音與氛圍音製作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音訊整合 </a:t>
            </a:r>
            <a:r>
              <a:rPr lang="en-US" altLang="zh-TW" dirty="0"/>
              <a:t>&amp;</a:t>
            </a:r>
            <a:r>
              <a:rPr lang="zh-TW" altLang="en-US" dirty="0"/>
              <a:t> 混音</a:t>
            </a:r>
            <a:endParaRPr lang="en-US" altLang="zh-TW" dirty="0"/>
          </a:p>
          <a:p>
            <a:pPr lvl="1"/>
            <a:r>
              <a:rPr lang="zh-TW" altLang="en-US" dirty="0"/>
              <a:t>決定何時觸發</a:t>
            </a:r>
            <a:endParaRPr lang="en-US" altLang="zh-TW" dirty="0"/>
          </a:p>
          <a:p>
            <a:pPr lvl="1"/>
            <a:r>
              <a:rPr lang="zh-TW" altLang="en-US" dirty="0"/>
              <a:t>混音邏輯</a:t>
            </a:r>
            <a:endParaRPr lang="en-US" altLang="zh-TW" dirty="0"/>
          </a:p>
          <a:p>
            <a:pPr lvl="1"/>
            <a:r>
              <a:rPr lang="zh-TW" altLang="en-US" dirty="0"/>
              <a:t>音量 </a:t>
            </a:r>
            <a:r>
              <a:rPr lang="en-US" altLang="zh-TW" dirty="0"/>
              <a:t>&amp;</a:t>
            </a:r>
            <a:r>
              <a:rPr lang="zh-TW" altLang="en-US" dirty="0"/>
              <a:t> 距離衰減邏輯</a:t>
            </a:r>
            <a:endParaRPr lang="en-US" altLang="zh-TW" dirty="0"/>
          </a:p>
          <a:p>
            <a:pPr lvl="1"/>
            <a:r>
              <a:rPr lang="zh-TW" altLang="en-US" dirty="0"/>
              <a:t>平衡各聲音層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sz="2400" dirty="0"/>
          </a:p>
          <a:p>
            <a:r>
              <a:rPr lang="en-US" altLang="zh-TW" sz="3200" b="1" i="0" dirty="0">
                <a:effectLst/>
                <a:latin typeface="Roboto" panose="02000000000000000000" pitchFamily="2" charset="0"/>
                <a:hlinkClick r:id="rId2"/>
              </a:rPr>
              <a:t>Street</a:t>
            </a:r>
            <a:r>
              <a:rPr lang="en-US" altLang="zh-TW" b="1" i="0" dirty="0">
                <a:effectLst/>
                <a:latin typeface="Roboto" panose="02000000000000000000" pitchFamily="2" charset="0"/>
                <a:hlinkClick r:id="rId2"/>
              </a:rPr>
              <a:t> Fighter 6 - Terry Teaser Trailer</a:t>
            </a:r>
            <a:endParaRPr lang="en-US" altLang="zh-TW" sz="4400" dirty="0"/>
          </a:p>
        </p:txBody>
      </p:sp>
    </p:spTree>
    <p:extLst>
      <p:ext uri="{BB962C8B-B14F-4D97-AF65-F5344CB8AC3E}">
        <p14:creationId xmlns:p14="http://schemas.microsoft.com/office/powerpoint/2010/main" val="345673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7270</TotalTime>
  <Words>767</Words>
  <Application>Microsoft Office PowerPoint</Application>
  <PresentationFormat>如螢幕大小 (4:3)</PresentationFormat>
  <Paragraphs>138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Arial</vt:lpstr>
      <vt:lpstr>Calibri</vt:lpstr>
      <vt:lpstr>Georgia</vt:lpstr>
      <vt:lpstr>Roboto</vt:lpstr>
      <vt:lpstr>Wingdings 2</vt:lpstr>
      <vt:lpstr>都會</vt:lpstr>
      <vt:lpstr>Lesson 12 音樂與音效</vt:lpstr>
      <vt:lpstr>[通用]遊戲引擎功能</vt:lpstr>
      <vt:lpstr>Unity中的組成</vt:lpstr>
      <vt:lpstr>Audio Listener</vt:lpstr>
      <vt:lpstr>音訊資源 Audio Clip</vt:lpstr>
      <vt:lpstr>音訊資源 Audio Clip : Load Type</vt:lpstr>
      <vt:lpstr>音訊資源 Audio Clip : Load Type</vt:lpstr>
      <vt:lpstr>音訊資源 Audio Clip : 其他</vt:lpstr>
      <vt:lpstr>音訊資源 Audio Clip : 其他</vt:lpstr>
      <vt:lpstr>音訊元件 Audio Source</vt:lpstr>
      <vt:lpstr>音訊元件 Audio Source</vt:lpstr>
      <vt:lpstr>音訊元件 Audio Source 進階</vt:lpstr>
      <vt:lpstr>使用程式播放Audio Source</vt:lpstr>
      <vt:lpstr>進階： Audio Mixer</vt:lpstr>
      <vt:lpstr>進階： Audio Mixer</vt:lpstr>
      <vt:lpstr>進階：Reverb Zones (混響區域)</vt:lpstr>
      <vt:lpstr>進階：聲音工作</vt:lpstr>
      <vt:lpstr>進階：聲音工作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521</cp:revision>
  <dcterms:created xsi:type="dcterms:W3CDTF">2024-11-18T05:57:07Z</dcterms:created>
  <dcterms:modified xsi:type="dcterms:W3CDTF">2025-12-01T06:11:19Z</dcterms:modified>
</cp:coreProperties>
</file>