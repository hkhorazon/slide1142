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0" r:id="rId3"/>
    <p:sldId id="261" r:id="rId4"/>
    <p:sldId id="258" r:id="rId5"/>
    <p:sldId id="257" r:id="rId6"/>
    <p:sldId id="264" r:id="rId7"/>
    <p:sldId id="262" r:id="rId8"/>
    <p:sldId id="263" r:id="rId9"/>
    <p:sldId id="265" r:id="rId10"/>
    <p:sldId id="293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2025/9/11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Lesson 3</a:t>
            </a:r>
            <a:br>
              <a:rPr lang="en-US" altLang="zh-TW" dirty="0"/>
            </a:br>
            <a:r>
              <a:rPr lang="en-US" altLang="zh-TW" dirty="0"/>
              <a:t>Unity</a:t>
            </a:r>
            <a:r>
              <a:rPr lang="zh-TW" altLang="en-US" dirty="0"/>
              <a:t>基本操作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8229600" cy="1066800"/>
          </a:xfrm>
        </p:spPr>
        <p:txBody>
          <a:bodyPr/>
          <a:lstStyle/>
          <a:p>
            <a:r>
              <a:rPr lang="zh-TW" altLang="en-US" dirty="0"/>
              <a:t>基本介面 </a:t>
            </a:r>
            <a:r>
              <a:rPr lang="en-US" altLang="zh-TW" dirty="0"/>
              <a:t>(</a:t>
            </a:r>
            <a:r>
              <a:rPr lang="zh-TW" altLang="en-US" dirty="0"/>
              <a:t>預設排版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0" y="1571612"/>
            <a:ext cx="9144000" cy="4929700"/>
            <a:chOff x="0" y="1571612"/>
            <a:chExt cx="9144000" cy="49297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1571612"/>
              <a:ext cx="9144000" cy="4929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橢圓 6"/>
            <p:cNvSpPr/>
            <p:nvPr/>
          </p:nvSpPr>
          <p:spPr>
            <a:xfrm>
              <a:off x="8643966" y="1714488"/>
              <a:ext cx="500034" cy="214314"/>
            </a:xfrm>
            <a:prstGeom prst="ellipse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基本介面 </a:t>
            </a:r>
            <a:r>
              <a:rPr lang="en-US" altLang="zh-TW" dirty="0"/>
              <a:t>(</a:t>
            </a:r>
            <a:r>
              <a:rPr lang="zh-TW" altLang="en-US" dirty="0"/>
              <a:t>常規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Project </a:t>
            </a:r>
            <a:r>
              <a:rPr lang="zh-TW" altLang="en-US" dirty="0"/>
              <a:t>專案</a:t>
            </a:r>
            <a:endParaRPr lang="en-US" altLang="zh-TW" dirty="0"/>
          </a:p>
          <a:p>
            <a:r>
              <a:rPr lang="en-US" altLang="zh-TW" dirty="0"/>
              <a:t>Hierarchy</a:t>
            </a:r>
            <a:r>
              <a:rPr lang="zh-TW" altLang="en-US" dirty="0"/>
              <a:t> 階層</a:t>
            </a:r>
            <a:endParaRPr lang="en-US" altLang="zh-TW" dirty="0"/>
          </a:p>
          <a:p>
            <a:r>
              <a:rPr lang="en-US" altLang="zh-TW" dirty="0"/>
              <a:t>Scene</a:t>
            </a:r>
            <a:r>
              <a:rPr lang="zh-TW" altLang="en-US" dirty="0"/>
              <a:t> 場景</a:t>
            </a:r>
            <a:endParaRPr lang="en-US" altLang="zh-TW" dirty="0"/>
          </a:p>
          <a:p>
            <a:r>
              <a:rPr lang="en-US" altLang="zh-TW" dirty="0"/>
              <a:t>Game</a:t>
            </a:r>
            <a:r>
              <a:rPr lang="zh-TW" altLang="en-US" dirty="0"/>
              <a:t> 遊戲</a:t>
            </a:r>
            <a:endParaRPr lang="en-US" altLang="zh-TW" dirty="0"/>
          </a:p>
          <a:p>
            <a:r>
              <a:rPr lang="en-US" altLang="zh-TW" dirty="0"/>
              <a:t>Inspector</a:t>
            </a:r>
            <a:r>
              <a:rPr lang="zh-TW" altLang="en-US" dirty="0"/>
              <a:t> 檢查器</a:t>
            </a:r>
            <a:endParaRPr lang="en-US" altLang="zh-TW" dirty="0"/>
          </a:p>
          <a:p>
            <a:r>
              <a:rPr lang="en-US" altLang="zh-TW" dirty="0"/>
              <a:t>Console</a:t>
            </a:r>
            <a:r>
              <a:rPr lang="zh-TW" altLang="en-US" dirty="0"/>
              <a:t> 控制台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sz="2400" dirty="0"/>
              <a:t>工具列 </a:t>
            </a:r>
            <a:r>
              <a:rPr lang="en-US" altLang="zh-TW" sz="2400" dirty="0"/>
              <a:t>&gt;</a:t>
            </a:r>
            <a:r>
              <a:rPr lang="zh-TW" altLang="en-US" sz="2400" dirty="0"/>
              <a:t> 視窗</a:t>
            </a:r>
            <a:r>
              <a:rPr lang="en-US" altLang="zh-TW" sz="2400" dirty="0"/>
              <a:t>(Window)</a:t>
            </a:r>
            <a:r>
              <a:rPr lang="zh-TW" altLang="en-US" sz="2400" dirty="0"/>
              <a:t> </a:t>
            </a:r>
            <a:r>
              <a:rPr lang="en-US" altLang="zh-TW" sz="2400" dirty="0"/>
              <a:t>&gt;</a:t>
            </a:r>
            <a:r>
              <a:rPr lang="zh-TW" altLang="en-US" sz="2400" dirty="0"/>
              <a:t> 常規</a:t>
            </a:r>
            <a:r>
              <a:rPr lang="en-US" altLang="zh-TW" sz="2400" dirty="0"/>
              <a:t>(General) </a:t>
            </a:r>
            <a:r>
              <a:rPr lang="zh-TW" altLang="en-US" sz="2400" dirty="0"/>
              <a:t>可開啟</a:t>
            </a:r>
            <a:r>
              <a:rPr lang="zh-TW" altLang="en-US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介面：</a:t>
            </a:r>
            <a:r>
              <a:rPr lang="en-US" altLang="zh-TW" dirty="0"/>
              <a:t>Project </a:t>
            </a:r>
            <a:r>
              <a:rPr lang="zh-TW" altLang="en-US" dirty="0"/>
              <a:t>專案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j-ea"/>
                <a:ea typeface="+mj-ea"/>
              </a:rPr>
              <a:t>One Column/Two Column</a:t>
            </a:r>
          </a:p>
          <a:p>
            <a:r>
              <a:rPr lang="zh-TW" altLang="en-US" dirty="0">
                <a:latin typeface="+mj-ea"/>
                <a:ea typeface="+mj-ea"/>
              </a:rPr>
              <a:t>縮放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搜尋</a:t>
            </a:r>
            <a:endParaRPr lang="en-US" altLang="zh-TW" dirty="0">
              <a:latin typeface="+mj-ea"/>
              <a:ea typeface="+mj-ea"/>
            </a:endParaRPr>
          </a:p>
          <a:p>
            <a:pPr lvl="1"/>
            <a:r>
              <a:rPr lang="zh-TW" altLang="en-US" dirty="0">
                <a:latin typeface="+mj-ea"/>
                <a:ea typeface="+mj-ea"/>
              </a:rPr>
              <a:t>依照類別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7346" y="4467242"/>
            <a:ext cx="9191346" cy="2390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資料夾結構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285992"/>
            <a:ext cx="7602537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14356"/>
            <a:ext cx="3400420" cy="171451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介面：</a:t>
            </a:r>
            <a:br>
              <a:rPr lang="en-US" altLang="zh-TW" dirty="0"/>
            </a:br>
            <a:r>
              <a:rPr lang="en-US" altLang="zh-TW" dirty="0"/>
              <a:t>Scene</a:t>
            </a:r>
            <a:r>
              <a:rPr lang="zh-TW" altLang="en-US" dirty="0"/>
              <a:t>場景 </a:t>
            </a:r>
            <a:r>
              <a:rPr lang="en-US" altLang="zh-TW" dirty="0"/>
              <a:t>/ Game</a:t>
            </a:r>
            <a:r>
              <a:rPr lang="zh-TW" altLang="en-US" dirty="0"/>
              <a:t>遊戲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571744"/>
            <a:ext cx="3186106" cy="4002792"/>
          </a:xfrm>
        </p:spPr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Scene</a:t>
            </a:r>
          </a:p>
          <a:p>
            <a:pPr lvl="1"/>
            <a:r>
              <a:rPr lang="zh-TW" altLang="en-US" dirty="0"/>
              <a:t>展示場景的物件</a:t>
            </a:r>
            <a:endParaRPr lang="en-US" altLang="zh-TW" dirty="0"/>
          </a:p>
          <a:p>
            <a:pPr lvl="1"/>
            <a:r>
              <a:rPr lang="zh-TW" altLang="en-US" dirty="0"/>
              <a:t>可自由移動</a:t>
            </a:r>
            <a:endParaRPr lang="en-US" altLang="zh-TW" dirty="0"/>
          </a:p>
          <a:p>
            <a:r>
              <a:rPr lang="en-US" altLang="zh-TW" dirty="0"/>
              <a:t>Game</a:t>
            </a:r>
          </a:p>
          <a:p>
            <a:pPr lvl="1"/>
            <a:r>
              <a:rPr lang="zh-TW" altLang="en-US" dirty="0"/>
              <a:t>玩家看到的遊戲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1174164"/>
            <a:ext cx="5286380" cy="5469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4972056" cy="10668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介面：</a:t>
            </a:r>
            <a:r>
              <a:rPr lang="en-US" altLang="zh-TW" dirty="0"/>
              <a:t>Inspector</a:t>
            </a:r>
            <a:r>
              <a:rPr lang="zh-TW" altLang="en-US" dirty="0"/>
              <a:t> 檢查器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972056" cy="4325112"/>
          </a:xfrm>
        </p:spPr>
        <p:txBody>
          <a:bodyPr/>
          <a:lstStyle/>
          <a:p>
            <a:r>
              <a:rPr lang="zh-TW" altLang="en-US" dirty="0"/>
              <a:t>檢視</a:t>
            </a:r>
            <a:r>
              <a:rPr lang="en-US" altLang="zh-TW" dirty="0"/>
              <a:t>/</a:t>
            </a:r>
            <a:r>
              <a:rPr lang="zh-TW" altLang="en-US" dirty="0"/>
              <a:t>修改 單一或多個物件的詳細資訊</a:t>
            </a:r>
            <a:endParaRPr lang="en-US" altLang="zh-TW" dirty="0"/>
          </a:p>
          <a:p>
            <a:pPr lvl="1"/>
            <a:r>
              <a:rPr lang="en-US" altLang="zh-TW" dirty="0"/>
              <a:t>Project</a:t>
            </a:r>
          </a:p>
          <a:p>
            <a:pPr lvl="1"/>
            <a:r>
              <a:rPr lang="en-US" altLang="zh-TW" dirty="0"/>
              <a:t>Hierarchy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注意「</a:t>
            </a:r>
            <a:r>
              <a:rPr lang="en-US" altLang="zh-TW" dirty="0"/>
              <a:t>Lock </a:t>
            </a:r>
            <a:r>
              <a:rPr lang="zh-TW" altLang="en-US" dirty="0"/>
              <a:t>鎖定」</a:t>
            </a:r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1214422"/>
            <a:ext cx="3590119" cy="564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介面：</a:t>
            </a:r>
            <a:r>
              <a:rPr lang="en-US" altLang="zh-TW" dirty="0"/>
              <a:t>Hierarchy</a:t>
            </a:r>
            <a:r>
              <a:rPr lang="zh-TW" altLang="en-US" dirty="0"/>
              <a:t> 階層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4324" y="2249424"/>
            <a:ext cx="5400684" cy="4325112"/>
          </a:xfrm>
        </p:spPr>
        <p:txBody>
          <a:bodyPr/>
          <a:lstStyle/>
          <a:p>
            <a:r>
              <a:rPr lang="zh-TW" altLang="en-US" dirty="0"/>
              <a:t>顯示目前已開啟的</a:t>
            </a:r>
            <a:r>
              <a:rPr lang="en-US" altLang="zh-TW" dirty="0"/>
              <a:t>Scene(</a:t>
            </a:r>
            <a:r>
              <a:rPr lang="zh-TW" altLang="en-US" dirty="0"/>
              <a:t>場景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目前場景中的</a:t>
            </a:r>
            <a:r>
              <a:rPr lang="en-US" altLang="zh-TW" dirty="0" err="1"/>
              <a:t>GameObject</a:t>
            </a:r>
            <a:r>
              <a:rPr lang="en-US" altLang="zh-TW" dirty="0"/>
              <a:t>(</a:t>
            </a:r>
            <a:r>
              <a:rPr lang="zh-TW" altLang="en-US" dirty="0"/>
              <a:t>遊戲物件</a:t>
            </a:r>
            <a:r>
              <a:rPr lang="en-US" altLang="zh-TW" dirty="0"/>
              <a:t>)</a:t>
            </a:r>
            <a:r>
              <a:rPr lang="zh-TW" altLang="en-US" dirty="0"/>
              <a:t>與其階層關係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點選物件時</a:t>
            </a:r>
            <a:endParaRPr lang="en-US" altLang="zh-TW" dirty="0"/>
          </a:p>
          <a:p>
            <a:pPr lvl="1"/>
            <a:r>
              <a:rPr lang="en-US" altLang="zh-TW" dirty="0"/>
              <a:t>Scene</a:t>
            </a:r>
            <a:r>
              <a:rPr lang="zh-TW" altLang="en-US" dirty="0"/>
              <a:t>中該物件會紅框</a:t>
            </a:r>
            <a:endParaRPr lang="en-US" altLang="zh-TW" dirty="0"/>
          </a:p>
          <a:p>
            <a:pPr lvl="1"/>
            <a:r>
              <a:rPr lang="en-US" altLang="zh-TW" dirty="0"/>
              <a:t>Inspector</a:t>
            </a:r>
            <a:r>
              <a:rPr lang="zh-TW" altLang="en-US" dirty="0"/>
              <a:t>會變為該物件資訊</a:t>
            </a:r>
            <a:endParaRPr lang="en-US" altLang="zh-TW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22989" y="1857364"/>
            <a:ext cx="3521043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介面：</a:t>
            </a:r>
            <a:r>
              <a:rPr lang="en-US" altLang="zh-TW" dirty="0"/>
              <a:t>Console </a:t>
            </a:r>
            <a:r>
              <a:rPr lang="zh-TW" altLang="en-US" dirty="0"/>
              <a:t>控制台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325112"/>
          </a:xfrm>
        </p:spPr>
        <p:txBody>
          <a:bodyPr/>
          <a:lstStyle/>
          <a:p>
            <a:r>
              <a:rPr lang="zh-TW" altLang="en-US" dirty="0"/>
              <a:t>顯示系統訊息或玩家印的訊息</a:t>
            </a:r>
            <a:r>
              <a:rPr lang="en-US" altLang="zh-TW" dirty="0"/>
              <a:t>(Debug)</a:t>
            </a:r>
          </a:p>
          <a:p>
            <a:pPr lvl="1"/>
            <a:r>
              <a:rPr lang="zh-TW" altLang="en-US" dirty="0"/>
              <a:t>分類：一般、警告、錯誤</a:t>
            </a:r>
            <a:endParaRPr lang="en-US" altLang="zh-TW" dirty="0"/>
          </a:p>
          <a:p>
            <a:pPr lvl="1"/>
            <a:r>
              <a:rPr lang="zh-TW" altLang="en-US" dirty="0"/>
              <a:t>由系統輸出</a:t>
            </a:r>
            <a:endParaRPr lang="en-US" altLang="zh-TW" dirty="0"/>
          </a:p>
          <a:p>
            <a:pPr lvl="1"/>
            <a:r>
              <a:rPr lang="zh-TW" altLang="en-US" dirty="0"/>
              <a:t>由自己寫的程式輸出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954754"/>
            <a:ext cx="9144000" cy="2831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zh-TW" altLang="en-US" dirty="0"/>
              <a:t>英文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CDDAF0-D373-5069-0A1C-31D5DC8D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185648"/>
              </p:ext>
            </p:extLst>
          </p:nvPr>
        </p:nvGraphicFramePr>
        <p:xfrm>
          <a:off x="611560" y="1988840"/>
          <a:ext cx="8075240" cy="47963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17316374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1836957082"/>
                    </a:ext>
                  </a:extLst>
                </a:gridCol>
              </a:tblGrid>
              <a:tr h="57112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Project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專案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完整的遊戲製作資料夾，包含所有資源</a:t>
                      </a:r>
                      <a:br>
                        <a:rPr lang="en-US" altLang="zh-TW" sz="1800" b="0" dirty="0">
                          <a:latin typeface="+mj-ea"/>
                          <a:ea typeface="+mj-ea"/>
                        </a:rPr>
                      </a:b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介面：展示遊戲所有資源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Hierarchy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階層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介面：展示當前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個或數個場景的所有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Game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Object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Scene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場景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介面：展示當前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或多個場景，自由視角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Game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遊戲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介面：展示遊戲中的畫面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584998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Inspector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檢查器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介面：展示點選的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Game Object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或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Asset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的細節資訊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872403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Console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控制台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介面：展示輸入的訊息、警告或錯誤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46255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Asset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資源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指遊戲中的各種資源，如圖片、音效等，可在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Project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介面瀏覽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57201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Game Object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遊戲物件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Unity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在場景中運作的基本單位，可在</a:t>
                      </a:r>
                      <a:r>
                        <a:rPr lang="en-US" altLang="zh-TW" sz="1800" b="0" dirty="0" err="1">
                          <a:latin typeface="+mj-ea"/>
                          <a:ea typeface="+mj-ea"/>
                        </a:rPr>
                        <a:t>Hierachy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或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Scene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介面中找到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729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8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605</TotalTime>
  <Words>304</Words>
  <Application>Microsoft Office PowerPoint</Application>
  <PresentationFormat>如螢幕大小 (4:3)</PresentationFormat>
  <Paragraphs>72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Arial</vt:lpstr>
      <vt:lpstr>Georgia</vt:lpstr>
      <vt:lpstr>Times New Roman</vt:lpstr>
      <vt:lpstr>Wingdings 2</vt:lpstr>
      <vt:lpstr>都會</vt:lpstr>
      <vt:lpstr>Lesson 3 Unity基本操作</vt:lpstr>
      <vt:lpstr>基本介面 (預設排版)</vt:lpstr>
      <vt:lpstr>基本介面 (常規)</vt:lpstr>
      <vt:lpstr>介面：Project 專案</vt:lpstr>
      <vt:lpstr>資料夾結構</vt:lpstr>
      <vt:lpstr>介面： Scene場景 / Game遊戲</vt:lpstr>
      <vt:lpstr>介面：Inspector 檢查器</vt:lpstr>
      <vt:lpstr>介面：Hierarchy 階層</vt:lpstr>
      <vt:lpstr>介面：Console 控制台</vt:lpstr>
      <vt:lpstr>英文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34</cp:revision>
  <dcterms:created xsi:type="dcterms:W3CDTF">2024-11-18T05:57:07Z</dcterms:created>
  <dcterms:modified xsi:type="dcterms:W3CDTF">2025-09-11T05:43:20Z</dcterms:modified>
</cp:coreProperties>
</file>