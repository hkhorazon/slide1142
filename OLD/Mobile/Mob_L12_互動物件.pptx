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273" r:id="rId3"/>
    <p:sldId id="264" r:id="rId4"/>
    <p:sldId id="275" r:id="rId5"/>
    <p:sldId id="276" r:id="rId6"/>
    <p:sldId id="277" r:id="rId7"/>
    <p:sldId id="280" r:id="rId8"/>
    <p:sldId id="278" r:id="rId9"/>
    <p:sldId id="285" r:id="rId10"/>
    <p:sldId id="279" r:id="rId11"/>
    <p:sldId id="281" r:id="rId12"/>
    <p:sldId id="283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Lesson 12</a:t>
            </a:r>
            <a:br>
              <a:rPr lang="en-US" altLang="zh-TW" dirty="0"/>
            </a:br>
            <a:r>
              <a:rPr lang="zh-TW" altLang="en-US" dirty="0"/>
              <a:t>互動物件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EB3F58-853C-5B10-FCD7-38653727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Collider/</a:t>
            </a:r>
            <a:r>
              <a:rPr lang="en-US" altLang="zh-TW" dirty="0" err="1"/>
              <a:t>IsTrigger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A8648B-D880-C290-E826-FC1CC3D0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將碰撞器設置為觸發器</a:t>
            </a:r>
            <a:endParaRPr lang="en-US" altLang="zh-TW" dirty="0"/>
          </a:p>
          <a:p>
            <a:pPr lvl="1"/>
            <a:r>
              <a:rPr lang="zh-TW" altLang="en-US" dirty="0"/>
              <a:t>將無法與其他物件產生物理碰撞，但改為「觸發」事件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走到「某區域」出現過場動畫</a:t>
            </a:r>
            <a:endParaRPr lang="en-US" altLang="zh-TW" dirty="0"/>
          </a:p>
          <a:p>
            <a:pPr lvl="1"/>
            <a:r>
              <a:rPr lang="zh-TW" altLang="en-US" dirty="0"/>
              <a:t>傳送門</a:t>
            </a:r>
            <a:endParaRPr lang="en-US" altLang="zh-TW" dirty="0"/>
          </a:p>
          <a:p>
            <a:pPr lvl="1"/>
            <a:r>
              <a:rPr lang="zh-TW" altLang="en-US" dirty="0"/>
              <a:t>馬利歐中可以吃的金幣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092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互動物件  金幣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建立金幣</a:t>
            </a:r>
            <a:r>
              <a:rPr lang="en-US" altLang="zh-TW" dirty="0"/>
              <a:t>Prefab</a:t>
            </a:r>
          </a:p>
          <a:p>
            <a:endParaRPr lang="en-US" altLang="zh-TW" dirty="0"/>
          </a:p>
          <a:p>
            <a:r>
              <a:rPr lang="zh-TW" altLang="en-US" dirty="0"/>
              <a:t>製作金幣動畫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設置</a:t>
            </a:r>
            <a:r>
              <a:rPr lang="en-US" altLang="zh-TW" dirty="0"/>
              <a:t>Collider</a:t>
            </a:r>
          </a:p>
          <a:p>
            <a:pPr lvl="1"/>
            <a:r>
              <a:rPr lang="zh-TW" altLang="en-US" dirty="0"/>
              <a:t>目前這樣設置，應該會發現金幣會影響碰撞</a:t>
            </a:r>
            <a:r>
              <a:rPr lang="en-US" altLang="zh-TW" dirty="0"/>
              <a:t>&amp;</a:t>
            </a:r>
            <a:r>
              <a:rPr lang="zh-TW" altLang="en-US" dirty="0"/>
              <a:t>移動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B468CC-11D6-07A9-6107-89F195F5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互動物件  金幣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5F59DC-FD3E-C4C2-0BDD-5405068DF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</a:t>
            </a:r>
            <a:r>
              <a:rPr lang="en-US" altLang="zh-TW" dirty="0"/>
              <a:t>Collider</a:t>
            </a:r>
            <a:r>
              <a:rPr lang="zh-TW" altLang="en-US" dirty="0"/>
              <a:t>的</a:t>
            </a:r>
            <a:r>
              <a:rPr lang="en-US" altLang="zh-TW" dirty="0" err="1"/>
              <a:t>IsTrigger</a:t>
            </a:r>
            <a:r>
              <a:rPr lang="zh-TW" altLang="en-US" dirty="0"/>
              <a:t>打開</a:t>
            </a:r>
            <a:endParaRPr lang="en-US" altLang="zh-TW" dirty="0"/>
          </a:p>
          <a:p>
            <a:pPr lvl="1"/>
            <a:r>
              <a:rPr lang="zh-TW" altLang="en-US" dirty="0"/>
              <a:t>此時角色撞不到金幣了</a:t>
            </a:r>
            <a:endParaRPr lang="en-US" altLang="zh-TW" dirty="0"/>
          </a:p>
          <a:p>
            <a:pPr lvl="1"/>
            <a:r>
              <a:rPr lang="en-US" altLang="zh-TW" dirty="0"/>
              <a:t>Trigger</a:t>
            </a:r>
            <a:r>
              <a:rPr lang="zh-TW" altLang="en-US" dirty="0"/>
              <a:t>的好處是，仍然可以查覺「撞到」了金幣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我們可以藉由以下函式知道撞到</a:t>
            </a:r>
            <a:r>
              <a:rPr lang="en-US" altLang="zh-TW" dirty="0"/>
              <a:t>Trigger</a:t>
            </a:r>
            <a:r>
              <a:rPr lang="zh-TW" altLang="en-US" dirty="0"/>
              <a:t>的狀況</a:t>
            </a:r>
            <a:endParaRPr lang="en-US" altLang="zh-TW" dirty="0"/>
          </a:p>
          <a:p>
            <a:pPr lvl="1"/>
            <a:r>
              <a:rPr lang="en-US" altLang="zh-TW" dirty="0" err="1"/>
              <a:t>OnTriggerEnter</a:t>
            </a:r>
            <a:endParaRPr lang="en-US" altLang="zh-TW" dirty="0"/>
          </a:p>
          <a:p>
            <a:pPr lvl="1"/>
            <a:r>
              <a:rPr lang="en-US" altLang="zh-TW" dirty="0" err="1"/>
              <a:t>OnTriggerExit</a:t>
            </a:r>
            <a:endParaRPr lang="en-US" altLang="zh-TW" dirty="0"/>
          </a:p>
          <a:p>
            <a:pPr lvl="1"/>
            <a:r>
              <a:rPr lang="en-US" altLang="zh-TW" dirty="0" err="1"/>
              <a:t>OnTriggerStay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72578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5C298-30A8-A5D3-E8F9-D78E0130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互動物件  金幣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166224-4B10-DE4C-A03C-B8AC42997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我們必須設法理解撞到的</a:t>
            </a:r>
            <a:r>
              <a:rPr lang="en-US" altLang="zh-TW" dirty="0"/>
              <a:t>”Trigger</a:t>
            </a:r>
            <a:r>
              <a:rPr lang="zh-TW" altLang="en-US" dirty="0"/>
              <a:t>物件</a:t>
            </a:r>
            <a:r>
              <a:rPr lang="en-US" altLang="zh-TW" dirty="0"/>
              <a:t>”</a:t>
            </a:r>
            <a:r>
              <a:rPr lang="zh-TW" altLang="en-US" dirty="0"/>
              <a:t>是金幣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en-US" altLang="zh-TW" dirty="0"/>
              <a:t>Tag</a:t>
            </a:r>
          </a:p>
          <a:p>
            <a:endParaRPr lang="en-US" altLang="zh-TW" dirty="0"/>
          </a:p>
          <a:p>
            <a:r>
              <a:rPr lang="zh-TW" altLang="en-US" dirty="0"/>
              <a:t>那麼「馬利歐」的金幣此時該做什麼事？</a:t>
            </a:r>
            <a:endParaRPr lang="en-US" altLang="zh-TW" dirty="0"/>
          </a:p>
          <a:p>
            <a:pPr lvl="1"/>
            <a:r>
              <a:rPr lang="zh-TW" altLang="en-US" dirty="0"/>
              <a:t>金幣消失 </a:t>
            </a:r>
            <a:endParaRPr lang="en-US" altLang="zh-TW" dirty="0"/>
          </a:p>
          <a:p>
            <a:pPr lvl="2"/>
            <a:r>
              <a:rPr lang="en-US" altLang="zh-TW" dirty="0"/>
              <a:t>(</a:t>
            </a:r>
            <a:r>
              <a:rPr lang="zh-TW" altLang="en-US" dirty="0"/>
              <a:t>消失動畫、透明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玩家的金幣計數加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(</a:t>
            </a:r>
            <a:r>
              <a:rPr lang="zh-TW" altLang="en-US" dirty="0"/>
              <a:t>更多規則</a:t>
            </a:r>
            <a:r>
              <a:rPr lang="en-US" altLang="zh-TW" dirty="0"/>
              <a:t>:</a:t>
            </a:r>
            <a:r>
              <a:rPr lang="zh-TW" altLang="en-US" dirty="0"/>
              <a:t>如</a:t>
            </a:r>
            <a:r>
              <a:rPr lang="en-US" altLang="zh-TW" dirty="0"/>
              <a:t>100</a:t>
            </a:r>
            <a:r>
              <a:rPr lang="zh-TW" altLang="en-US" dirty="0"/>
              <a:t>顆金幣獲得生命</a:t>
            </a:r>
            <a:r>
              <a:rPr lang="en-US" altLang="zh-TW" dirty="0"/>
              <a:t>..)</a:t>
            </a:r>
          </a:p>
          <a:p>
            <a:pPr lvl="2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565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C5771B-E8C0-A35D-B374-204A01FD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Effector 2D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A556DB-8C21-9956-E913-1B5B8DCC5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762872" cy="4325112"/>
          </a:xfrm>
        </p:spPr>
        <p:txBody>
          <a:bodyPr/>
          <a:lstStyle/>
          <a:p>
            <a:r>
              <a:rPr lang="zh-TW" altLang="en-US" dirty="0"/>
              <a:t>為</a:t>
            </a:r>
            <a:r>
              <a:rPr lang="en-US" altLang="zh-TW" dirty="0"/>
              <a:t>Component</a:t>
            </a:r>
            <a:r>
              <a:rPr lang="zh-TW" altLang="en-US" dirty="0"/>
              <a:t>，通常掛在</a:t>
            </a:r>
            <a:r>
              <a:rPr lang="en-US" altLang="zh-TW" dirty="0"/>
              <a:t>2D Sprite</a:t>
            </a:r>
            <a:r>
              <a:rPr lang="zh-TW" altLang="en-US" dirty="0"/>
              <a:t>物件。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可提供一些以物理方式影響物件動作的元件。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必須要有一個</a:t>
            </a:r>
            <a:r>
              <a:rPr lang="en-US" altLang="zh-TW" dirty="0"/>
              <a:t>Collider2D</a:t>
            </a:r>
            <a:r>
              <a:rPr lang="zh-TW" altLang="en-US" dirty="0"/>
              <a:t>且勾選</a:t>
            </a:r>
            <a:r>
              <a:rPr lang="en-US" altLang="zh-TW" dirty="0"/>
              <a:t>Used by Effector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430E8C-033E-ABAE-B4B7-255A2757E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3068960"/>
            <a:ext cx="3427374" cy="329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14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C5771B-E8C0-A35D-B374-204A01FD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Effector 2D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A556DB-8C21-9956-E913-1B5B8DCC5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762872" cy="4325112"/>
          </a:xfrm>
        </p:spPr>
        <p:txBody>
          <a:bodyPr/>
          <a:lstStyle/>
          <a:p>
            <a:r>
              <a:rPr lang="zh-TW" altLang="en-US" dirty="0"/>
              <a:t>必須要有一個</a:t>
            </a:r>
            <a:r>
              <a:rPr lang="en-US" altLang="zh-TW" dirty="0"/>
              <a:t>Collider2D</a:t>
            </a:r>
            <a:r>
              <a:rPr lang="zh-TW" altLang="en-US" dirty="0"/>
              <a:t>且勾選</a:t>
            </a:r>
            <a:r>
              <a:rPr lang="en-US" altLang="zh-TW" dirty="0"/>
              <a:t>Used by Effector</a:t>
            </a:r>
          </a:p>
          <a:p>
            <a:endParaRPr lang="en-US" altLang="zh-TW" dirty="0"/>
          </a:p>
          <a:p>
            <a:r>
              <a:rPr lang="zh-TW" altLang="en-US" dirty="0"/>
              <a:t>此時該</a:t>
            </a:r>
            <a:r>
              <a:rPr lang="en-US" altLang="zh-TW" dirty="0"/>
              <a:t>Collider</a:t>
            </a:r>
            <a:r>
              <a:rPr lang="zh-TW" altLang="en-US" dirty="0"/>
              <a:t>會變為讓</a:t>
            </a:r>
            <a:r>
              <a:rPr lang="en-US" altLang="zh-TW" dirty="0"/>
              <a:t>Effector</a:t>
            </a:r>
            <a:r>
              <a:rPr lang="zh-TW" altLang="en-US" dirty="0"/>
              <a:t>使用，而沒有</a:t>
            </a:r>
            <a:r>
              <a:rPr lang="en-US" altLang="zh-TW" dirty="0"/>
              <a:t>Collider</a:t>
            </a:r>
            <a:r>
              <a:rPr lang="zh-TW" altLang="en-US" dirty="0"/>
              <a:t> </a:t>
            </a:r>
            <a:r>
              <a:rPr lang="en-US" altLang="zh-TW" dirty="0"/>
              <a:t>/ Trigger</a:t>
            </a:r>
            <a:r>
              <a:rPr lang="zh-TW" altLang="en-US" dirty="0"/>
              <a:t>等效果。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430E8C-033E-ABAE-B4B7-255A2757E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3068960"/>
            <a:ext cx="3427374" cy="329555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6B042D8-7595-4DE3-6389-E6DD74C72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035" y="905725"/>
            <a:ext cx="3791479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5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ED4483-452F-3E93-4A56-06D44678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Area Effector 2D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C6675B-6DB9-034A-2106-1F9E9B4D9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441680"/>
          </a:xfrm>
        </p:spPr>
        <p:txBody>
          <a:bodyPr/>
          <a:lstStyle/>
          <a:p>
            <a:r>
              <a:rPr lang="zh-TW" altLang="en-US" dirty="0"/>
              <a:t>給予進入該區域的</a:t>
            </a:r>
            <a:r>
              <a:rPr lang="en-US" altLang="zh-TW" dirty="0" err="1"/>
              <a:t>RigidBody</a:t>
            </a:r>
            <a:r>
              <a:rPr lang="zh-TW" altLang="en-US" dirty="0"/>
              <a:t>或</a:t>
            </a:r>
            <a:r>
              <a:rPr lang="en-US" altLang="zh-TW" dirty="0"/>
              <a:t>Collider</a:t>
            </a:r>
          </a:p>
          <a:p>
            <a:r>
              <a:rPr lang="zh-TW" altLang="en-US" dirty="0"/>
              <a:t>提供一次性的力量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常見用法：彈簧效果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861965F-5638-F82F-4041-2BEA0CE1B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939" y="4339864"/>
            <a:ext cx="5992061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5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345EB0-DE2F-B932-7F0C-1DDDC1F8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Surface</a:t>
            </a:r>
            <a:r>
              <a:rPr lang="zh-TW" altLang="en-US" dirty="0"/>
              <a:t> </a:t>
            </a:r>
            <a:r>
              <a:rPr lang="en-US" altLang="zh-TW" dirty="0"/>
              <a:t>Effector 2D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87EFC0-70A1-9ECE-61AE-EA2D099DD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/>
          <a:lstStyle/>
          <a:p>
            <a:r>
              <a:rPr lang="zh-TW" altLang="en-US" dirty="0"/>
              <a:t>平面上賦予一個區域會給</a:t>
            </a:r>
            <a:r>
              <a:rPr lang="en-US" altLang="zh-TW" dirty="0" err="1"/>
              <a:t>RigidBody</a:t>
            </a:r>
            <a:r>
              <a:rPr lang="zh-TW" altLang="en-US" dirty="0"/>
              <a:t>持續力量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常見用法：滾輪平台、單行道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34DB4E8-339A-775C-1B05-391F63B51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976" y="4159735"/>
            <a:ext cx="4968552" cy="249921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D6B220E-757E-4147-0487-3C80A0D8A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35" y="4149080"/>
            <a:ext cx="3879246" cy="198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11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EA44DC-D6D7-060E-B3C5-C49799B9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Buoyancy Effector 2D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4C183F-EFCA-ED0F-480E-A19BEAB08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浮力型</a:t>
            </a:r>
            <a:endParaRPr lang="en-US" altLang="zh-TW" dirty="0"/>
          </a:p>
          <a:p>
            <a:r>
              <a:rPr lang="zh-TW" altLang="en-US" dirty="0"/>
              <a:t>只要在該區域就給予一定的力量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常見用法：水中浮力、河流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1B45980-A7EA-179E-EFF7-3AD8A8948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4268725"/>
            <a:ext cx="5915851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33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345EB0-DE2F-B932-7F0C-1DDDC1F8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Platform</a:t>
            </a:r>
            <a:r>
              <a:rPr lang="zh-TW" altLang="en-US" dirty="0"/>
              <a:t> </a:t>
            </a:r>
            <a:r>
              <a:rPr lang="en-US" altLang="zh-TW" dirty="0"/>
              <a:t>Effector 2D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87EFC0-70A1-9ECE-61AE-EA2D099DD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可製作只有部分方向有碰撞的碰撞體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常見用法：可從下方跳上的平台，</a:t>
            </a:r>
            <a:endParaRPr lang="en-US" altLang="zh-TW" dirty="0"/>
          </a:p>
          <a:p>
            <a:pPr marL="109728" indent="0">
              <a:buNone/>
            </a:pPr>
            <a:r>
              <a:rPr lang="zh-TW" altLang="en-US" dirty="0"/>
              <a:t>                    </a:t>
            </a:r>
            <a:r>
              <a:rPr lang="en-US" altLang="zh-TW" dirty="0"/>
              <a:t>(</a:t>
            </a:r>
            <a:r>
              <a:rPr lang="zh-TW" altLang="en-US" dirty="0"/>
              <a:t>馬力歐</a:t>
            </a:r>
            <a:r>
              <a:rPr lang="en-US" altLang="zh-TW" dirty="0"/>
              <a:t>)</a:t>
            </a:r>
            <a:r>
              <a:rPr lang="zh-TW" altLang="en-US" dirty="0"/>
              <a:t>測試有沒有踩到敵人頭部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2D8734B-201C-862B-20C8-4F7116B89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4411980"/>
            <a:ext cx="3528392" cy="225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56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345EB0-DE2F-B932-7F0C-1DDDC1F8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Point</a:t>
            </a:r>
            <a:r>
              <a:rPr lang="zh-TW" altLang="en-US" dirty="0"/>
              <a:t> </a:t>
            </a:r>
            <a:r>
              <a:rPr lang="en-US" altLang="zh-TW" dirty="0"/>
              <a:t>Effector 2D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87EFC0-70A1-9ECE-61AE-EA2D099DD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610744" cy="4325112"/>
          </a:xfrm>
        </p:spPr>
        <p:txBody>
          <a:bodyPr/>
          <a:lstStyle/>
          <a:p>
            <a:r>
              <a:rPr lang="zh-TW" altLang="en-US" dirty="0"/>
              <a:t>賦予一個區域，依照距離來給予</a:t>
            </a:r>
            <a:r>
              <a:rPr lang="en-US" altLang="zh-TW" dirty="0" err="1"/>
              <a:t>Rigidbody</a:t>
            </a:r>
            <a:r>
              <a:rPr lang="zh-TW" altLang="en-US" dirty="0"/>
              <a:t>力量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Collider</a:t>
            </a:r>
            <a:r>
              <a:rPr lang="zh-TW" altLang="en-US" dirty="0"/>
              <a:t>必須開啟</a:t>
            </a:r>
            <a:r>
              <a:rPr lang="en-US" altLang="zh-TW" dirty="0" err="1"/>
              <a:t>IsTrigger</a:t>
            </a:r>
            <a:r>
              <a:rPr lang="en-US" altLang="zh-TW" dirty="0"/>
              <a:t> +</a:t>
            </a:r>
            <a:r>
              <a:rPr lang="zh-TW" altLang="en-US" dirty="0"/>
              <a:t> </a:t>
            </a:r>
            <a:r>
              <a:rPr lang="en-US" altLang="zh-TW" dirty="0"/>
              <a:t>Effector</a:t>
            </a:r>
          </a:p>
          <a:p>
            <a:endParaRPr lang="en-US" altLang="zh-TW" dirty="0"/>
          </a:p>
          <a:p>
            <a:r>
              <a:rPr lang="zh-TW" altLang="en-US" dirty="0"/>
              <a:t>常見用法：黑洞、排斥區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59331BB-6EE7-D084-C41D-0E46E50C7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2020871"/>
            <a:ext cx="4686954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13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6863</TotalTime>
  <Words>365</Words>
  <Application>Microsoft Office PowerPoint</Application>
  <PresentationFormat>如螢幕大小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Arial</vt:lpstr>
      <vt:lpstr>Calibri</vt:lpstr>
      <vt:lpstr>Georgia</vt:lpstr>
      <vt:lpstr>Times New Roman</vt:lpstr>
      <vt:lpstr>Wingdings 2</vt:lpstr>
      <vt:lpstr>都會</vt:lpstr>
      <vt:lpstr>Lesson 12 互動物件</vt:lpstr>
      <vt:lpstr>Collider/IsTrigger</vt:lpstr>
      <vt:lpstr>互動物件  金幣</vt:lpstr>
      <vt:lpstr>互動物件  金幣</vt:lpstr>
      <vt:lpstr>互動物件  金幣</vt:lpstr>
      <vt:lpstr>Effector 2D</vt:lpstr>
      <vt:lpstr>Effector 2D</vt:lpstr>
      <vt:lpstr>Area Effector 2D </vt:lpstr>
      <vt:lpstr>Surface Effector 2D</vt:lpstr>
      <vt:lpstr>Buoyancy Effector 2D</vt:lpstr>
      <vt:lpstr>Platform Effector 2D</vt:lpstr>
      <vt:lpstr>Point Effector 2D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469</cp:revision>
  <dcterms:created xsi:type="dcterms:W3CDTF">2024-11-18T05:57:07Z</dcterms:created>
  <dcterms:modified xsi:type="dcterms:W3CDTF">2025-04-10T08:28:44Z</dcterms:modified>
</cp:coreProperties>
</file>