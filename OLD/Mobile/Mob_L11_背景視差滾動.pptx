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65" r:id="rId2"/>
    <p:sldId id="269" r:id="rId3"/>
    <p:sldId id="264" r:id="rId4"/>
    <p:sldId id="266" r:id="rId5"/>
    <p:sldId id="270" r:id="rId6"/>
    <p:sldId id="267" r:id="rId7"/>
    <p:sldId id="268" r:id="rId8"/>
    <p:sldId id="271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1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u9FL5W4WzII?t=231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Lesson 11</a:t>
            </a:r>
            <a:br>
              <a:rPr lang="en-US" altLang="zh-TW" dirty="0"/>
            </a:br>
            <a:r>
              <a:rPr lang="zh-TW" altLang="en-US" dirty="0"/>
              <a:t>背景視差滾動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65556-FCFF-6F11-D56D-B3B51C54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背景：視差滾動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6EC67E-0249-2760-A8BB-A28D83429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Infinite parallax scrolling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hlinkClick r:id="rId2"/>
              </a:rPr>
              <a:t>https://youtu.be/u9FL5W4WzII?t=2312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353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背景 與 </a:t>
            </a:r>
            <a:r>
              <a:rPr lang="en-US" altLang="zh-TW" dirty="0"/>
              <a:t>Sorting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建立背景</a:t>
            </a:r>
            <a:endParaRPr lang="en-US" altLang="zh-TW" dirty="0"/>
          </a:p>
          <a:p>
            <a:pPr lvl="1"/>
            <a:r>
              <a:rPr lang="zh-TW" altLang="en-US" dirty="0"/>
              <a:t>設置背景、地板、玩家的</a:t>
            </a:r>
            <a:r>
              <a:rPr lang="en-US" altLang="zh-TW" dirty="0"/>
              <a:t>Sorting Layer</a:t>
            </a:r>
          </a:p>
          <a:p>
            <a:pPr lvl="1"/>
            <a:r>
              <a:rPr lang="en-US" altLang="zh-TW" dirty="0"/>
              <a:t>2D</a:t>
            </a:r>
            <a:r>
              <a:rPr lang="zh-TW" altLang="en-US" dirty="0"/>
              <a:t>畫面中</a:t>
            </a:r>
            <a:r>
              <a:rPr lang="en-US" altLang="zh-TW" dirty="0"/>
              <a:t>(</a:t>
            </a:r>
            <a:r>
              <a:rPr lang="zh-TW" altLang="en-US" dirty="0"/>
              <a:t>正交攝影機</a:t>
            </a:r>
            <a:r>
              <a:rPr lang="en-US" altLang="zh-TW" dirty="0"/>
              <a:t>)</a:t>
            </a:r>
            <a:r>
              <a:rPr lang="zh-TW" altLang="en-US" dirty="0"/>
              <a:t>，不使用</a:t>
            </a:r>
            <a:r>
              <a:rPr lang="en-US" altLang="zh-TW" dirty="0"/>
              <a:t>Z</a:t>
            </a:r>
            <a:r>
              <a:rPr lang="zh-TW" altLang="en-US" dirty="0"/>
              <a:t>值排序，而是使用</a:t>
            </a:r>
            <a:r>
              <a:rPr lang="en-US" altLang="zh-TW" dirty="0"/>
              <a:t>Sorting Layer</a:t>
            </a:r>
          </a:p>
          <a:p>
            <a:pPr lvl="1"/>
            <a:r>
              <a:rPr lang="zh-TW" altLang="en-US" dirty="0"/>
              <a:t>先比較</a:t>
            </a:r>
            <a:r>
              <a:rPr lang="en-US" altLang="zh-TW" dirty="0"/>
              <a:t>Sorting Layer</a:t>
            </a:r>
            <a:r>
              <a:rPr lang="zh-TW" altLang="en-US" dirty="0"/>
              <a:t> 再比較</a:t>
            </a:r>
            <a:r>
              <a:rPr lang="en-US" altLang="zh-TW" dirty="0"/>
              <a:t>Order (</a:t>
            </a:r>
            <a:r>
              <a:rPr lang="zh-TW" altLang="en-US" dirty="0"/>
              <a:t>較大者靠近攝影機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Sorting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r>
              <a:rPr lang="zh-TW" altLang="en-US" dirty="0"/>
              <a:t> 別和 </a:t>
            </a:r>
            <a:r>
              <a:rPr lang="en-US" altLang="zh-TW" dirty="0"/>
              <a:t>Layer / Tag</a:t>
            </a:r>
            <a:r>
              <a:rPr lang="zh-TW" altLang="en-US" dirty="0"/>
              <a:t>搞混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3C33C7-B39F-93FB-C9E0-7CEC6B9A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背景：視差滾動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410EDE-E487-BCEF-2FF6-44E8684FD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由於是</a:t>
            </a:r>
            <a:r>
              <a:rPr lang="zh-TW" altLang="en-US" b="1" dirty="0"/>
              <a:t>正交</a:t>
            </a:r>
            <a:r>
              <a:rPr lang="zh-TW" altLang="en-US" dirty="0"/>
              <a:t>而非</a:t>
            </a:r>
            <a:r>
              <a:rPr lang="zh-TW" altLang="en-US" b="1" dirty="0"/>
              <a:t>透視</a:t>
            </a:r>
            <a:r>
              <a:rPr lang="zh-TW" altLang="en-US" dirty="0"/>
              <a:t>攝影機，所以背景並不會跟隨角色</a:t>
            </a:r>
            <a:r>
              <a:rPr lang="en-US" altLang="zh-TW" dirty="0"/>
              <a:t>/</a:t>
            </a:r>
            <a:r>
              <a:rPr lang="zh-TW" altLang="en-US" dirty="0"/>
              <a:t>攝影機移動，遊戲會顯得有點無趣。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第一步：讓所有背景跟隨</a:t>
            </a:r>
            <a:r>
              <a:rPr lang="en-US" altLang="zh-TW" dirty="0"/>
              <a:t>camera</a:t>
            </a:r>
            <a:r>
              <a:rPr lang="zh-TW" altLang="en-US" dirty="0"/>
              <a:t>移動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62164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E0B462-1B36-24D6-479D-B240D61D9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背景：視差滾動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4DA1EB-6FFB-865E-366E-69DDE9072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第二步：撰寫功能，讓背景以不同速率跟隨</a:t>
            </a:r>
            <a:r>
              <a:rPr lang="en-US" altLang="zh-TW" dirty="0"/>
              <a:t>camera</a:t>
            </a:r>
            <a:r>
              <a:rPr lang="zh-TW" altLang="en-US" dirty="0"/>
              <a:t>移動。</a:t>
            </a:r>
            <a:endParaRPr lang="en-US" altLang="zh-TW" dirty="0"/>
          </a:p>
          <a:p>
            <a:pPr lvl="1"/>
            <a:r>
              <a:rPr lang="zh-TW" altLang="en-US" dirty="0"/>
              <a:t>使用</a:t>
            </a:r>
            <a:r>
              <a:rPr lang="en-US" altLang="zh-TW" dirty="0" err="1"/>
              <a:t>FixUpdate</a:t>
            </a:r>
            <a:r>
              <a:rPr lang="en-US" altLang="zh-TW" dirty="0"/>
              <a:t> (WHY?)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918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BED779-DDAB-0829-6565-54824D2E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背景：視差滾動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74F2DD-FBD9-7760-B8AE-74D45B60A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第三步：讓背景複製為三份，來避免背景穿幫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DF9C20-1C2D-632F-35AB-ACE22D704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6655"/>
            <a:ext cx="9144000" cy="220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32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C83491-049F-31A5-156E-C3A442A1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背景：視差滾動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EA05A3-8196-B797-357E-B312419D4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第四步：擴充功能，使其在距離過遠時，直接瞬移背景。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0952868-DCD0-2A65-50C5-1120BBEC6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9080"/>
            <a:ext cx="9144000" cy="220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9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4346E9-EBAF-6198-105D-44CDC999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重新理解功能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754EB5-93E9-8376-F06F-AD12C36C1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我們實際上做了</a:t>
            </a:r>
            <a:r>
              <a:rPr lang="zh-TW" altLang="en-US"/>
              <a:t>什麼？為什麼這麼做？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較短的背景怎麼辦？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如果遊戲無法後退</a:t>
            </a:r>
            <a:r>
              <a:rPr lang="en-US" altLang="zh-TW" dirty="0"/>
              <a:t>(</a:t>
            </a:r>
            <a:r>
              <a:rPr lang="zh-TW" altLang="en-US" dirty="0"/>
              <a:t>馬利歐</a:t>
            </a:r>
            <a:r>
              <a:rPr lang="en-US" altLang="zh-TW" dirty="0"/>
              <a:t>)</a:t>
            </a:r>
            <a:r>
              <a:rPr lang="zh-TW" altLang="en-US" dirty="0"/>
              <a:t>，更省資源的作法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垂直移動部分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其他運用 </a:t>
            </a:r>
            <a:r>
              <a:rPr lang="en-US" altLang="zh-TW" dirty="0"/>
              <a:t>(</a:t>
            </a:r>
            <a:r>
              <a:rPr lang="zh-TW" altLang="en-US" dirty="0"/>
              <a:t>平面移動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96054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6719</TotalTime>
  <Words>229</Words>
  <Application>Microsoft Office PowerPoint</Application>
  <PresentationFormat>如螢幕大小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Arial</vt:lpstr>
      <vt:lpstr>Calibri</vt:lpstr>
      <vt:lpstr>Georgia</vt:lpstr>
      <vt:lpstr>Times New Roman</vt:lpstr>
      <vt:lpstr>Wingdings 2</vt:lpstr>
      <vt:lpstr>都會</vt:lpstr>
      <vt:lpstr>Lesson 11 背景視差滾動</vt:lpstr>
      <vt:lpstr>背景：視差滾動</vt:lpstr>
      <vt:lpstr>背景 與 Sorting Layer</vt:lpstr>
      <vt:lpstr>背景：視差滾動</vt:lpstr>
      <vt:lpstr>背景：視差滾動</vt:lpstr>
      <vt:lpstr>背景：視差滾動</vt:lpstr>
      <vt:lpstr>背景：視差滾動</vt:lpstr>
      <vt:lpstr>重新理解功能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452</cp:revision>
  <dcterms:created xsi:type="dcterms:W3CDTF">2024-11-18T05:57:07Z</dcterms:created>
  <dcterms:modified xsi:type="dcterms:W3CDTF">2025-04-10T07:33:30Z</dcterms:modified>
</cp:coreProperties>
</file>