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7"/>
  </p:notesMasterIdLst>
  <p:sldIdLst>
    <p:sldId id="256" r:id="rId2"/>
    <p:sldId id="265" r:id="rId3"/>
    <p:sldId id="272" r:id="rId4"/>
    <p:sldId id="273" r:id="rId5"/>
    <p:sldId id="275" r:id="rId6"/>
    <p:sldId id="267" r:id="rId7"/>
    <p:sldId id="274" r:id="rId8"/>
    <p:sldId id="277" r:id="rId9"/>
    <p:sldId id="264" r:id="rId10"/>
    <p:sldId id="266" r:id="rId11"/>
    <p:sldId id="268" r:id="rId12"/>
    <p:sldId id="271" r:id="rId13"/>
    <p:sldId id="269" r:id="rId14"/>
    <p:sldId id="270" r:id="rId15"/>
    <p:sldId id="276" r:id="rId1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11" autoAdjust="0"/>
  </p:normalViewPr>
  <p:slideViewPr>
    <p:cSldViewPr>
      <p:cViewPr>
        <p:scale>
          <a:sx n="125" d="100"/>
          <a:sy n="125" d="100"/>
        </p:scale>
        <p:origin x="1194" y="-3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A3EEAF-065D-475D-8058-07E926806314}" type="datetimeFigureOut">
              <a:rPr lang="zh-TW" altLang="en-US" smtClean="0"/>
              <a:pPr/>
              <a:t>2025/5/2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41F32F-E31F-492B-A213-F4B1D5897EA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2025/5/2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2025/5/2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2025/5/2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2025/5/2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2025/5/2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2025/5/2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2025/5/2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2025/5/2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2025/5/2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2025/5/2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2025/5/2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2025/5/2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assetstore.unity.com/packages/3d/animations/free-spine-2d-character-animation-177560?srsltid=AfmBOorUdTtcxTmyntgAJOfH4BXoPPGD6BFcJEVMtq5A2b1YZoO3lSWJ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Lesson 10</a:t>
            </a:r>
            <a:br>
              <a:rPr lang="en-US" altLang="zh-TW"/>
            </a:br>
            <a:r>
              <a:rPr lang="zh-TW" altLang="en-US"/>
              <a:t>動畫</a:t>
            </a:r>
            <a:endParaRPr lang="zh-TW" altLang="en-US" b="1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zh-TW" altLang="en-US" b="0" i="0" dirty="0">
                <a:solidFill>
                  <a:srgbClr val="003399"/>
                </a:solidFill>
                <a:effectLst/>
                <a:latin typeface="Times New Roman" panose="02020603050405020304" pitchFamily="18" charset="0"/>
              </a:rPr>
              <a:t>手遊設計</a:t>
            </a:r>
            <a:endParaRPr lang="zh-TW" altLang="en-US" dirty="0"/>
          </a:p>
          <a:p>
            <a:endParaRPr lang="en-US" altLang="zh-TW" dirty="0"/>
          </a:p>
          <a:p>
            <a:endParaRPr lang="zh-TW" altLang="en-US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2D</a:t>
            </a:r>
            <a:r>
              <a:rPr lang="zh-TW" altLang="en-US" dirty="0"/>
              <a:t>動畫</a:t>
            </a:r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常見的</a:t>
            </a:r>
            <a:r>
              <a:rPr lang="en-US" altLang="zh-TW" dirty="0"/>
              <a:t>2D</a:t>
            </a:r>
            <a:r>
              <a:rPr lang="zh-TW" altLang="en-US" dirty="0"/>
              <a:t>動畫類型</a:t>
            </a:r>
            <a:endParaRPr lang="en-US" altLang="zh-TW" dirty="0"/>
          </a:p>
          <a:p>
            <a:pPr lvl="1"/>
            <a:r>
              <a:rPr lang="en-US" altLang="zh-TW" dirty="0"/>
              <a:t>Transform Animation</a:t>
            </a:r>
          </a:p>
          <a:p>
            <a:pPr lvl="2"/>
            <a:r>
              <a:rPr lang="zh-TW" altLang="en-US" dirty="0"/>
              <a:t>移動、轉動</a:t>
            </a:r>
            <a:endParaRPr lang="en-US" altLang="zh-TW" dirty="0"/>
          </a:p>
          <a:p>
            <a:pPr lvl="1"/>
            <a:r>
              <a:rPr lang="zh-TW" altLang="en-US" dirty="0"/>
              <a:t>骨架</a:t>
            </a:r>
            <a:endParaRPr lang="en-US" altLang="zh-TW" dirty="0"/>
          </a:p>
          <a:p>
            <a:pPr lvl="2"/>
            <a:r>
              <a:rPr lang="zh-TW" altLang="en-US" dirty="0"/>
              <a:t>類似於</a:t>
            </a:r>
            <a:r>
              <a:rPr lang="en-US" altLang="zh-TW" dirty="0"/>
              <a:t>3D</a:t>
            </a:r>
            <a:r>
              <a:rPr lang="zh-TW" altLang="en-US" dirty="0"/>
              <a:t>遊戲中的骨架概念</a:t>
            </a:r>
            <a:endParaRPr lang="en-US" altLang="zh-TW" dirty="0"/>
          </a:p>
          <a:p>
            <a:pPr lvl="1"/>
            <a:r>
              <a:rPr lang="zh-TW" altLang="en-US" dirty="0"/>
              <a:t>其他套件</a:t>
            </a:r>
            <a:endParaRPr lang="en-US" altLang="zh-TW" dirty="0"/>
          </a:p>
          <a:p>
            <a:pPr lvl="2"/>
            <a:r>
              <a:rPr lang="en-US" altLang="zh-TW" dirty="0"/>
              <a:t>Spine, </a:t>
            </a:r>
            <a:r>
              <a:rPr lang="en-US" altLang="zh-TW" dirty="0" err="1"/>
              <a:t>DragonBone</a:t>
            </a:r>
            <a:r>
              <a:rPr lang="en-US" altLang="zh-TW" dirty="0"/>
              <a:t>, Live2D</a:t>
            </a:r>
          </a:p>
          <a:p>
            <a:pPr lvl="1"/>
            <a:r>
              <a:rPr lang="en-US" altLang="zh-TW" dirty="0"/>
              <a:t>Sprite Animation</a:t>
            </a:r>
          </a:p>
          <a:p>
            <a:pPr lvl="2"/>
            <a:r>
              <a:rPr lang="zh-TW" altLang="en-US" dirty="0"/>
              <a:t>稱為精靈圖動畫、連續圖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262F66-B38C-C8BE-202D-E93C6494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2D</a:t>
            </a:r>
            <a:r>
              <a:rPr lang="zh-TW" altLang="en-US" dirty="0"/>
              <a:t>動畫</a:t>
            </a:r>
            <a:r>
              <a:rPr lang="en-US" altLang="zh-TW" dirty="0"/>
              <a:t>  :</a:t>
            </a:r>
            <a:r>
              <a:rPr lang="zh-TW" altLang="en-US" dirty="0"/>
              <a:t> 骨架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B465749-2777-2314-8675-0233B4532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Unity</a:t>
            </a:r>
            <a:r>
              <a:rPr lang="zh-TW" altLang="en-US" dirty="0"/>
              <a:t>內建</a:t>
            </a:r>
            <a:r>
              <a:rPr lang="en-US" altLang="zh-TW" dirty="0"/>
              <a:t>2D</a:t>
            </a:r>
            <a:r>
              <a:rPr lang="zh-TW" altLang="en-US" dirty="0"/>
              <a:t>骨架系統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C36BCFB-7704-DA37-7D66-8EB875BAEC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2708920"/>
            <a:ext cx="6190504" cy="4030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4347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3ECD7F-3D51-162A-99B6-CF2C802B0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2D</a:t>
            </a:r>
            <a:r>
              <a:rPr lang="zh-TW" altLang="en-US" dirty="0"/>
              <a:t>動畫</a:t>
            </a:r>
            <a:r>
              <a:rPr lang="en-US" altLang="zh-TW" dirty="0"/>
              <a:t> :</a:t>
            </a:r>
            <a:r>
              <a:rPr lang="zh-TW" altLang="en-US" dirty="0"/>
              <a:t> </a:t>
            </a:r>
            <a:r>
              <a:rPr lang="en-US" altLang="zh-TW" dirty="0"/>
              <a:t>Spine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0BC04BB-40BC-E771-C56B-090412D4B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hlinkClick r:id="rId2"/>
              </a:rPr>
              <a:t>試用範例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1026" name="Picture 2" descr="基本概念- Spine用户指南">
            <a:extLst>
              <a:ext uri="{FF2B5EF4-FFF2-40B4-BE49-F238E27FC236}">
                <a16:creationId xmlns:a16="http://schemas.microsoft.com/office/drawing/2014/main" id="{53D99EED-1EDA-BC00-A300-363298F721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2915409"/>
            <a:ext cx="5129655" cy="3698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9790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606DB3-7E69-D911-CAE6-9E6183843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2D</a:t>
            </a:r>
            <a:r>
              <a:rPr lang="zh-TW" altLang="en-US" dirty="0"/>
              <a:t>動畫</a:t>
            </a:r>
            <a:r>
              <a:rPr lang="en-US" altLang="zh-TW" dirty="0"/>
              <a:t> :</a:t>
            </a:r>
            <a:r>
              <a:rPr lang="zh-TW" altLang="en-US" dirty="0"/>
              <a:t> </a:t>
            </a:r>
            <a:r>
              <a:rPr lang="en-US" altLang="zh-TW" dirty="0"/>
              <a:t>Live2D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2E00636-CF7D-4878-0CA0-0812E4DF3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3074" name="Picture 2" descr="EN vtuber /AI] Neuro-sama (神經大人) - fanlongtice的創作- 巴哈姆特">
            <a:extLst>
              <a:ext uri="{FF2B5EF4-FFF2-40B4-BE49-F238E27FC236}">
                <a16:creationId xmlns:a16="http://schemas.microsoft.com/office/drawing/2014/main" id="{6C32A560-1EE4-C476-CB3D-DBD0C6A393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1" y="2348880"/>
            <a:ext cx="7531851" cy="4236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9108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Animation : Sprite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精靈圖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“</a:t>
            </a:r>
            <a:r>
              <a:rPr lang="zh-TW" altLang="en-US" dirty="0"/>
              <a:t>拖拉</a:t>
            </a:r>
            <a:r>
              <a:rPr lang="en-US" altLang="zh-TW" dirty="0"/>
              <a:t>”</a:t>
            </a:r>
            <a:r>
              <a:rPr lang="zh-TW" altLang="en-US" dirty="0"/>
              <a:t>快速建立</a:t>
            </a:r>
            <a:r>
              <a:rPr lang="en-US" altLang="zh-TW" dirty="0"/>
              <a:t>Sprite Animation</a:t>
            </a:r>
          </a:p>
          <a:p>
            <a:pPr lvl="1"/>
            <a:r>
              <a:rPr lang="zh-TW" altLang="en-US" dirty="0"/>
              <a:t>多個</a:t>
            </a:r>
            <a:r>
              <a:rPr lang="en-US" altLang="zh-TW" dirty="0"/>
              <a:t>Single Sprite</a:t>
            </a:r>
          </a:p>
          <a:p>
            <a:pPr lvl="1"/>
            <a:r>
              <a:rPr lang="en-US" altLang="zh-TW" dirty="0"/>
              <a:t>Sprite Sheet</a:t>
            </a:r>
          </a:p>
          <a:p>
            <a:endParaRPr lang="en-US" altLang="zh-TW" dirty="0"/>
          </a:p>
          <a:p>
            <a:r>
              <a:rPr lang="zh-TW" altLang="en-US" dirty="0"/>
              <a:t>也會運用在部分</a:t>
            </a:r>
            <a:r>
              <a:rPr lang="en-US" altLang="zh-TW" dirty="0"/>
              <a:t>3D</a:t>
            </a:r>
            <a:r>
              <a:rPr lang="zh-TW" altLang="en-US" dirty="0"/>
              <a:t>中 </a:t>
            </a:r>
            <a:r>
              <a:rPr lang="en-US" altLang="zh-TW" dirty="0"/>
              <a:t>(</a:t>
            </a:r>
            <a:r>
              <a:rPr lang="zh-TW" altLang="en-US" dirty="0"/>
              <a:t>通常為</a:t>
            </a:r>
            <a:r>
              <a:rPr lang="en-US" altLang="zh-TW" dirty="0"/>
              <a:t>UI</a:t>
            </a:r>
            <a:r>
              <a:rPr lang="zh-TW" altLang="en-US" dirty="0"/>
              <a:t> 或 特效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2050" name="Picture 2" descr="Animating Sprites - Rook Sullivan - Medium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71934" y="4643446"/>
            <a:ext cx="4929190" cy="208370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4C2FB4-A664-B1FE-694E-DF923BDEB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程式職位的工作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7A9AC28-BD08-A99C-E50C-7FF239EACE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通常美術會直接製作出角色檔、動畫檔。再由程式放入</a:t>
            </a:r>
            <a:r>
              <a:rPr lang="en-US" altLang="zh-TW" dirty="0"/>
              <a:t>Unity</a:t>
            </a:r>
            <a:r>
              <a:rPr lang="zh-TW" altLang="en-US" dirty="0"/>
              <a:t>當中，通常就可直接使用。</a:t>
            </a:r>
            <a:endParaRPr lang="en-US" altLang="zh-TW" dirty="0"/>
          </a:p>
          <a:p>
            <a:r>
              <a:rPr lang="en-US" altLang="zh-TW" dirty="0"/>
              <a:t>Spine</a:t>
            </a:r>
            <a:r>
              <a:rPr lang="zh-TW" altLang="en-US" dirty="0"/>
              <a:t>或其他方法可能需要安裝額外套件。</a:t>
            </a:r>
            <a:endParaRPr lang="en-US" altLang="zh-TW" dirty="0"/>
          </a:p>
          <a:p>
            <a:r>
              <a:rPr lang="zh-TW" altLang="en-US" dirty="0"/>
              <a:t>各方法在</a:t>
            </a:r>
            <a:r>
              <a:rPr lang="en-US" altLang="zh-TW" dirty="0"/>
              <a:t>Unity</a:t>
            </a:r>
            <a:r>
              <a:rPr lang="zh-TW" altLang="en-US" dirty="0"/>
              <a:t>中需要的調整方法視情況而定。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程式最主要的工作</a:t>
            </a:r>
            <a:endParaRPr lang="en-US" altLang="zh-TW" dirty="0"/>
          </a:p>
          <a:p>
            <a:pPr lvl="1"/>
            <a:r>
              <a:rPr lang="zh-TW" altLang="en-US" dirty="0"/>
              <a:t>調整</a:t>
            </a:r>
            <a:r>
              <a:rPr lang="en-US" altLang="zh-TW" dirty="0"/>
              <a:t>Animation Controller</a:t>
            </a:r>
          </a:p>
          <a:p>
            <a:pPr lvl="1"/>
            <a:r>
              <a:rPr lang="zh-TW" altLang="en-US" dirty="0"/>
              <a:t>接上遊戲邏輯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458689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4C5CDB-F345-4840-A6C7-66491662D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名詞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D430794-3EEB-4F64-B70B-CC0AFA4C33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Animator</a:t>
            </a:r>
          </a:p>
          <a:p>
            <a:r>
              <a:rPr lang="en-US" altLang="zh-TW" dirty="0"/>
              <a:t>Animator Controller</a:t>
            </a:r>
          </a:p>
          <a:p>
            <a:r>
              <a:rPr lang="en-US" altLang="zh-TW" dirty="0"/>
              <a:t>Animator Window</a:t>
            </a:r>
          </a:p>
          <a:p>
            <a:endParaRPr lang="en-US" altLang="zh-TW" dirty="0"/>
          </a:p>
          <a:p>
            <a:r>
              <a:rPr lang="en-US" altLang="zh-TW" dirty="0"/>
              <a:t>Animation</a:t>
            </a:r>
          </a:p>
          <a:p>
            <a:r>
              <a:rPr lang="en-US" altLang="zh-TW" dirty="0"/>
              <a:t>Animation Window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70893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Animator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Animator</a:t>
            </a:r>
          </a:p>
          <a:p>
            <a:pPr lvl="1"/>
            <a:r>
              <a:rPr lang="en-US" altLang="zh-TW" dirty="0"/>
              <a:t>Component</a:t>
            </a:r>
            <a:r>
              <a:rPr lang="zh-TW" altLang="en-US" dirty="0"/>
              <a:t>、程式</a:t>
            </a:r>
            <a:endParaRPr lang="en-US" altLang="zh-TW" dirty="0"/>
          </a:p>
          <a:p>
            <a:pPr lvl="1"/>
            <a:r>
              <a:rPr lang="zh-TW" altLang="en-US" dirty="0"/>
              <a:t>擁有一個執行中的</a:t>
            </a:r>
            <a:r>
              <a:rPr lang="en-US" altLang="zh-TW" dirty="0" err="1"/>
              <a:t>AnimatorController</a:t>
            </a:r>
            <a:r>
              <a:rPr lang="zh-TW" altLang="en-US" dirty="0"/>
              <a:t>並控制它</a:t>
            </a:r>
            <a:endParaRPr lang="en-US" altLang="zh-TW" dirty="0"/>
          </a:p>
          <a:p>
            <a:r>
              <a:rPr lang="en-US" altLang="zh-TW" dirty="0"/>
              <a:t>Animator Controller </a:t>
            </a:r>
          </a:p>
          <a:p>
            <a:pPr lvl="1"/>
            <a:r>
              <a:rPr lang="zh-TW" altLang="en-US" dirty="0"/>
              <a:t>是一個檔案會放在</a:t>
            </a:r>
            <a:r>
              <a:rPr lang="en-US" altLang="zh-TW" dirty="0"/>
              <a:t>Assets</a:t>
            </a:r>
            <a:r>
              <a:rPr lang="zh-TW" altLang="en-US" dirty="0"/>
              <a:t>下</a:t>
            </a:r>
            <a:endParaRPr lang="en-US" altLang="zh-TW" dirty="0"/>
          </a:p>
          <a:p>
            <a:pPr lvl="1"/>
            <a:r>
              <a:rPr lang="zh-TW" altLang="en-US" dirty="0"/>
              <a:t>定義動畫的「</a:t>
            </a:r>
            <a:r>
              <a:rPr lang="en-US" altLang="zh-TW" dirty="0"/>
              <a:t>state </a:t>
            </a:r>
            <a:r>
              <a:rPr lang="zh-TW" altLang="en-US" dirty="0"/>
              <a:t>狀態」及其「</a:t>
            </a:r>
            <a:r>
              <a:rPr lang="en-US" altLang="zh-TW" dirty="0"/>
              <a:t>transition </a:t>
            </a:r>
            <a:r>
              <a:rPr lang="zh-TW" altLang="en-US" dirty="0"/>
              <a:t>轉變」</a:t>
            </a:r>
            <a:endParaRPr lang="en-US" altLang="zh-TW" dirty="0"/>
          </a:p>
          <a:p>
            <a:r>
              <a:rPr lang="en-US" altLang="zh-TW" dirty="0"/>
              <a:t>Animator Window</a:t>
            </a:r>
          </a:p>
          <a:p>
            <a:pPr lvl="1"/>
            <a:r>
              <a:rPr lang="zh-TW" altLang="en-US" dirty="0"/>
              <a:t>調整</a:t>
            </a:r>
            <a:r>
              <a:rPr lang="en-US" altLang="zh-TW" dirty="0"/>
              <a:t>Animator Controller</a:t>
            </a:r>
            <a:r>
              <a:rPr lang="zh-TW" altLang="en-US" dirty="0"/>
              <a:t>的視窗</a:t>
            </a:r>
            <a:endParaRPr lang="en-US" altLang="zh-TW" dirty="0"/>
          </a:p>
          <a:p>
            <a:pPr lvl="1"/>
            <a:r>
              <a:rPr lang="zh-TW" altLang="en-US" dirty="0"/>
              <a:t>工具列 </a:t>
            </a:r>
            <a:r>
              <a:rPr lang="en-US" altLang="zh-TW" dirty="0"/>
              <a:t>Window &gt;Animation &gt; Animator</a:t>
            </a:r>
            <a:endParaRPr lang="zh-TW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Animator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5760" lvl="1" indent="-256032">
              <a:buClr>
                <a:schemeClr val="accent3"/>
              </a:buClr>
              <a:buFont typeface="Georgia"/>
              <a:buChar char="•"/>
            </a:pPr>
            <a:r>
              <a:rPr lang="zh-TW" altLang="en-US" sz="2800" dirty="0">
                <a:solidFill>
                  <a:schemeClr val="tx1"/>
                </a:solidFill>
              </a:rPr>
              <a:t>定義動畫的「</a:t>
            </a:r>
            <a:r>
              <a:rPr lang="en-US" altLang="zh-TW" sz="2800" dirty="0">
                <a:solidFill>
                  <a:schemeClr val="tx1"/>
                </a:solidFill>
              </a:rPr>
              <a:t>state </a:t>
            </a:r>
            <a:r>
              <a:rPr lang="zh-TW" altLang="en-US" sz="2800" dirty="0">
                <a:solidFill>
                  <a:schemeClr val="tx1"/>
                </a:solidFill>
              </a:rPr>
              <a:t>狀態」及其「</a:t>
            </a:r>
            <a:r>
              <a:rPr lang="en-US" altLang="zh-TW" sz="2800" dirty="0">
                <a:solidFill>
                  <a:schemeClr val="tx1"/>
                </a:solidFill>
              </a:rPr>
              <a:t>transition </a:t>
            </a:r>
            <a:r>
              <a:rPr lang="zh-TW" altLang="en-US" sz="2800" dirty="0">
                <a:solidFill>
                  <a:schemeClr val="tx1"/>
                </a:solidFill>
              </a:rPr>
              <a:t>轉變」</a:t>
            </a:r>
            <a:endParaRPr lang="en-US" altLang="zh-TW" sz="2800" dirty="0">
              <a:solidFill>
                <a:schemeClr val="tx1"/>
              </a:solidFill>
            </a:endParaRPr>
          </a:p>
          <a:p>
            <a:r>
              <a:rPr lang="zh-TW" altLang="en-US" dirty="0"/>
              <a:t>有限狀態機 </a:t>
            </a:r>
            <a:r>
              <a:rPr lang="en-US" altLang="zh-TW" sz="2000" dirty="0"/>
              <a:t>Finite State Machine</a:t>
            </a:r>
            <a:endParaRPr lang="zh-TW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5214198"/>
            <a:ext cx="5286380" cy="1643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71604" y="3214686"/>
            <a:ext cx="7444618" cy="2119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動畫建立流程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建立</a:t>
            </a:r>
            <a:r>
              <a:rPr lang="en-US" altLang="zh-TW" dirty="0"/>
              <a:t>Animation</a:t>
            </a:r>
          </a:p>
          <a:p>
            <a:pPr lvl="1"/>
            <a:r>
              <a:rPr lang="zh-TW" altLang="en-US" dirty="0"/>
              <a:t>方法</a:t>
            </a:r>
            <a:r>
              <a:rPr lang="en-US" altLang="zh-TW" dirty="0"/>
              <a:t>1:</a:t>
            </a:r>
            <a:r>
              <a:rPr lang="zh-TW" altLang="en-US" dirty="0"/>
              <a:t> 美術提供的素材</a:t>
            </a:r>
            <a:endParaRPr lang="en-US" altLang="zh-TW" dirty="0"/>
          </a:p>
          <a:p>
            <a:pPr lvl="1"/>
            <a:r>
              <a:rPr lang="zh-TW" altLang="en-US" dirty="0"/>
              <a:t>方法</a:t>
            </a:r>
            <a:r>
              <a:rPr lang="en-US" altLang="zh-TW" dirty="0"/>
              <a:t>2: Sprite Animation</a:t>
            </a:r>
            <a:r>
              <a:rPr lang="zh-TW" altLang="en-US" dirty="0"/>
              <a:t> 拖拉快速建立</a:t>
            </a:r>
            <a:endParaRPr lang="en-US" altLang="zh-TW" dirty="0"/>
          </a:p>
          <a:p>
            <a:pPr lvl="1"/>
            <a:r>
              <a:rPr lang="zh-TW" altLang="en-US" dirty="0"/>
              <a:t>方法</a:t>
            </a:r>
            <a:r>
              <a:rPr lang="en-US" altLang="zh-TW" dirty="0"/>
              <a:t>3:</a:t>
            </a:r>
            <a:r>
              <a:rPr lang="zh-TW" altLang="en-US" dirty="0"/>
              <a:t> 自行調整動畫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建立</a:t>
            </a:r>
            <a:r>
              <a:rPr lang="en-US" altLang="zh-TW" dirty="0" err="1"/>
              <a:t>AnimatorController</a:t>
            </a:r>
            <a:endParaRPr lang="en-US" altLang="zh-TW" dirty="0"/>
          </a:p>
          <a:p>
            <a:pPr lvl="1"/>
            <a:r>
              <a:rPr lang="zh-TW" altLang="en-US" dirty="0"/>
              <a:t>可能會在前一步驟中自動建立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在物件上加上</a:t>
            </a:r>
            <a:r>
              <a:rPr lang="en-US" altLang="zh-TW" dirty="0"/>
              <a:t>Animator</a:t>
            </a:r>
            <a:r>
              <a:rPr lang="zh-TW" altLang="en-US" dirty="0"/>
              <a:t>並掛載</a:t>
            </a:r>
            <a:r>
              <a:rPr lang="en-US" altLang="zh-TW" dirty="0" err="1"/>
              <a:t>AnimatorController</a:t>
            </a:r>
            <a:endParaRPr lang="en-US" altLang="zh-TW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動畫建立流程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修改</a:t>
            </a:r>
            <a:r>
              <a:rPr lang="en-US" altLang="zh-TW" dirty="0" err="1"/>
              <a:t>AnimatorController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State</a:t>
            </a:r>
          </a:p>
          <a:p>
            <a:pPr lvl="1"/>
            <a:r>
              <a:rPr lang="zh-TW" altLang="en-US" dirty="0"/>
              <a:t>使用的</a:t>
            </a:r>
            <a:r>
              <a:rPr lang="en-US" altLang="zh-TW" dirty="0"/>
              <a:t>Animation</a:t>
            </a:r>
          </a:p>
          <a:p>
            <a:pPr lvl="1"/>
            <a:r>
              <a:rPr lang="zh-TW" altLang="en-US" dirty="0"/>
              <a:t>速度</a:t>
            </a:r>
            <a:endParaRPr lang="en-US" altLang="zh-TW" dirty="0"/>
          </a:p>
          <a:p>
            <a:pPr lvl="1"/>
            <a:r>
              <a:rPr lang="en-US" altLang="zh-TW" dirty="0"/>
              <a:t>Animation</a:t>
            </a:r>
            <a:r>
              <a:rPr lang="zh-TW" altLang="en-US" dirty="0"/>
              <a:t>可設定</a:t>
            </a:r>
            <a:r>
              <a:rPr lang="en-US" altLang="zh-TW" dirty="0"/>
              <a:t>Loop</a:t>
            </a:r>
            <a:r>
              <a:rPr lang="zh-TW" altLang="en-US" dirty="0"/>
              <a:t>相關</a:t>
            </a:r>
            <a:endParaRPr lang="en-US" altLang="zh-TW" dirty="0"/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動畫建立流程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修改</a:t>
            </a:r>
            <a:r>
              <a:rPr lang="en-US" altLang="zh-TW" dirty="0" err="1"/>
              <a:t>AnimatorController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Transition</a:t>
            </a:r>
          </a:p>
          <a:p>
            <a:pPr lvl="1"/>
            <a:r>
              <a:rPr lang="en-US" altLang="zh-TW" dirty="0"/>
              <a:t>Exit</a:t>
            </a:r>
            <a:r>
              <a:rPr lang="zh-TW" altLang="en-US" dirty="0"/>
              <a:t> </a:t>
            </a:r>
            <a:r>
              <a:rPr lang="en-US" altLang="zh-TW" dirty="0"/>
              <a:t>Time</a:t>
            </a:r>
          </a:p>
          <a:p>
            <a:pPr lvl="1"/>
            <a:r>
              <a:rPr lang="en-US" altLang="zh-TW" dirty="0"/>
              <a:t>Transition Duration</a:t>
            </a:r>
          </a:p>
          <a:p>
            <a:pPr lvl="1"/>
            <a:r>
              <a:rPr lang="en-US" altLang="zh-TW" dirty="0"/>
              <a:t>Can Transition To</a:t>
            </a:r>
            <a:r>
              <a:rPr lang="zh-TW" altLang="en-US" dirty="0"/>
              <a:t> </a:t>
            </a:r>
            <a:r>
              <a:rPr lang="en-US" altLang="zh-TW" dirty="0"/>
              <a:t>Self</a:t>
            </a:r>
          </a:p>
          <a:p>
            <a:pPr marL="365760" lvl="1" indent="-256032">
              <a:buClr>
                <a:schemeClr val="accent3"/>
              </a:buClr>
              <a:buFont typeface="Georgia"/>
              <a:buChar char="•"/>
            </a:pPr>
            <a:r>
              <a:rPr lang="en-US" altLang="zh-TW" sz="2400" dirty="0">
                <a:solidFill>
                  <a:schemeClr val="tx1"/>
                </a:solidFill>
              </a:rPr>
              <a:t>Transition Condition </a:t>
            </a:r>
            <a:r>
              <a:rPr lang="zh-TW" altLang="en-US" sz="2400" dirty="0">
                <a:solidFill>
                  <a:schemeClr val="tx1"/>
                </a:solidFill>
              </a:rPr>
              <a:t>條件</a:t>
            </a:r>
            <a:endParaRPr lang="en-US" altLang="zh-TW" sz="2400" dirty="0">
              <a:solidFill>
                <a:schemeClr val="tx1"/>
              </a:solidFill>
            </a:endParaRPr>
          </a:p>
          <a:p>
            <a:pPr lvl="1"/>
            <a:r>
              <a:rPr lang="zh-TW" altLang="en-US" dirty="0"/>
              <a:t>建立</a:t>
            </a:r>
            <a:r>
              <a:rPr lang="en-US" altLang="zh-TW" dirty="0"/>
              <a:t>Parameter</a:t>
            </a:r>
          </a:p>
          <a:p>
            <a:pPr lvl="1"/>
            <a:r>
              <a:rPr lang="zh-TW" altLang="en-US" dirty="0"/>
              <a:t>設定條件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設計</a:t>
            </a:r>
            <a:r>
              <a:rPr lang="en-US" altLang="zh-TW" dirty="0"/>
              <a:t>Animator Controller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Entry</a:t>
            </a:r>
            <a:r>
              <a:rPr lang="zh-TW" altLang="en-US" dirty="0"/>
              <a:t> 與 </a:t>
            </a:r>
            <a:r>
              <a:rPr lang="en-US" altLang="zh-TW" dirty="0"/>
              <a:t>Default State</a:t>
            </a:r>
          </a:p>
          <a:p>
            <a:endParaRPr lang="en-US" altLang="zh-TW" dirty="0"/>
          </a:p>
          <a:p>
            <a:r>
              <a:rPr lang="en-US" altLang="zh-TW" dirty="0"/>
              <a:t>Exit</a:t>
            </a:r>
          </a:p>
          <a:p>
            <a:endParaRPr lang="en-US" altLang="zh-TW" dirty="0"/>
          </a:p>
          <a:p>
            <a:r>
              <a:rPr lang="en-US" altLang="zh-TW" dirty="0" err="1"/>
              <a:t>AnyState</a:t>
            </a:r>
            <a:endParaRPr lang="en-US" altLang="zh-TW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7F1A1A-7855-FE75-42D3-02D792A0A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參考資料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FD7C906-3412-A046-965B-FBA32FA28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Unity</a:t>
            </a:r>
            <a:r>
              <a:rPr lang="zh-TW" altLang="en-US" dirty="0"/>
              <a:t> </a:t>
            </a:r>
            <a:r>
              <a:rPr lang="en-US" altLang="zh-TW" dirty="0"/>
              <a:t>Engine</a:t>
            </a:r>
          </a:p>
          <a:p>
            <a:r>
              <a:rPr lang="en-US" altLang="zh-TW" dirty="0"/>
              <a:t>Spine</a:t>
            </a:r>
          </a:p>
          <a:p>
            <a:r>
              <a:rPr lang="en-US" altLang="zh-TW" dirty="0"/>
              <a:t>Live 2D</a:t>
            </a:r>
          </a:p>
          <a:p>
            <a:r>
              <a:rPr lang="en-US" altLang="zh-TW"/>
              <a:t>Rockman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901057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7096</TotalTime>
  <Words>332</Words>
  <Application>Microsoft Office PowerPoint</Application>
  <PresentationFormat>如螢幕大小 (4:3)</PresentationFormat>
  <Paragraphs>94</Paragraphs>
  <Slides>15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3" baseType="lpstr">
      <vt:lpstr>微軟正黑體</vt:lpstr>
      <vt:lpstr>新細明體</vt:lpstr>
      <vt:lpstr>Arial</vt:lpstr>
      <vt:lpstr>Calibri</vt:lpstr>
      <vt:lpstr>Georgia</vt:lpstr>
      <vt:lpstr>Times New Roman</vt:lpstr>
      <vt:lpstr>Wingdings 2</vt:lpstr>
      <vt:lpstr>都會</vt:lpstr>
      <vt:lpstr>Lesson 10 動畫</vt:lpstr>
      <vt:lpstr>2D動畫 </vt:lpstr>
      <vt:lpstr>2D動畫  : 骨架</vt:lpstr>
      <vt:lpstr>2D動畫 : Spine</vt:lpstr>
      <vt:lpstr>2D動畫 : Live2D</vt:lpstr>
      <vt:lpstr>Animation : Sprite (精靈圖)</vt:lpstr>
      <vt:lpstr>程式職位的工作</vt:lpstr>
      <vt:lpstr>名詞</vt:lpstr>
      <vt:lpstr>Animator</vt:lpstr>
      <vt:lpstr>Animator</vt:lpstr>
      <vt:lpstr>動畫建立流程</vt:lpstr>
      <vt:lpstr>動畫建立流程</vt:lpstr>
      <vt:lpstr>動畫建立流程</vt:lpstr>
      <vt:lpstr>設計Animator Controller</vt:lpstr>
      <vt:lpstr>參考資料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User</cp:lastModifiedBy>
  <cp:revision>493</cp:revision>
  <dcterms:created xsi:type="dcterms:W3CDTF">2024-11-18T05:57:07Z</dcterms:created>
  <dcterms:modified xsi:type="dcterms:W3CDTF">2025-05-02T02:10:22Z</dcterms:modified>
</cp:coreProperties>
</file>