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0" r:id="rId3"/>
    <p:sldId id="261" r:id="rId4"/>
    <p:sldId id="258" r:id="rId5"/>
    <p:sldId id="257" r:id="rId6"/>
    <p:sldId id="264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4</a:t>
            </a:r>
            <a:br>
              <a:rPr lang="en-US" altLang="zh-TW" dirty="0"/>
            </a:br>
            <a:r>
              <a:rPr lang="en-US" altLang="zh-TW" dirty="0"/>
              <a:t>Unity</a:t>
            </a:r>
            <a:r>
              <a:rPr lang="zh-TW" altLang="en-US" dirty="0"/>
              <a:t>基本操作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遊戲程式設計</a:t>
            </a:r>
            <a:endParaRPr lang="zh-TW" altLang="en-US" dirty="0"/>
          </a:p>
          <a:p>
            <a:endParaRPr lang="zh-TW" altLang="en-US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500034" y="571480"/>
            <a:ext cx="8229600" cy="1066800"/>
          </a:xfrm>
        </p:spPr>
        <p:txBody>
          <a:bodyPr/>
          <a:lstStyle/>
          <a:p>
            <a:r>
              <a:rPr lang="zh-TW" altLang="en-US" dirty="0"/>
              <a:t>基本介面 </a:t>
            </a:r>
            <a:r>
              <a:rPr lang="en-US" altLang="zh-TW" dirty="0"/>
              <a:t>(</a:t>
            </a:r>
            <a:r>
              <a:rPr lang="zh-TW" altLang="en-US" dirty="0"/>
              <a:t>預設排版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0" y="1571612"/>
            <a:ext cx="9144000" cy="4929700"/>
            <a:chOff x="0" y="1571612"/>
            <a:chExt cx="9144000" cy="49297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1571612"/>
              <a:ext cx="9144000" cy="4929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橢圓 6"/>
            <p:cNvSpPr/>
            <p:nvPr/>
          </p:nvSpPr>
          <p:spPr>
            <a:xfrm>
              <a:off x="8643966" y="1714488"/>
              <a:ext cx="500034" cy="214314"/>
            </a:xfrm>
            <a:prstGeom prst="ellipse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基本介面 </a:t>
            </a:r>
            <a:r>
              <a:rPr lang="en-US" altLang="zh-TW" dirty="0"/>
              <a:t>(</a:t>
            </a:r>
            <a:r>
              <a:rPr lang="zh-TW" altLang="en-US" dirty="0"/>
              <a:t>常規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Project </a:t>
            </a:r>
            <a:r>
              <a:rPr lang="zh-TW" altLang="en-US" dirty="0"/>
              <a:t>專案</a:t>
            </a:r>
            <a:endParaRPr lang="en-US" altLang="zh-TW" dirty="0"/>
          </a:p>
          <a:p>
            <a:r>
              <a:rPr lang="en-US" altLang="zh-TW" dirty="0"/>
              <a:t>Hierarchy</a:t>
            </a:r>
            <a:r>
              <a:rPr lang="zh-TW" altLang="en-US" dirty="0"/>
              <a:t> 階層</a:t>
            </a:r>
            <a:endParaRPr lang="en-US" altLang="zh-TW" dirty="0"/>
          </a:p>
          <a:p>
            <a:r>
              <a:rPr lang="en-US" altLang="zh-TW" dirty="0"/>
              <a:t>Scene</a:t>
            </a:r>
            <a:r>
              <a:rPr lang="zh-TW" altLang="en-US" dirty="0"/>
              <a:t> 場景</a:t>
            </a:r>
            <a:endParaRPr lang="en-US" altLang="zh-TW" dirty="0"/>
          </a:p>
          <a:p>
            <a:r>
              <a:rPr lang="en-US" altLang="zh-TW" dirty="0"/>
              <a:t>Game</a:t>
            </a:r>
            <a:r>
              <a:rPr lang="zh-TW" altLang="en-US" dirty="0"/>
              <a:t> 遊戲</a:t>
            </a:r>
            <a:endParaRPr lang="en-US" altLang="zh-TW" dirty="0"/>
          </a:p>
          <a:p>
            <a:r>
              <a:rPr lang="en-US" altLang="zh-TW" dirty="0"/>
              <a:t>Inspector</a:t>
            </a:r>
            <a:r>
              <a:rPr lang="zh-TW" altLang="en-US" dirty="0"/>
              <a:t> 檢查器</a:t>
            </a:r>
            <a:endParaRPr lang="en-US" altLang="zh-TW" dirty="0"/>
          </a:p>
          <a:p>
            <a:r>
              <a:rPr lang="en-US" altLang="zh-TW" dirty="0"/>
              <a:t>Console</a:t>
            </a:r>
            <a:r>
              <a:rPr lang="zh-TW" altLang="en-US" dirty="0"/>
              <a:t> 控制台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sz="2400" dirty="0"/>
              <a:t>工具列 </a:t>
            </a:r>
            <a:r>
              <a:rPr lang="en-US" altLang="zh-TW" sz="2400" dirty="0"/>
              <a:t>&gt;</a:t>
            </a:r>
            <a:r>
              <a:rPr lang="zh-TW" altLang="en-US" sz="2400" dirty="0"/>
              <a:t> 視窗</a:t>
            </a:r>
            <a:r>
              <a:rPr lang="en-US" altLang="zh-TW" sz="2400" dirty="0"/>
              <a:t>(Window)</a:t>
            </a:r>
            <a:r>
              <a:rPr lang="zh-TW" altLang="en-US" sz="2400" dirty="0"/>
              <a:t> </a:t>
            </a:r>
            <a:r>
              <a:rPr lang="en-US" altLang="zh-TW" sz="2400" dirty="0"/>
              <a:t>&gt;</a:t>
            </a:r>
            <a:r>
              <a:rPr lang="zh-TW" altLang="en-US" sz="2400" dirty="0"/>
              <a:t> 常規</a:t>
            </a:r>
            <a:r>
              <a:rPr lang="en-US" altLang="zh-TW" sz="2400" dirty="0"/>
              <a:t>(General) </a:t>
            </a:r>
            <a:r>
              <a:rPr lang="zh-TW" altLang="en-US" sz="2400" dirty="0"/>
              <a:t>可開啟</a:t>
            </a:r>
            <a:r>
              <a:rPr lang="zh-TW" altLang="en-US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介面：</a:t>
            </a:r>
            <a:r>
              <a:rPr lang="en-US" altLang="zh-TW" dirty="0"/>
              <a:t>Project </a:t>
            </a:r>
            <a:r>
              <a:rPr lang="zh-TW" altLang="en-US" dirty="0"/>
              <a:t>專案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+mj-ea"/>
                <a:ea typeface="+mj-ea"/>
              </a:rPr>
              <a:t>One Column/Two Column</a:t>
            </a:r>
          </a:p>
          <a:p>
            <a:r>
              <a:rPr lang="zh-TW" altLang="en-US" dirty="0">
                <a:latin typeface="+mj-ea"/>
                <a:ea typeface="+mj-ea"/>
              </a:rPr>
              <a:t>縮放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zh-TW" altLang="en-US" dirty="0">
                <a:latin typeface="+mj-ea"/>
                <a:ea typeface="+mj-ea"/>
              </a:rPr>
              <a:t>搜尋</a:t>
            </a:r>
            <a:endParaRPr lang="en-US" altLang="zh-TW" dirty="0">
              <a:latin typeface="+mj-ea"/>
              <a:ea typeface="+mj-ea"/>
            </a:endParaRPr>
          </a:p>
          <a:p>
            <a:pPr lvl="1"/>
            <a:r>
              <a:rPr lang="zh-TW" altLang="en-US" dirty="0">
                <a:latin typeface="+mj-ea"/>
                <a:ea typeface="+mj-ea"/>
              </a:rPr>
              <a:t>依照類別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7346" y="4467242"/>
            <a:ext cx="9191346" cy="2390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資料夾結構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285992"/>
            <a:ext cx="7602537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14356"/>
            <a:ext cx="3400420" cy="171451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介面：</a:t>
            </a:r>
            <a:br>
              <a:rPr lang="en-US" altLang="zh-TW" dirty="0"/>
            </a:br>
            <a:r>
              <a:rPr lang="en-US" altLang="zh-TW" dirty="0"/>
              <a:t>Scene</a:t>
            </a:r>
            <a:r>
              <a:rPr lang="zh-TW" altLang="en-US" dirty="0"/>
              <a:t>場景 </a:t>
            </a:r>
            <a:r>
              <a:rPr lang="en-US" altLang="zh-TW" dirty="0"/>
              <a:t>/ Game</a:t>
            </a:r>
            <a:r>
              <a:rPr lang="zh-TW" altLang="en-US" dirty="0"/>
              <a:t>遊戲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571744"/>
            <a:ext cx="3186106" cy="4002792"/>
          </a:xfrm>
        </p:spPr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Scene</a:t>
            </a:r>
          </a:p>
          <a:p>
            <a:pPr lvl="1"/>
            <a:r>
              <a:rPr lang="zh-TW" altLang="en-US" dirty="0"/>
              <a:t>展示場景的物件</a:t>
            </a:r>
            <a:endParaRPr lang="en-US" altLang="zh-TW" dirty="0"/>
          </a:p>
          <a:p>
            <a:pPr lvl="1"/>
            <a:r>
              <a:rPr lang="zh-TW" altLang="en-US" dirty="0"/>
              <a:t>可自由移動</a:t>
            </a:r>
            <a:endParaRPr lang="en-US" altLang="zh-TW" dirty="0"/>
          </a:p>
          <a:p>
            <a:r>
              <a:rPr lang="en-US" altLang="zh-TW" dirty="0"/>
              <a:t>Game</a:t>
            </a:r>
          </a:p>
          <a:p>
            <a:pPr lvl="1"/>
            <a:r>
              <a:rPr lang="zh-TW" altLang="en-US" dirty="0"/>
              <a:t>玩家看到的遊戲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1174164"/>
            <a:ext cx="5286380" cy="5469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4972056" cy="10668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介面：</a:t>
            </a:r>
            <a:r>
              <a:rPr lang="en-US" altLang="zh-TW" dirty="0"/>
              <a:t>Inspector</a:t>
            </a:r>
            <a:r>
              <a:rPr lang="zh-TW" altLang="en-US" dirty="0"/>
              <a:t> 檢查器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972056" cy="4325112"/>
          </a:xfrm>
        </p:spPr>
        <p:txBody>
          <a:bodyPr/>
          <a:lstStyle/>
          <a:p>
            <a:r>
              <a:rPr lang="zh-TW" altLang="en-US" dirty="0"/>
              <a:t>檢視</a:t>
            </a:r>
            <a:r>
              <a:rPr lang="en-US" altLang="zh-TW" dirty="0"/>
              <a:t>/</a:t>
            </a:r>
            <a:r>
              <a:rPr lang="zh-TW" altLang="en-US" dirty="0"/>
              <a:t>修改 單一或多個物件的詳細資訊</a:t>
            </a:r>
            <a:endParaRPr lang="en-US" altLang="zh-TW" dirty="0"/>
          </a:p>
          <a:p>
            <a:pPr lvl="1"/>
            <a:r>
              <a:rPr lang="en-US" altLang="zh-TW" dirty="0"/>
              <a:t>Project</a:t>
            </a:r>
          </a:p>
          <a:p>
            <a:pPr lvl="1"/>
            <a:r>
              <a:rPr lang="en-US" altLang="zh-TW" dirty="0"/>
              <a:t>Hierarchy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注意「</a:t>
            </a:r>
            <a:r>
              <a:rPr lang="en-US" altLang="zh-TW" dirty="0"/>
              <a:t>Lock </a:t>
            </a:r>
            <a:r>
              <a:rPr lang="zh-TW" altLang="en-US" dirty="0"/>
              <a:t>鎖定」</a:t>
            </a:r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1214422"/>
            <a:ext cx="3590119" cy="5643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介面：</a:t>
            </a:r>
            <a:r>
              <a:rPr lang="en-US" altLang="zh-TW" dirty="0"/>
              <a:t>Hierarchy</a:t>
            </a:r>
            <a:r>
              <a:rPr lang="zh-TW" altLang="en-US" dirty="0"/>
              <a:t> 階層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4324" y="2249424"/>
            <a:ext cx="5400684" cy="4325112"/>
          </a:xfrm>
        </p:spPr>
        <p:txBody>
          <a:bodyPr/>
          <a:lstStyle/>
          <a:p>
            <a:r>
              <a:rPr lang="zh-TW" altLang="en-US" dirty="0"/>
              <a:t>顯示目前已開啟的</a:t>
            </a:r>
            <a:r>
              <a:rPr lang="en-US" altLang="zh-TW" dirty="0"/>
              <a:t>Scene(</a:t>
            </a:r>
            <a:r>
              <a:rPr lang="zh-TW" altLang="en-US" dirty="0"/>
              <a:t>場景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目前場景中的</a:t>
            </a:r>
            <a:r>
              <a:rPr lang="en-US" altLang="zh-TW" dirty="0" err="1"/>
              <a:t>GameObject</a:t>
            </a:r>
            <a:r>
              <a:rPr lang="en-US" altLang="zh-TW" dirty="0"/>
              <a:t>(</a:t>
            </a:r>
            <a:r>
              <a:rPr lang="zh-TW" altLang="en-US" dirty="0"/>
              <a:t>遊戲物件</a:t>
            </a:r>
            <a:r>
              <a:rPr lang="en-US" altLang="zh-TW" dirty="0"/>
              <a:t>)</a:t>
            </a:r>
            <a:r>
              <a:rPr lang="zh-TW" altLang="en-US" dirty="0"/>
              <a:t>與其階層關係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點選物件時</a:t>
            </a:r>
            <a:endParaRPr lang="en-US" altLang="zh-TW" dirty="0"/>
          </a:p>
          <a:p>
            <a:pPr lvl="1"/>
            <a:r>
              <a:rPr lang="en-US" altLang="zh-TW" dirty="0"/>
              <a:t>Scene</a:t>
            </a:r>
            <a:r>
              <a:rPr lang="zh-TW" altLang="en-US" dirty="0"/>
              <a:t>中該物件會紅框</a:t>
            </a:r>
            <a:endParaRPr lang="en-US" altLang="zh-TW" dirty="0"/>
          </a:p>
          <a:p>
            <a:pPr lvl="1"/>
            <a:r>
              <a:rPr lang="en-US" altLang="zh-TW" dirty="0"/>
              <a:t>Inspector</a:t>
            </a:r>
            <a:r>
              <a:rPr lang="zh-TW" altLang="en-US" dirty="0"/>
              <a:t>會變為該物件資訊</a:t>
            </a:r>
            <a:endParaRPr lang="en-US" altLang="zh-TW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22989" y="1857364"/>
            <a:ext cx="3521043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介面：</a:t>
            </a:r>
            <a:r>
              <a:rPr lang="en-US" altLang="zh-TW" dirty="0"/>
              <a:t>Console </a:t>
            </a:r>
            <a:r>
              <a:rPr lang="zh-TW" altLang="en-US" dirty="0"/>
              <a:t>控制台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顯示系統訊息或玩家印的訊息</a:t>
            </a:r>
            <a:r>
              <a:rPr lang="en-US" altLang="zh-TW" dirty="0"/>
              <a:t>(Debug)</a:t>
            </a:r>
          </a:p>
          <a:p>
            <a:pPr lvl="1"/>
            <a:r>
              <a:rPr lang="zh-TW" altLang="en-US" dirty="0"/>
              <a:t>一般、警告、錯誤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954754"/>
            <a:ext cx="9144000" cy="2831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321</TotalTime>
  <Words>167</Words>
  <Application>Microsoft Office PowerPoint</Application>
  <PresentationFormat>如螢幕大小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Arial</vt:lpstr>
      <vt:lpstr>Georgia</vt:lpstr>
      <vt:lpstr>Times New Roman</vt:lpstr>
      <vt:lpstr>Wingdings 2</vt:lpstr>
      <vt:lpstr>都會</vt:lpstr>
      <vt:lpstr>Lesson 4 Unity基本操作</vt:lpstr>
      <vt:lpstr>基本介面 (預設排版)</vt:lpstr>
      <vt:lpstr>基本介面 (常規)</vt:lpstr>
      <vt:lpstr>介面：Project 專案</vt:lpstr>
      <vt:lpstr>資料夾結構</vt:lpstr>
      <vt:lpstr>介面： Scene場景 / Game遊戲</vt:lpstr>
      <vt:lpstr>介面：Inspector 檢查器</vt:lpstr>
      <vt:lpstr>介面：Hierarchy 階層</vt:lpstr>
      <vt:lpstr>介面：Console 控制台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27</cp:revision>
  <dcterms:created xsi:type="dcterms:W3CDTF">2024-11-18T05:57:07Z</dcterms:created>
  <dcterms:modified xsi:type="dcterms:W3CDTF">2025-02-18T05:32:50Z</dcterms:modified>
</cp:coreProperties>
</file>