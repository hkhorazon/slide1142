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4" r:id="rId3"/>
    <p:sldId id="268" r:id="rId4"/>
    <p:sldId id="262" r:id="rId5"/>
    <p:sldId id="267" r:id="rId6"/>
    <p:sldId id="270" r:id="rId7"/>
    <p:sldId id="280" r:id="rId8"/>
    <p:sldId id="271" r:id="rId9"/>
    <p:sldId id="278" r:id="rId10"/>
    <p:sldId id="277" r:id="rId11"/>
    <p:sldId id="284" r:id="rId12"/>
    <p:sldId id="259" r:id="rId13"/>
    <p:sldId id="288" r:id="rId14"/>
    <p:sldId id="292" r:id="rId15"/>
    <p:sldId id="293" r:id="rId16"/>
    <p:sldId id="294" r:id="rId17"/>
    <p:sldId id="285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5</a:t>
            </a:r>
            <a:br>
              <a:rPr lang="en-US" altLang="zh-TW" dirty="0"/>
            </a:br>
            <a:r>
              <a:rPr lang="zh-TW" altLang="en-US" dirty="0"/>
              <a:t>建造</a:t>
            </a:r>
            <a:r>
              <a:rPr lang="en-US" altLang="zh-TW" dirty="0"/>
              <a:t>2D</a:t>
            </a:r>
            <a:r>
              <a:rPr lang="zh-TW" altLang="en-US" dirty="0"/>
              <a:t>遊戲世界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GameObject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/>
              <a:t>Component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GameObject</a:t>
            </a:r>
            <a:r>
              <a:rPr lang="zh-TW" altLang="en-US" dirty="0"/>
              <a:t>：遊戲物件</a:t>
            </a:r>
            <a:endParaRPr lang="en-US" altLang="zh-TW" dirty="0"/>
          </a:p>
          <a:p>
            <a:pPr lvl="1"/>
            <a:r>
              <a:rPr lang="zh-TW" altLang="en-US" dirty="0"/>
              <a:t>表示一個遊戲物件</a:t>
            </a:r>
            <a:endParaRPr lang="en-US" altLang="zh-TW" dirty="0"/>
          </a:p>
          <a:p>
            <a:pPr lvl="1"/>
            <a:r>
              <a:rPr lang="zh-TW" altLang="en-US" dirty="0"/>
              <a:t>可擁有若干個</a:t>
            </a:r>
            <a:r>
              <a:rPr lang="en-US" altLang="zh-TW" dirty="0" err="1"/>
              <a:t>Componet</a:t>
            </a:r>
            <a:endParaRPr lang="en-US" altLang="zh-TW" dirty="0"/>
          </a:p>
          <a:p>
            <a:pPr lvl="1"/>
            <a:r>
              <a:rPr lang="zh-TW" altLang="en-US" dirty="0"/>
              <a:t>會有</a:t>
            </a:r>
            <a:r>
              <a:rPr lang="en-US" altLang="zh-TW" dirty="0"/>
              <a:t>Transform</a:t>
            </a:r>
            <a:r>
              <a:rPr lang="zh-TW" altLang="en-US" dirty="0"/>
              <a:t>或</a:t>
            </a:r>
            <a:r>
              <a:rPr lang="en-US" altLang="zh-TW" dirty="0" err="1"/>
              <a:t>RectTransform</a:t>
            </a:r>
            <a:r>
              <a:rPr lang="en-US" altLang="zh-TW" dirty="0"/>
              <a:t>(UI</a:t>
            </a:r>
            <a:r>
              <a:rPr lang="zh-TW" altLang="en-US" dirty="0"/>
              <a:t>用</a:t>
            </a:r>
            <a:r>
              <a:rPr lang="en-US" altLang="zh-TW" dirty="0"/>
              <a:t>)</a:t>
            </a:r>
            <a:r>
              <a:rPr lang="zh-TW" altLang="en-US" dirty="0"/>
              <a:t>其中一個</a:t>
            </a:r>
            <a:r>
              <a:rPr lang="en-US" altLang="zh-TW" dirty="0"/>
              <a:t>Component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Component</a:t>
            </a:r>
            <a:r>
              <a:rPr lang="zh-TW" altLang="en-US" dirty="0"/>
              <a:t>：元件</a:t>
            </a:r>
            <a:endParaRPr lang="en-US" altLang="zh-TW" dirty="0"/>
          </a:p>
          <a:p>
            <a:pPr lvl="1"/>
            <a:r>
              <a:rPr lang="zh-TW" altLang="en-US" sz="2400" dirty="0"/>
              <a:t>某些種類會有相斥，某些種類同一個</a:t>
            </a:r>
            <a:r>
              <a:rPr lang="en-US" altLang="zh-TW" sz="2400" dirty="0"/>
              <a:t>GO</a:t>
            </a:r>
            <a:r>
              <a:rPr lang="zh-TW" altLang="en-US" sz="2400" dirty="0"/>
              <a:t>只能有一個</a:t>
            </a:r>
            <a:endParaRPr lang="en-US" altLang="zh-TW" sz="2400" dirty="0"/>
          </a:p>
          <a:p>
            <a:pPr lvl="1"/>
            <a:r>
              <a:rPr lang="en-US" altLang="zh-TW" dirty="0"/>
              <a:t>Mesh</a:t>
            </a:r>
            <a:r>
              <a:rPr lang="zh-TW" altLang="en-US" dirty="0"/>
              <a:t>、</a:t>
            </a:r>
            <a:r>
              <a:rPr lang="en-US" altLang="zh-TW" dirty="0"/>
              <a:t>Renderer</a:t>
            </a:r>
            <a:r>
              <a:rPr lang="zh-TW" altLang="en-US" dirty="0"/>
              <a:t>、</a:t>
            </a:r>
            <a:r>
              <a:rPr lang="en-US" altLang="zh-TW" dirty="0"/>
              <a:t>Light</a:t>
            </a:r>
            <a:r>
              <a:rPr lang="zh-TW" altLang="en-US" dirty="0"/>
              <a:t>、</a:t>
            </a:r>
            <a:r>
              <a:rPr lang="en-US" altLang="zh-TW" dirty="0"/>
              <a:t>Camera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Transform </a:t>
            </a:r>
            <a:r>
              <a:rPr lang="en-US" altLang="zh-TW" sz="2800" dirty="0"/>
              <a:t>(3D</a:t>
            </a:r>
            <a:r>
              <a:rPr lang="zh-TW" altLang="en-US" sz="2800" dirty="0"/>
              <a:t>物件的基本</a:t>
            </a:r>
            <a:r>
              <a:rPr lang="en-US" altLang="zh-TW" sz="2800" dirty="0"/>
              <a:t>Component)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Position</a:t>
            </a:r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</a:p>
          <a:p>
            <a:pPr lvl="1"/>
            <a:r>
              <a:rPr lang="en-US" altLang="zh-TW" dirty="0"/>
              <a:t>Quaternion (</a:t>
            </a:r>
            <a:r>
              <a:rPr lang="zh-TW" altLang="en-US" dirty="0"/>
              <a:t>四元數、歐拉角顯示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  <p:pic>
        <p:nvPicPr>
          <p:cNvPr id="1026" name="Picture 2" descr="enter image description here"/>
          <p:cNvPicPr>
            <a:picLocks noChangeAspect="1" noChangeArrowheads="1"/>
          </p:cNvPicPr>
          <p:nvPr/>
        </p:nvPicPr>
        <p:blipFill>
          <a:blip r:embed="rId2"/>
          <a:srcRect l="50714"/>
          <a:stretch>
            <a:fillRect/>
          </a:stretch>
        </p:blipFill>
        <p:spPr bwMode="auto">
          <a:xfrm>
            <a:off x="5429256" y="4166149"/>
            <a:ext cx="3714744" cy="26918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：左手座標系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285992"/>
            <a:ext cx="2398579" cy="3979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2500306"/>
            <a:ext cx="3643338" cy="3691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</a:t>
            </a:r>
            <a:r>
              <a:rPr lang="zh-TW" altLang="en-US" dirty="0"/>
              <a:t>世界座標</a:t>
            </a:r>
          </a:p>
        </p:txBody>
      </p:sp>
      <p:cxnSp>
        <p:nvCxnSpPr>
          <p:cNvPr id="5" name="直線單箭頭接點 4"/>
          <p:cNvCxnSpPr/>
          <p:nvPr/>
        </p:nvCxnSpPr>
        <p:spPr>
          <a:xfrm>
            <a:off x="429390" y="4428338"/>
            <a:ext cx="507209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rot="5400000" flipH="1" flipV="1">
            <a:off x="786580" y="4356900"/>
            <a:ext cx="400052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5072860" y="3928272"/>
            <a:ext cx="857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x</a:t>
            </a:r>
            <a:endParaRPr lang="zh-TW" altLang="en-US" sz="3200" dirty="0"/>
          </a:p>
        </p:txBody>
      </p:sp>
      <p:sp>
        <p:nvSpPr>
          <p:cNvPr id="10" name="矩形 9"/>
          <p:cNvSpPr/>
          <p:nvPr/>
        </p:nvSpPr>
        <p:spPr>
          <a:xfrm>
            <a:off x="2358216" y="2213760"/>
            <a:ext cx="423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/>
              <a:t>Y</a:t>
            </a:r>
            <a:endParaRPr lang="zh-TW" alt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00760" y="3000372"/>
            <a:ext cx="2171700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Position (Vector3</a:t>
            </a:r>
            <a:r>
              <a:rPr lang="zh-TW" altLang="en-US" dirty="0"/>
              <a:t> 三維向量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座標</a:t>
            </a:r>
            <a:r>
              <a:rPr lang="en-US" altLang="zh-TW" dirty="0"/>
              <a:t> </a:t>
            </a:r>
            <a:r>
              <a:rPr lang="en-US" altLang="zh-TW" dirty="0" err="1"/>
              <a:t>vs</a:t>
            </a:r>
            <a:r>
              <a:rPr lang="en-US" altLang="zh-TW" dirty="0"/>
              <a:t> </a:t>
            </a:r>
            <a:r>
              <a:rPr lang="zh-TW" altLang="en-US" dirty="0"/>
              <a:t>向量</a:t>
            </a:r>
            <a:endParaRPr lang="en-US" altLang="zh-TW" dirty="0"/>
          </a:p>
          <a:p>
            <a:endParaRPr lang="en-US" altLang="zh-TW" dirty="0"/>
          </a:p>
        </p:txBody>
      </p:sp>
      <p:cxnSp>
        <p:nvCxnSpPr>
          <p:cNvPr id="7" name="直線單箭頭接點 6"/>
          <p:cNvCxnSpPr/>
          <p:nvPr/>
        </p:nvCxnSpPr>
        <p:spPr>
          <a:xfrm flipV="1">
            <a:off x="4429124" y="3786190"/>
            <a:ext cx="2571768" cy="20002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6858016" y="4000504"/>
            <a:ext cx="20716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</a:t>
            </a:r>
            <a:r>
              <a:rPr lang="en-US" altLang="zh-TW" sz="2400" dirty="0"/>
              <a:t>5.0,4.0,0.0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500562" y="5643578"/>
            <a:ext cx="20716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</a:t>
            </a:r>
            <a:r>
              <a:rPr lang="en-US" altLang="zh-TW" sz="2400" dirty="0"/>
              <a:t>0,0,0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pic>
        <p:nvPicPr>
          <p:cNvPr id="12290" name="Picture 2" descr="https://cdn.discordapp.com/attachments/972022182286864434/1318158048790843402/images.png?ex=6763f0d9&amp;is=67629f59&amp;hm=8db7f68d3873ba12890b3441a599a1db8cfdc044d17f1a681e0ac76131237af4&amp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3571876"/>
            <a:ext cx="4122305" cy="27432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調整物件</a:t>
            </a:r>
            <a:r>
              <a:rPr lang="en-US" altLang="zh-TW" dirty="0"/>
              <a:t>Transform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變換組件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Position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位置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旋轉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大小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9058" y="3286124"/>
            <a:ext cx="5214942" cy="870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8" y="4500570"/>
            <a:ext cx="2145932" cy="235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47000" y="4500570"/>
            <a:ext cx="1953760" cy="235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43637" y="4500570"/>
            <a:ext cx="2092360" cy="235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28662" y="4857760"/>
            <a:ext cx="600075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Rotation (Quaternion</a:t>
            </a:r>
            <a:r>
              <a:rPr lang="zh-TW" altLang="en-US" dirty="0"/>
              <a:t> 四元數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(</a:t>
            </a:r>
            <a:r>
              <a:rPr lang="en-US" altLang="zh-TW" dirty="0" err="1"/>
              <a:t>x,y,z,w</a:t>
            </a:r>
            <a:r>
              <a:rPr lang="en-US" altLang="zh-TW" dirty="0"/>
              <a:t>)</a:t>
            </a:r>
            <a:r>
              <a:rPr lang="zh-TW" altLang="en-US" dirty="0"/>
              <a:t> 且距離為</a:t>
            </a:r>
            <a:r>
              <a:rPr lang="en-US" altLang="zh-TW" dirty="0"/>
              <a:t>1</a:t>
            </a:r>
          </a:p>
          <a:p>
            <a:r>
              <a:rPr lang="zh-TW" altLang="en-US" dirty="0"/>
              <a:t>歐拉角的運算</a:t>
            </a:r>
            <a:endParaRPr lang="en-US" altLang="zh-TW" dirty="0"/>
          </a:p>
          <a:p>
            <a:pPr lvl="1"/>
            <a:r>
              <a:rPr lang="en-US" altLang="zh-TW" dirty="0"/>
              <a:t>(90,0,0) = (90,90,90)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運算速度與複雜性</a:t>
            </a:r>
            <a:endParaRPr lang="en-US" altLang="zh-TW" dirty="0"/>
          </a:p>
          <a:p>
            <a:pPr lvl="1"/>
            <a:r>
              <a:rPr lang="zh-TW" altLang="en-US" dirty="0"/>
              <a:t>使用矩陣相乘計算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Picture 4" descr="The axes of Unitys left-handed coordinate system, showing that the direction of rotation from the positive x-axis to the positive y-axis is counterclockwise when looking along the positive z-axis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3429000"/>
            <a:ext cx="3133725" cy="2809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Scale (Vector3</a:t>
            </a:r>
            <a:r>
              <a:rPr lang="zh-TW" altLang="en-US" dirty="0"/>
              <a:t> 三維向量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控制物件大小</a:t>
            </a:r>
            <a:endParaRPr lang="en-US" altLang="zh-TW" dirty="0"/>
          </a:p>
          <a:p>
            <a:pPr lvl="1"/>
            <a:r>
              <a:rPr lang="zh-TW" altLang="en-US" dirty="0"/>
              <a:t>子物件也會被影響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可拖拉中間的白點，使其整體一起縮放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00826" y="4286256"/>
            <a:ext cx="2092360" cy="235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物件階層與</a:t>
            </a:r>
            <a:r>
              <a:rPr lang="en-US" altLang="zh-TW" dirty="0"/>
              <a:t>transform</a:t>
            </a:r>
            <a:r>
              <a:rPr lang="zh-TW" altLang="en-US" dirty="0"/>
              <a:t>關係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階層概念與影響</a:t>
            </a:r>
            <a:endParaRPr lang="en-US" altLang="zh-TW" dirty="0"/>
          </a:p>
          <a:p>
            <a:pPr lvl="1"/>
            <a:r>
              <a:rPr lang="en-US" altLang="zh-TW" dirty="0"/>
              <a:t>Position</a:t>
            </a:r>
          </a:p>
          <a:p>
            <a:pPr lvl="1"/>
            <a:r>
              <a:rPr lang="en-US" altLang="zh-TW" dirty="0"/>
              <a:t>Rotation</a:t>
            </a:r>
          </a:p>
          <a:p>
            <a:pPr lvl="1"/>
            <a:r>
              <a:rPr lang="en-US" altLang="zh-TW" dirty="0"/>
              <a:t>Scale</a:t>
            </a:r>
          </a:p>
          <a:p>
            <a:pPr>
              <a:buNone/>
            </a:pPr>
            <a:endParaRPr lang="en-US" altLang="zh-TW" dirty="0"/>
          </a:p>
          <a:p>
            <a:r>
              <a:rPr lang="zh-TW" altLang="en-US" dirty="0"/>
              <a:t>常見用法</a:t>
            </a:r>
            <a:endParaRPr lang="en-US" altLang="zh-TW" dirty="0"/>
          </a:p>
          <a:p>
            <a:pPr lvl="1"/>
            <a:r>
              <a:rPr lang="zh-TW" altLang="en-US" dirty="0"/>
              <a:t>視為單一的群組物件</a:t>
            </a:r>
            <a:endParaRPr lang="en-US" altLang="zh-TW" dirty="0"/>
          </a:p>
          <a:p>
            <a:pPr lvl="1"/>
            <a:r>
              <a:rPr lang="zh-TW" altLang="en-US" dirty="0"/>
              <a:t>關節與動畫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Scene </a:t>
            </a:r>
            <a:r>
              <a:rPr lang="zh-TW" altLang="en-US" dirty="0"/>
              <a:t>場景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建立場景</a:t>
            </a:r>
            <a:endParaRPr lang="en-US" altLang="zh-TW" dirty="0"/>
          </a:p>
          <a:p>
            <a:pPr lvl="1"/>
            <a:r>
              <a:rPr lang="zh-TW" altLang="en-US" dirty="0"/>
              <a:t>場景種類</a:t>
            </a:r>
            <a:endParaRPr lang="en-US" altLang="zh-TW" dirty="0"/>
          </a:p>
          <a:p>
            <a:pPr lvl="1"/>
            <a:r>
              <a:rPr lang="en-US" altLang="zh-TW" dirty="0"/>
              <a:t>Load additively</a:t>
            </a:r>
          </a:p>
          <a:p>
            <a:r>
              <a:rPr lang="zh-TW" altLang="en-US" dirty="0"/>
              <a:t>開啟場景</a:t>
            </a:r>
            <a:endParaRPr lang="en-US" altLang="zh-TW" dirty="0"/>
          </a:p>
          <a:p>
            <a:r>
              <a:rPr lang="zh-TW" altLang="en-US" dirty="0"/>
              <a:t>儲存場景</a:t>
            </a:r>
            <a:endParaRPr lang="en-US" altLang="zh-TW" dirty="0"/>
          </a:p>
          <a:p>
            <a:pPr lvl="1"/>
            <a:r>
              <a:rPr lang="en-US" altLang="zh-TW" dirty="0"/>
              <a:t>Ctrl + 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Camera (</a:t>
            </a:r>
            <a:r>
              <a:rPr lang="zh-TW" altLang="en-US" dirty="0"/>
              <a:t>攝影機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Render Type</a:t>
            </a:r>
            <a:r>
              <a:rPr lang="zh-TW" altLang="en-US" dirty="0"/>
              <a:t>：</a:t>
            </a:r>
            <a:r>
              <a:rPr lang="en-US" altLang="zh-TW" b="1" dirty="0"/>
              <a:t>Base</a:t>
            </a:r>
            <a:r>
              <a:rPr lang="en-US" altLang="zh-TW" dirty="0"/>
              <a:t> / Overlay</a:t>
            </a:r>
          </a:p>
          <a:p>
            <a:pPr lvl="1"/>
            <a:r>
              <a:rPr lang="zh-TW" altLang="en-US" dirty="0"/>
              <a:t>渲染方式：基本 </a:t>
            </a:r>
            <a:r>
              <a:rPr lang="en-US" altLang="zh-TW" dirty="0"/>
              <a:t>/ </a:t>
            </a:r>
            <a:r>
              <a:rPr lang="zh-TW" altLang="en-US" dirty="0"/>
              <a:t>覆蓋</a:t>
            </a:r>
            <a:endParaRPr lang="en-US" altLang="zh-TW" dirty="0"/>
          </a:p>
          <a:p>
            <a:r>
              <a:rPr lang="en-US" altLang="zh-TW" dirty="0"/>
              <a:t>Projection</a:t>
            </a:r>
            <a:r>
              <a:rPr lang="zh-TW" altLang="en-US" dirty="0"/>
              <a:t>：</a:t>
            </a:r>
            <a:r>
              <a:rPr lang="en-US" altLang="zh-TW" b="1" dirty="0"/>
              <a:t>Orthographic</a:t>
            </a:r>
          </a:p>
          <a:p>
            <a:pPr lvl="1"/>
            <a:r>
              <a:rPr lang="zh-TW" altLang="en-US" dirty="0"/>
              <a:t>投影方式：正交</a:t>
            </a:r>
            <a:endParaRPr lang="en-US" altLang="zh-TW" dirty="0"/>
          </a:p>
          <a:p>
            <a:r>
              <a:rPr lang="en-US" altLang="zh-TW" dirty="0"/>
              <a:t>Post Processing </a:t>
            </a:r>
            <a:r>
              <a:rPr lang="zh-TW" altLang="en-US" dirty="0"/>
              <a:t>後製處理</a:t>
            </a:r>
            <a:endParaRPr lang="en-US" altLang="zh-TW" dirty="0"/>
          </a:p>
          <a:p>
            <a:pPr lvl="1"/>
            <a:r>
              <a:rPr lang="zh-TW" altLang="en-US" dirty="0"/>
              <a:t>搭配</a:t>
            </a:r>
            <a:r>
              <a:rPr lang="en-US" altLang="zh-TW" dirty="0"/>
              <a:t>Volume</a:t>
            </a:r>
            <a:r>
              <a:rPr lang="zh-TW" altLang="en-US" dirty="0"/>
              <a:t>使用</a:t>
            </a:r>
            <a:endParaRPr lang="en-US" altLang="zh-TW" dirty="0"/>
          </a:p>
          <a:p>
            <a:pPr lvl="1"/>
            <a:r>
              <a:rPr lang="en-US" altLang="zh-TW" dirty="0"/>
              <a:t>Bloom</a:t>
            </a:r>
            <a:r>
              <a:rPr lang="zh-TW" altLang="en-US" dirty="0"/>
              <a:t>、</a:t>
            </a:r>
            <a:r>
              <a:rPr lang="en-US" altLang="zh-TW" dirty="0"/>
              <a:t>tone mapping</a:t>
            </a:r>
            <a:r>
              <a:rPr lang="zh-TW" altLang="en-US" dirty="0"/>
              <a:t>、</a:t>
            </a:r>
            <a:r>
              <a:rPr lang="en-US" altLang="zh-TW" dirty="0"/>
              <a:t>motion blur….</a:t>
            </a:r>
          </a:p>
          <a:p>
            <a:r>
              <a:rPr lang="en-US" altLang="zh-TW" dirty="0"/>
              <a:t>Culling Mask</a:t>
            </a:r>
          </a:p>
          <a:p>
            <a:pPr lvl="1"/>
            <a:r>
              <a:rPr lang="zh-TW" altLang="en-US" dirty="0"/>
              <a:t>可顯示不同</a:t>
            </a:r>
            <a:r>
              <a:rPr lang="en-US" altLang="zh-TW" dirty="0"/>
              <a:t>Layer</a:t>
            </a:r>
            <a:r>
              <a:rPr lang="zh-TW" altLang="en-US" dirty="0"/>
              <a:t>來製作其他功能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Camera (</a:t>
            </a:r>
            <a:r>
              <a:rPr lang="zh-TW" altLang="en-US" dirty="0"/>
              <a:t>攝影機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Pixel Perfect Camera</a:t>
            </a:r>
          </a:p>
          <a:p>
            <a:pPr lvl="1"/>
            <a:r>
              <a:rPr lang="zh-TW" altLang="en-US" dirty="0"/>
              <a:t>確保像素圖在不同解析度下都能保持清晰，正確顯示。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16386" name="Picture 2" descr="All-in-One Pixel Perfect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3391080"/>
            <a:ext cx="4572000" cy="34669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放入</a:t>
            </a:r>
            <a:r>
              <a:rPr lang="en-US" altLang="zh-TW" dirty="0"/>
              <a:t>2D</a:t>
            </a:r>
            <a:r>
              <a:rPr lang="zh-TW" altLang="en-US" dirty="0"/>
              <a:t>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一般</a:t>
            </a:r>
            <a:r>
              <a:rPr lang="en-US" altLang="zh-TW" dirty="0"/>
              <a:t>Sprite</a:t>
            </a:r>
          </a:p>
          <a:p>
            <a:pPr lvl="1"/>
            <a:r>
              <a:rPr lang="zh-TW" altLang="en-US" dirty="0"/>
              <a:t>選擇形狀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r>
              <a:rPr lang="zh-TW" altLang="en-US" dirty="0"/>
              <a:t>替換</a:t>
            </a:r>
            <a:r>
              <a:rPr lang="en-US" altLang="zh-TW" dirty="0"/>
              <a:t>Sprite</a:t>
            </a:r>
          </a:p>
          <a:p>
            <a:pPr lvl="1"/>
            <a:r>
              <a:rPr lang="zh-TW" altLang="en-US" dirty="0"/>
              <a:t>注意圖片的種類為</a:t>
            </a:r>
            <a:r>
              <a:rPr lang="en-US" altLang="zh-TW" dirty="0"/>
              <a:t>Sprite</a:t>
            </a:r>
          </a:p>
          <a:p>
            <a:pPr lvl="1"/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44" y="1428736"/>
            <a:ext cx="52292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68" y="4714884"/>
            <a:ext cx="5500694" cy="2037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放入</a:t>
            </a:r>
            <a:r>
              <a:rPr lang="en-US" altLang="zh-TW" dirty="0"/>
              <a:t>2D</a:t>
            </a:r>
            <a:r>
              <a:rPr lang="zh-TW" altLang="en-US" dirty="0"/>
              <a:t>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Sprite Shape</a:t>
            </a:r>
          </a:p>
          <a:p>
            <a:pPr lvl="1"/>
            <a:r>
              <a:rPr lang="en-US" altLang="zh-TW" dirty="0"/>
              <a:t>Open/Closed Shape</a:t>
            </a:r>
          </a:p>
          <a:p>
            <a:pPr lvl="1"/>
            <a:r>
              <a:rPr lang="zh-TW" altLang="en-US" dirty="0"/>
              <a:t>編輯</a:t>
            </a:r>
            <a:r>
              <a:rPr lang="en-US" altLang="zh-TW" dirty="0" err="1"/>
              <a:t>Spline</a:t>
            </a:r>
            <a:endParaRPr lang="en-US" altLang="zh-TW" dirty="0"/>
          </a:p>
          <a:p>
            <a:pPr lvl="2"/>
            <a:r>
              <a:rPr lang="zh-TW" altLang="en-US" dirty="0"/>
              <a:t>移動節點</a:t>
            </a:r>
            <a:endParaRPr lang="en-US" altLang="zh-TW" dirty="0"/>
          </a:p>
          <a:p>
            <a:pPr lvl="2"/>
            <a:r>
              <a:rPr lang="zh-TW" altLang="en-US" dirty="0"/>
              <a:t>新增節點</a:t>
            </a:r>
            <a:endParaRPr lang="en-US" altLang="zh-TW" dirty="0"/>
          </a:p>
          <a:p>
            <a:pPr lvl="2"/>
            <a:r>
              <a:rPr lang="zh-TW" altLang="en-US" dirty="0"/>
              <a:t>編輯斜率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81500" y="2786058"/>
            <a:ext cx="4762500" cy="390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放入</a:t>
            </a:r>
            <a:r>
              <a:rPr lang="en-US" altLang="zh-TW" dirty="0"/>
              <a:t>2D</a:t>
            </a:r>
            <a:r>
              <a:rPr lang="zh-TW" altLang="en-US" dirty="0"/>
              <a:t>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TileMap</a:t>
            </a:r>
            <a:endParaRPr lang="en-US" altLang="zh-TW" dirty="0"/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Scene</a:t>
            </a:r>
            <a:r>
              <a:rPr lang="zh-TW" altLang="en-US" dirty="0"/>
              <a:t>中創建</a:t>
            </a:r>
            <a:r>
              <a:rPr lang="en-US" altLang="zh-TW" dirty="0" err="1"/>
              <a:t>TileMap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 err="1"/>
              <a:t>TileMap</a:t>
            </a:r>
            <a:r>
              <a:rPr lang="zh-TW" altLang="en-US" dirty="0"/>
              <a:t> </a:t>
            </a:r>
            <a:r>
              <a:rPr lang="en-US" altLang="zh-TW" dirty="0"/>
              <a:t>Palette</a:t>
            </a:r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Project</a:t>
            </a:r>
            <a:r>
              <a:rPr lang="zh-TW" altLang="en-US" dirty="0"/>
              <a:t>中創建對應的調色盤</a:t>
            </a:r>
            <a:endParaRPr lang="en-US" altLang="zh-TW" dirty="0"/>
          </a:p>
          <a:p>
            <a:pPr lvl="1"/>
            <a:r>
              <a:rPr lang="en-US" altLang="zh-TW" dirty="0"/>
              <a:t>Window &gt;</a:t>
            </a:r>
            <a:r>
              <a:rPr lang="zh-TW" altLang="en-US" dirty="0"/>
              <a:t> </a:t>
            </a:r>
            <a:r>
              <a:rPr lang="en-US" altLang="zh-TW" dirty="0"/>
              <a:t>2D &gt; </a:t>
            </a:r>
            <a:r>
              <a:rPr lang="en-US" altLang="zh-TW" dirty="0" err="1"/>
              <a:t>TilePalette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編輯調色盤</a:t>
            </a: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2143116"/>
            <a:ext cx="256222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儲存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請記得儲存場景 </a:t>
            </a:r>
            <a:r>
              <a:rPr lang="en-US" altLang="zh-TW" dirty="0"/>
              <a:t>(Scene)</a:t>
            </a:r>
          </a:p>
          <a:p>
            <a:pPr lvl="1"/>
            <a:r>
              <a:rPr lang="en-US" altLang="zh-TW" dirty="0"/>
              <a:t>Ctrl +</a:t>
            </a:r>
            <a:r>
              <a:rPr lang="zh-TW" altLang="en-US" dirty="0"/>
              <a:t> </a:t>
            </a:r>
            <a:r>
              <a:rPr lang="en-US" altLang="zh-TW" dirty="0"/>
              <a:t>S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儲存專案</a:t>
            </a:r>
            <a:endParaRPr lang="en-US" altLang="zh-TW" dirty="0"/>
          </a:p>
          <a:p>
            <a:pPr lvl="1"/>
            <a:r>
              <a:rPr lang="en-US" altLang="zh-TW" dirty="0"/>
              <a:t>File &gt; Save Project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Project Setting / Build Setting</a:t>
            </a:r>
          </a:p>
          <a:p>
            <a:pPr lvl="1"/>
            <a:r>
              <a:rPr lang="en-US" altLang="zh-TW" dirty="0"/>
              <a:t>Assets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4638</TotalTime>
  <Words>404</Words>
  <Application>Microsoft Office PowerPoint</Application>
  <PresentationFormat>如螢幕大小 (4:3)</PresentationFormat>
  <Paragraphs>105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Arial</vt:lpstr>
      <vt:lpstr>Georgia</vt:lpstr>
      <vt:lpstr>Times New Roman</vt:lpstr>
      <vt:lpstr>Wingdings 2</vt:lpstr>
      <vt:lpstr>都會</vt:lpstr>
      <vt:lpstr>Lesson 5 建造2D遊戲世界</vt:lpstr>
      <vt:lpstr>GameObject 與 Component</vt:lpstr>
      <vt:lpstr>Transform (3D物件的基本Component)</vt:lpstr>
      <vt:lpstr>Unity：左手座標系</vt:lpstr>
      <vt:lpstr>2D世界座標</vt:lpstr>
      <vt:lpstr>Position (Vector3 三維向量) </vt:lpstr>
      <vt:lpstr>調整物件Transform (變換組件)</vt:lpstr>
      <vt:lpstr>Rotation (Quaternion 四元數)</vt:lpstr>
      <vt:lpstr>Scale (Vector3 三維向量) </vt:lpstr>
      <vt:lpstr>物件階層與transform關係</vt:lpstr>
      <vt:lpstr>Scene 場景</vt:lpstr>
      <vt:lpstr>Camera (攝影機)</vt:lpstr>
      <vt:lpstr>Camera (攝影機)</vt:lpstr>
      <vt:lpstr>放入2D物件</vt:lpstr>
      <vt:lpstr>放入2D物件</vt:lpstr>
      <vt:lpstr>放入2D物件</vt:lpstr>
      <vt:lpstr>儲存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239</cp:revision>
  <dcterms:created xsi:type="dcterms:W3CDTF">2024-11-18T05:57:07Z</dcterms:created>
  <dcterms:modified xsi:type="dcterms:W3CDTF">2025-02-14T01:37:47Z</dcterms:modified>
</cp:coreProperties>
</file>