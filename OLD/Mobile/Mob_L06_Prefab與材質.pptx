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3" r:id="rId8"/>
    <p:sldId id="264" r:id="rId9"/>
    <p:sldId id="268" r:id="rId10"/>
    <p:sldId id="269" r:id="rId11"/>
    <p:sldId id="271" r:id="rId12"/>
    <p:sldId id="274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6</a:t>
            </a:r>
            <a:br>
              <a:rPr lang="en-US" altLang="zh-TW" dirty="0"/>
            </a:br>
            <a:r>
              <a:rPr lang="en-US" altLang="zh-TW" dirty="0"/>
              <a:t>Prefab</a:t>
            </a:r>
            <a:r>
              <a:rPr lang="zh-TW" altLang="en-US" dirty="0"/>
              <a:t>與材質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手遊設計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Prefab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什麼是</a:t>
            </a:r>
            <a:r>
              <a:rPr lang="en-US" altLang="zh-TW" dirty="0"/>
              <a:t>Prefab</a:t>
            </a:r>
          </a:p>
          <a:p>
            <a:pPr lvl="1"/>
            <a:r>
              <a:rPr lang="zh-TW" altLang="en-US" dirty="0"/>
              <a:t>預製組件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為什麼要使用</a:t>
            </a:r>
            <a:r>
              <a:rPr lang="en-US" altLang="zh-TW" dirty="0"/>
              <a:t>Prefab</a:t>
            </a:r>
          </a:p>
          <a:p>
            <a:pPr lvl="1"/>
            <a:r>
              <a:rPr lang="zh-TW" altLang="en-US" dirty="0"/>
              <a:t>預先組合物件 </a:t>
            </a:r>
            <a:r>
              <a:rPr lang="en-US" altLang="zh-TW" dirty="0"/>
              <a:t>(</a:t>
            </a:r>
            <a:r>
              <a:rPr lang="en-US" altLang="zh-TW" dirty="0" err="1"/>
              <a:t>GameObject</a:t>
            </a:r>
            <a:r>
              <a:rPr lang="en-US" altLang="zh-TW" dirty="0"/>
              <a:t> &amp; Component)</a:t>
            </a:r>
          </a:p>
          <a:p>
            <a:pPr lvl="1"/>
            <a:r>
              <a:rPr lang="zh-TW" altLang="en-US" dirty="0"/>
              <a:t>快速創造多個 相同或相似的物件</a:t>
            </a:r>
            <a:endParaRPr lang="en-US" altLang="zh-TW" dirty="0"/>
          </a:p>
          <a:p>
            <a:pPr lvl="1"/>
            <a:r>
              <a:rPr lang="zh-TW" altLang="en-US" dirty="0"/>
              <a:t>多人協作與版本控管 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Prefab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製作</a:t>
            </a:r>
            <a:r>
              <a:rPr lang="en-US" altLang="zh-TW" dirty="0"/>
              <a:t>Prefab (</a:t>
            </a:r>
            <a:r>
              <a:rPr lang="zh-TW" altLang="en-US" dirty="0"/>
              <a:t>將物件拖回專案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以</a:t>
            </a:r>
            <a:r>
              <a:rPr lang="en-US" altLang="zh-TW" dirty="0"/>
              <a:t>Prefab</a:t>
            </a:r>
            <a:r>
              <a:rPr lang="zh-TW" altLang="en-US" dirty="0"/>
              <a:t>建立物件 </a:t>
            </a:r>
            <a:r>
              <a:rPr lang="en-US" altLang="zh-TW" dirty="0"/>
              <a:t>(</a:t>
            </a:r>
            <a:r>
              <a:rPr lang="zh-TW" altLang="en-US" dirty="0"/>
              <a:t>將</a:t>
            </a:r>
            <a:r>
              <a:rPr lang="en-US" altLang="zh-TW" dirty="0"/>
              <a:t>Prefab</a:t>
            </a:r>
            <a:r>
              <a:rPr lang="zh-TW" altLang="en-US" dirty="0"/>
              <a:t>拉近</a:t>
            </a:r>
            <a:r>
              <a:rPr lang="en-US" altLang="zh-TW" dirty="0"/>
              <a:t>Scene)</a:t>
            </a:r>
          </a:p>
          <a:p>
            <a:endParaRPr lang="en-US" altLang="zh-TW" dirty="0"/>
          </a:p>
          <a:p>
            <a:r>
              <a:rPr lang="zh-TW" altLang="en-US" dirty="0"/>
              <a:t>以</a:t>
            </a:r>
            <a:r>
              <a:rPr lang="en-US" altLang="zh-TW" dirty="0"/>
              <a:t>script</a:t>
            </a:r>
            <a:r>
              <a:rPr lang="zh-TW" altLang="en-US" dirty="0"/>
              <a:t>建立</a:t>
            </a:r>
            <a:r>
              <a:rPr lang="en-US" altLang="zh-TW" dirty="0"/>
              <a:t>Prefab (</a:t>
            </a:r>
            <a:r>
              <a:rPr lang="zh-TW" altLang="en-US" dirty="0"/>
              <a:t>略、未來再說明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解除</a:t>
            </a:r>
            <a:r>
              <a:rPr lang="en-US" altLang="zh-TW" dirty="0"/>
              <a:t>Prefab</a:t>
            </a:r>
          </a:p>
          <a:p>
            <a:pPr lvl="1"/>
            <a:r>
              <a:rPr lang="en-US" altLang="zh-TW" dirty="0"/>
              <a:t>Unpack / Unpack </a:t>
            </a:r>
            <a:r>
              <a:rPr lang="en-US" altLang="zh-TW" dirty="0" err="1"/>
              <a:t>Completly</a:t>
            </a:r>
            <a:endParaRPr lang="en-US" altLang="zh-TW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</a:t>
            </a:r>
            <a:r>
              <a:rPr lang="en-US" altLang="zh-TW" dirty="0"/>
              <a:t>Prefab</a:t>
            </a:r>
            <a:r>
              <a:rPr lang="zh-TW" altLang="en-US" dirty="0"/>
              <a:t>：方法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Apply</a:t>
            </a:r>
          </a:p>
          <a:p>
            <a:pPr lvl="1"/>
            <a:r>
              <a:rPr lang="en-US" altLang="zh-TW" dirty="0"/>
              <a:t>Override &gt; Apply </a:t>
            </a:r>
          </a:p>
          <a:p>
            <a:pPr lvl="1"/>
            <a:r>
              <a:rPr lang="zh-TW" altLang="en-US" dirty="0"/>
              <a:t>拖拉覆蓋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Revert</a:t>
            </a:r>
          </a:p>
          <a:p>
            <a:pPr lvl="1"/>
            <a:r>
              <a:rPr lang="en-US" altLang="zh-TW" dirty="0"/>
              <a:t>Override &gt; Revert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43450" y="4686300"/>
            <a:ext cx="440055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</a:t>
            </a:r>
            <a:r>
              <a:rPr lang="en-US" altLang="zh-TW" dirty="0"/>
              <a:t>Prefab</a:t>
            </a:r>
            <a:r>
              <a:rPr lang="zh-TW" altLang="en-US" dirty="0"/>
              <a:t>：方法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Prefab</a:t>
            </a:r>
            <a:r>
              <a:rPr lang="zh-TW" altLang="en-US" dirty="0"/>
              <a:t> </a:t>
            </a:r>
            <a:r>
              <a:rPr lang="en-US" altLang="zh-TW" dirty="0"/>
              <a:t>Stage</a:t>
            </a:r>
          </a:p>
          <a:p>
            <a:pPr lvl="1"/>
            <a:r>
              <a:rPr lang="zh-TW" altLang="en-US" dirty="0"/>
              <a:t>直接在</a:t>
            </a:r>
            <a:r>
              <a:rPr lang="en-US" altLang="zh-TW" dirty="0"/>
              <a:t>Prefab</a:t>
            </a:r>
            <a:r>
              <a:rPr lang="zh-TW" altLang="en-US" dirty="0"/>
              <a:t>點兩下</a:t>
            </a:r>
            <a:endParaRPr lang="en-US" altLang="zh-TW" dirty="0"/>
          </a:p>
          <a:p>
            <a:pPr lvl="1"/>
            <a:r>
              <a:rPr lang="zh-TW" altLang="en-US" dirty="0"/>
              <a:t>最頂層</a:t>
            </a:r>
            <a:r>
              <a:rPr lang="en-US" altLang="zh-TW" dirty="0"/>
              <a:t>(Root)</a:t>
            </a:r>
            <a:r>
              <a:rPr lang="zh-TW" altLang="en-US" dirty="0"/>
              <a:t>的</a:t>
            </a:r>
            <a:r>
              <a:rPr lang="en-US" altLang="zh-TW" dirty="0"/>
              <a:t>Transform</a:t>
            </a:r>
            <a:r>
              <a:rPr lang="zh-TW" altLang="en-US" dirty="0"/>
              <a:t>參數會被忽略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修改：</a:t>
            </a:r>
            <a:r>
              <a:rPr lang="en-US" altLang="zh-TW" dirty="0"/>
              <a:t>Project Setting &gt; Editor &gt; </a:t>
            </a:r>
            <a:r>
              <a:rPr lang="en-US" altLang="zh-TW" dirty="0" err="1"/>
              <a:t>PrefabMode</a:t>
            </a:r>
            <a:endParaRPr lang="en-US" altLang="zh-TW" dirty="0"/>
          </a:p>
          <a:p>
            <a:pPr lvl="1"/>
            <a:r>
              <a:rPr lang="zh-TW" altLang="en-US" dirty="0"/>
              <a:t>可建立預設的編輯</a:t>
            </a:r>
            <a:r>
              <a:rPr lang="en-US" altLang="zh-TW" dirty="0"/>
              <a:t>Scene (UI</a:t>
            </a:r>
            <a:r>
              <a:rPr lang="zh-TW" altLang="en-US" dirty="0"/>
              <a:t>可能會用到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Prefab (</a:t>
            </a:r>
            <a:r>
              <a:rPr lang="zh-TW" altLang="en-US" dirty="0"/>
              <a:t>其他操作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Nested Prefab</a:t>
            </a:r>
          </a:p>
          <a:p>
            <a:pPr lvl="1"/>
            <a:r>
              <a:rPr lang="pt-BR" dirty="0"/>
              <a:t>Prefab中可以</a:t>
            </a:r>
            <a:r>
              <a:rPr lang="pt-BR" b="1" u="sng" dirty="0"/>
              <a:t>包含</a:t>
            </a:r>
            <a:r>
              <a:rPr lang="pt-BR" dirty="0"/>
              <a:t>其他Prefab</a:t>
            </a:r>
          </a:p>
          <a:p>
            <a:pPr lvl="1"/>
            <a:r>
              <a:rPr lang="zh-TW" altLang="en-US" dirty="0"/>
              <a:t>拖拉子物件進入</a:t>
            </a:r>
            <a:r>
              <a:rPr lang="en-US" altLang="zh-TW" dirty="0"/>
              <a:t>Project</a:t>
            </a:r>
            <a:r>
              <a:rPr lang="zh-TW" altLang="en-US" dirty="0"/>
              <a:t>即可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Prefab </a:t>
            </a:r>
            <a:r>
              <a:rPr lang="en-US" dirty="0"/>
              <a:t>Variant</a:t>
            </a:r>
          </a:p>
          <a:p>
            <a:pPr lvl="1"/>
            <a:r>
              <a:rPr lang="zh-TW" altLang="en-US" dirty="0"/>
              <a:t>繼承關係</a:t>
            </a:r>
            <a:endParaRPr lang="en-US" altLang="zh-TW" dirty="0"/>
          </a:p>
          <a:p>
            <a:pPr lvl="1"/>
            <a:r>
              <a:rPr lang="zh-TW" altLang="en-US" dirty="0"/>
              <a:t>拖拉</a:t>
            </a:r>
            <a:r>
              <a:rPr lang="zh-TW" altLang="en-US" b="1" u="sng" dirty="0"/>
              <a:t>已為</a:t>
            </a:r>
            <a:r>
              <a:rPr lang="en-US" altLang="zh-TW" b="1" u="sng" dirty="0"/>
              <a:t>Prefab</a:t>
            </a:r>
            <a:r>
              <a:rPr lang="zh-TW" altLang="en-US" b="1" u="sng" dirty="0"/>
              <a:t>物件</a:t>
            </a:r>
            <a:r>
              <a:rPr lang="zh-TW" altLang="en-US" dirty="0"/>
              <a:t>進入</a:t>
            </a:r>
            <a:r>
              <a:rPr lang="en-US" altLang="zh-TW" dirty="0"/>
              <a:t>Project</a:t>
            </a:r>
            <a:r>
              <a:rPr lang="zh-TW" altLang="en-US" dirty="0"/>
              <a:t>即可建立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2D</a:t>
            </a:r>
            <a:r>
              <a:rPr lang="zh-TW" altLang="en-US" dirty="0"/>
              <a:t>物件：</a:t>
            </a:r>
            <a:r>
              <a:rPr lang="en-US" altLang="zh-TW" dirty="0"/>
              <a:t>Sprite Renderer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Sprite Renderer </a:t>
            </a:r>
          </a:p>
          <a:p>
            <a:pPr lvl="1"/>
            <a:r>
              <a:rPr lang="zh-TW" altLang="en-US" dirty="0"/>
              <a:t>精靈渲染器</a:t>
            </a:r>
            <a:endParaRPr lang="en-US" altLang="zh-TW" dirty="0"/>
          </a:p>
          <a:p>
            <a:pPr lvl="1"/>
            <a:r>
              <a:rPr lang="zh-TW" altLang="en-US" dirty="0"/>
              <a:t>定義物件顯示的「外觀」</a:t>
            </a:r>
            <a:endParaRPr lang="en-US" altLang="zh-TW" dirty="0"/>
          </a:p>
          <a:p>
            <a:pPr lvl="1"/>
            <a:r>
              <a:rPr lang="zh-TW" altLang="en-US" dirty="0"/>
              <a:t>相關顯示設定</a:t>
            </a:r>
            <a:endParaRPr lang="en-US" altLang="zh-TW" dirty="0"/>
          </a:p>
          <a:p>
            <a:pPr lvl="1"/>
            <a:r>
              <a:rPr lang="zh-TW" altLang="en-US" dirty="0"/>
              <a:t>材質</a:t>
            </a:r>
            <a:r>
              <a:rPr lang="en-US" altLang="zh-TW" dirty="0"/>
              <a:t>(Material)</a:t>
            </a:r>
            <a:r>
              <a:rPr lang="zh-TW" altLang="en-US" dirty="0"/>
              <a:t>才是真正顯示外觀的核心</a:t>
            </a:r>
            <a:endParaRPr lang="en-US" altLang="zh-TW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Shader</a:t>
            </a:r>
            <a:r>
              <a:rPr lang="en-US" altLang="zh-TW" dirty="0"/>
              <a:t> (</a:t>
            </a:r>
            <a:r>
              <a:rPr lang="zh-TW" altLang="en-US" dirty="0"/>
              <a:t>著色器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根據一定的演算法來要求顯示卡渲染的</a:t>
            </a:r>
            <a:r>
              <a:rPr lang="zh-TW" altLang="en-US" b="1" dirty="0"/>
              <a:t>一段程式</a:t>
            </a:r>
            <a:endParaRPr lang="en-US" altLang="zh-TW" b="1" dirty="0"/>
          </a:p>
          <a:p>
            <a:pPr lvl="1"/>
            <a:r>
              <a:rPr lang="en-US" altLang="zh-TW" dirty="0"/>
              <a:t>HLSL</a:t>
            </a:r>
            <a:r>
              <a:rPr lang="zh-TW" altLang="en-US" dirty="0"/>
              <a:t>語言</a:t>
            </a:r>
            <a:endParaRPr lang="en-US" altLang="zh-TW" dirty="0"/>
          </a:p>
          <a:p>
            <a:pPr lvl="1"/>
            <a:r>
              <a:rPr lang="en-US" altLang="zh-TW" dirty="0" err="1"/>
              <a:t>Shader</a:t>
            </a:r>
            <a:r>
              <a:rPr lang="en-US" altLang="zh-TW" dirty="0"/>
              <a:t> Graph</a:t>
            </a:r>
            <a:endParaRPr lang="zh-TW" altLang="en-US" dirty="0"/>
          </a:p>
        </p:txBody>
      </p:sp>
      <p:pic>
        <p:nvPicPr>
          <p:cNvPr id="3074" name="Picture 2" descr="https://docs.unity3d.com/Packages/com.unity.shadergraph@17.0/manual/images/NodeReferenceSamples.png"/>
          <p:cNvPicPr>
            <a:picLocks noChangeAspect="1" noChangeArrowheads="1"/>
          </p:cNvPicPr>
          <p:nvPr/>
        </p:nvPicPr>
        <p:blipFill>
          <a:blip r:embed="rId2" cstate="print"/>
          <a:srcRect l="43902" b="33142"/>
          <a:stretch>
            <a:fillRect/>
          </a:stretch>
        </p:blipFill>
        <p:spPr bwMode="auto">
          <a:xfrm>
            <a:off x="4095132" y="4071942"/>
            <a:ext cx="5048867" cy="2786057"/>
          </a:xfrm>
          <a:prstGeom prst="rect">
            <a:avLst/>
          </a:prstGeom>
          <a:noFill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4023284"/>
            <a:ext cx="3857620" cy="2834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Material (</a:t>
            </a:r>
            <a:r>
              <a:rPr lang="zh-TW" altLang="en-US" dirty="0"/>
              <a:t>材質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Material</a:t>
            </a:r>
            <a:r>
              <a:rPr lang="zh-TW" altLang="en-US" dirty="0"/>
              <a:t>是使用某一個</a:t>
            </a:r>
            <a:r>
              <a:rPr lang="en-US" altLang="zh-TW" dirty="0" err="1"/>
              <a:t>Shader</a:t>
            </a:r>
            <a:r>
              <a:rPr lang="zh-TW" altLang="en-US" dirty="0"/>
              <a:t>所產生的特例。</a:t>
            </a:r>
            <a:endParaRPr lang="en-US" altLang="zh-TW" dirty="0"/>
          </a:p>
          <a:p>
            <a:pPr lvl="1"/>
            <a:r>
              <a:rPr lang="zh-TW" altLang="en-US" dirty="0"/>
              <a:t>必定使用一個</a:t>
            </a:r>
            <a:r>
              <a:rPr lang="en-US" altLang="zh-TW" dirty="0" err="1"/>
              <a:t>shader</a:t>
            </a:r>
            <a:r>
              <a:rPr lang="zh-TW" altLang="en-US" dirty="0"/>
              <a:t>、一個</a:t>
            </a:r>
            <a:r>
              <a:rPr lang="en-US" altLang="zh-TW" dirty="0" err="1"/>
              <a:t>shader</a:t>
            </a:r>
            <a:r>
              <a:rPr lang="zh-TW" altLang="en-US" dirty="0"/>
              <a:t>可產生任意數量的</a:t>
            </a:r>
            <a:r>
              <a:rPr lang="en-US" altLang="zh-TW" dirty="0"/>
              <a:t>material</a:t>
            </a:r>
          </a:p>
          <a:p>
            <a:pPr lvl="1"/>
            <a:r>
              <a:rPr lang="zh-TW" altLang="en-US" dirty="0"/>
              <a:t>允許各種參數 </a:t>
            </a:r>
            <a:r>
              <a:rPr lang="en-US" altLang="zh-TW" dirty="0"/>
              <a:t>(</a:t>
            </a:r>
            <a:r>
              <a:rPr lang="en-US" altLang="zh-TW" dirty="0" err="1"/>
              <a:t>shader</a:t>
            </a:r>
            <a:r>
              <a:rPr lang="zh-TW" altLang="en-US" dirty="0"/>
              <a:t>定義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texture</a:t>
            </a:r>
            <a:r>
              <a:rPr lang="zh-TW" altLang="en-US" dirty="0"/>
              <a:t>是參數的一種，不一定要有</a:t>
            </a:r>
            <a:r>
              <a:rPr lang="en-US" altLang="zh-TW" dirty="0"/>
              <a:t>texture</a:t>
            </a:r>
          </a:p>
          <a:p>
            <a:pPr>
              <a:buNone/>
            </a:pP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建立</a:t>
            </a:r>
            <a:r>
              <a:rPr lang="en-US" altLang="zh-TW" dirty="0"/>
              <a:t>Material=&gt;</a:t>
            </a:r>
            <a:r>
              <a:rPr lang="zh-TW" altLang="en-US" dirty="0"/>
              <a:t>選擇</a:t>
            </a:r>
            <a:r>
              <a:rPr lang="en-US" altLang="zh-TW" dirty="0" err="1"/>
              <a:t>Shader</a:t>
            </a:r>
            <a:r>
              <a:rPr lang="en-US" altLang="zh-TW" dirty="0"/>
              <a:t>=&gt;</a:t>
            </a:r>
            <a:r>
              <a:rPr lang="zh-TW" altLang="en-US" dirty="0"/>
              <a:t>調整參數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Texture (</a:t>
            </a:r>
            <a:r>
              <a:rPr lang="zh-TW" altLang="en-US" dirty="0"/>
              <a:t>紋理貼圖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一張圖片，</a:t>
            </a:r>
            <a:r>
              <a:rPr lang="en-US" altLang="zh-TW" dirty="0" err="1"/>
              <a:t>shader</a:t>
            </a:r>
            <a:r>
              <a:rPr lang="zh-TW" altLang="en-US" dirty="0"/>
              <a:t>會用</a:t>
            </a:r>
            <a:r>
              <a:rPr lang="en-US" altLang="zh-TW" dirty="0" err="1"/>
              <a:t>uv</a:t>
            </a:r>
            <a:r>
              <a:rPr lang="zh-TW" altLang="en-US" dirty="0"/>
              <a:t> </a:t>
            </a:r>
            <a:r>
              <a:rPr lang="en-US" altLang="zh-TW" dirty="0"/>
              <a:t>mapping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uv</a:t>
            </a:r>
            <a:r>
              <a:rPr lang="zh-TW" altLang="en-US" dirty="0"/>
              <a:t>映射</a:t>
            </a:r>
            <a:r>
              <a:rPr lang="en-US" altLang="zh-TW" dirty="0"/>
              <a:t>)</a:t>
            </a:r>
            <a:r>
              <a:rPr lang="zh-TW" altLang="en-US" dirty="0"/>
              <a:t>的方式將該圖對應到</a:t>
            </a:r>
            <a:r>
              <a:rPr lang="en-US" altLang="zh-TW" dirty="0"/>
              <a:t>3D</a:t>
            </a:r>
            <a:r>
              <a:rPr lang="zh-TW" altLang="en-US" dirty="0"/>
              <a:t>物件上。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50" y="3286124"/>
            <a:ext cx="7286644" cy="3536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39751" y="1000108"/>
            <a:ext cx="6385384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2185974" cy="2143124"/>
          </a:xfrm>
        </p:spPr>
        <p:txBody>
          <a:bodyPr/>
          <a:lstStyle/>
          <a:p>
            <a:r>
              <a:rPr lang="en-US" altLang="zh-TW" dirty="0" err="1"/>
              <a:t>Shader</a:t>
            </a:r>
            <a:r>
              <a:rPr lang="en-US" altLang="zh-TW" dirty="0"/>
              <a:t> Material </a:t>
            </a:r>
            <a:r>
              <a:rPr lang="en-US" altLang="zh-TW" dirty="0" err="1"/>
              <a:t>Texutre</a:t>
            </a:r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Shader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Lit </a:t>
            </a:r>
            <a:r>
              <a:rPr lang="en-US" altLang="zh-TW" dirty="0" err="1"/>
              <a:t>Shader</a:t>
            </a:r>
            <a:endParaRPr lang="en-US" altLang="zh-TW" dirty="0"/>
          </a:p>
          <a:p>
            <a:pPr lvl="1"/>
            <a:r>
              <a:rPr lang="zh-TW" altLang="en-US" dirty="0"/>
              <a:t>會被光線影響</a:t>
            </a:r>
            <a:endParaRPr lang="en-US" altLang="zh-TW" dirty="0"/>
          </a:p>
          <a:p>
            <a:pPr lvl="1"/>
            <a:r>
              <a:rPr lang="en-US" altLang="zh-TW" dirty="0"/>
              <a:t>URP/2D/Sprite-Lit-Default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Unlit </a:t>
            </a:r>
            <a:r>
              <a:rPr lang="en-US" altLang="zh-TW" dirty="0" err="1"/>
              <a:t>Shader</a:t>
            </a:r>
            <a:endParaRPr lang="en-US" altLang="zh-TW" dirty="0"/>
          </a:p>
          <a:p>
            <a:pPr lvl="1"/>
            <a:r>
              <a:rPr lang="zh-TW" altLang="en-US" dirty="0"/>
              <a:t>不受光影響</a:t>
            </a:r>
            <a:endParaRPr lang="en-US" altLang="zh-TW" dirty="0"/>
          </a:p>
          <a:p>
            <a:pPr lvl="1"/>
            <a:r>
              <a:rPr lang="en-US" altLang="zh-TW" dirty="0"/>
              <a:t>URP/2D/Sprite-Unlit-Default</a:t>
            </a:r>
          </a:p>
          <a:p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5594</TotalTime>
  <Words>332</Words>
  <Application>Microsoft Office PowerPoint</Application>
  <PresentationFormat>如螢幕大小 (4:3)</PresentationFormat>
  <Paragraphs>75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Georgia</vt:lpstr>
      <vt:lpstr>Times New Roman</vt:lpstr>
      <vt:lpstr>Wingdings 2</vt:lpstr>
      <vt:lpstr>都會</vt:lpstr>
      <vt:lpstr>Lesson 6 Prefab與材質</vt:lpstr>
      <vt:lpstr>Prefab</vt:lpstr>
      <vt:lpstr>Prefab</vt:lpstr>
      <vt:lpstr>修改Prefab：方法1</vt:lpstr>
      <vt:lpstr>修改Prefab：方法2</vt:lpstr>
      <vt:lpstr>Prefab (其他操作)</vt:lpstr>
      <vt:lpstr>2D物件：Sprite Renderer </vt:lpstr>
      <vt:lpstr>Shader (著色器)</vt:lpstr>
      <vt:lpstr>Material (材質)</vt:lpstr>
      <vt:lpstr>Texture (紋理貼圖)</vt:lpstr>
      <vt:lpstr>Shader Material Texutre</vt:lpstr>
      <vt:lpstr>Shader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322</cp:revision>
  <dcterms:created xsi:type="dcterms:W3CDTF">2024-11-18T05:57:07Z</dcterms:created>
  <dcterms:modified xsi:type="dcterms:W3CDTF">2025-02-14T01:42:12Z</dcterms:modified>
</cp:coreProperties>
</file>