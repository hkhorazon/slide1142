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70" r:id="rId3"/>
    <p:sldId id="260" r:id="rId4"/>
    <p:sldId id="261" r:id="rId5"/>
    <p:sldId id="263" r:id="rId6"/>
    <p:sldId id="264" r:id="rId7"/>
    <p:sldId id="265" r:id="rId8"/>
    <p:sldId id="268" r:id="rId9"/>
    <p:sldId id="259" r:id="rId10"/>
    <p:sldId id="272" r:id="rId11"/>
    <p:sldId id="269" r:id="rId12"/>
    <p:sldId id="273" r:id="rId13"/>
    <p:sldId id="274" r:id="rId14"/>
    <p:sldId id="271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2025/3/4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2025/3/4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youtube.com/watch?v=Yffa5n70SB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store.steampowered.com/app/2904890/The_Game_of_Sisyphus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Lesson 7</a:t>
            </a:r>
            <a:br>
              <a:rPr lang="en-US" altLang="zh-TW" dirty="0"/>
            </a:br>
            <a:r>
              <a:rPr lang="zh-TW" altLang="en-US" dirty="0"/>
              <a:t>碰撞器與物理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手遊設計</a:t>
            </a:r>
            <a:endParaRPr lang="zh-TW" altLang="en-US" dirty="0"/>
          </a:p>
          <a:p>
            <a:endParaRPr lang="en-US" alt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Collider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碰撞器，有時稱為</a:t>
            </a:r>
            <a:r>
              <a:rPr lang="en-US" altLang="zh-TW" dirty="0" err="1"/>
              <a:t>Hitbox</a:t>
            </a:r>
            <a:r>
              <a:rPr lang="en-US" altLang="zh-TW" sz="2000" dirty="0"/>
              <a:t> (</a:t>
            </a:r>
            <a:r>
              <a:rPr lang="zh-TW" altLang="en-US" sz="2000" dirty="0"/>
              <a:t>但可能跟格鬥大搖搞混</a:t>
            </a:r>
            <a:r>
              <a:rPr lang="en-US" altLang="zh-TW" sz="2000" dirty="0"/>
              <a:t>)</a:t>
            </a:r>
            <a:endParaRPr lang="en-US" altLang="zh-TW" dirty="0"/>
          </a:p>
          <a:p>
            <a:r>
              <a:rPr lang="en-US" altLang="zh-TW" dirty="0" err="1"/>
              <a:t>CupHead</a:t>
            </a:r>
            <a:r>
              <a:rPr lang="zh-TW" altLang="en-US" dirty="0"/>
              <a:t>茶杯頭</a:t>
            </a:r>
            <a:endParaRPr lang="en-US" altLang="zh-TW" dirty="0"/>
          </a:p>
          <a:p>
            <a:pPr lvl="1"/>
            <a:r>
              <a:rPr lang="en-US" altLang="zh-TW" dirty="0">
                <a:hlinkClick r:id="rId2"/>
              </a:rPr>
              <a:t>https://www.youtube.com/watch?v=Yffa5n70SBs</a:t>
            </a:r>
            <a:endParaRPr lang="zh-TW" altLang="en-US" dirty="0"/>
          </a:p>
        </p:txBody>
      </p:sp>
      <p:sp>
        <p:nvSpPr>
          <p:cNvPr id="1026" name="AutoShape 2" descr="Cuphead (中日英韓文版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030" name="Picture 6" descr="https://shared.fastly.steamstatic.com/store_item_assets/steam/apps/268910/header.jpg?t=170906885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1670" y="3857628"/>
            <a:ext cx="5757096" cy="26908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 Collider(</a:t>
            </a:r>
            <a:r>
              <a:rPr lang="zh-TW" altLang="en-US" dirty="0"/>
              <a:t>碰撞器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Box</a:t>
            </a:r>
          </a:p>
          <a:p>
            <a:r>
              <a:rPr lang="en-US" altLang="zh-TW" dirty="0"/>
              <a:t>Capsule</a:t>
            </a:r>
          </a:p>
          <a:p>
            <a:r>
              <a:rPr lang="en-US" altLang="zh-TW" dirty="0"/>
              <a:t>Circle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3234212"/>
            <a:ext cx="3143272" cy="2785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 Collider(</a:t>
            </a:r>
            <a:r>
              <a:rPr lang="zh-TW" altLang="en-US" dirty="0"/>
              <a:t>碰撞器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Edge</a:t>
            </a:r>
          </a:p>
          <a:p>
            <a:r>
              <a:rPr lang="en-US" altLang="zh-TW" dirty="0"/>
              <a:t>Polygon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3234212"/>
            <a:ext cx="3143272" cy="2785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 Collider(</a:t>
            </a:r>
            <a:r>
              <a:rPr lang="zh-TW" altLang="en-US" dirty="0"/>
              <a:t>碰撞器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Composite</a:t>
            </a:r>
          </a:p>
          <a:p>
            <a:pPr lvl="1"/>
            <a:r>
              <a:rPr lang="zh-TW" altLang="en-US" dirty="0"/>
              <a:t>使用多個</a:t>
            </a:r>
            <a:r>
              <a:rPr lang="en-US" altLang="zh-TW" dirty="0"/>
              <a:t>Collider(</a:t>
            </a:r>
            <a:r>
              <a:rPr lang="zh-TW" altLang="en-US" dirty="0"/>
              <a:t>通常是子物件</a:t>
            </a:r>
            <a:r>
              <a:rPr lang="en-US" altLang="zh-TW" dirty="0"/>
              <a:t>)</a:t>
            </a:r>
            <a:r>
              <a:rPr lang="zh-TW" altLang="en-US" dirty="0"/>
              <a:t>來合成一個完整的</a:t>
            </a:r>
            <a:r>
              <a:rPr lang="en-US" altLang="zh-TW" dirty="0"/>
              <a:t>Collider</a:t>
            </a:r>
          </a:p>
          <a:p>
            <a:pPr lvl="1"/>
            <a:r>
              <a:rPr lang="zh-TW" altLang="en-US" dirty="0"/>
              <a:t>必須在子</a:t>
            </a:r>
            <a:r>
              <a:rPr lang="en-US" altLang="zh-TW" dirty="0"/>
              <a:t>Collider</a:t>
            </a:r>
            <a:r>
              <a:rPr lang="zh-TW" altLang="en-US" dirty="0"/>
              <a:t>設定</a:t>
            </a:r>
            <a:endParaRPr lang="en-US" altLang="zh-TW" dirty="0"/>
          </a:p>
          <a:p>
            <a:pPr lvl="2"/>
            <a:r>
              <a:rPr lang="zh-TW" altLang="en-US" dirty="0"/>
              <a:t>有多種模式</a:t>
            </a:r>
            <a:endParaRPr lang="en-US" altLang="zh-TW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132" y="3571876"/>
            <a:ext cx="3143272" cy="2785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 Collider(</a:t>
            </a:r>
            <a:r>
              <a:rPr lang="zh-TW" altLang="en-US" dirty="0"/>
              <a:t>碰撞器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TileMap</a:t>
            </a:r>
            <a:r>
              <a:rPr lang="en-US" altLang="zh-TW" dirty="0"/>
              <a:t> Collider 2D</a:t>
            </a:r>
          </a:p>
          <a:p>
            <a:pPr lvl="1"/>
            <a:r>
              <a:rPr lang="en-US" altLang="zh-TW" dirty="0" err="1"/>
              <a:t>TileMap</a:t>
            </a:r>
            <a:r>
              <a:rPr lang="zh-TW" altLang="en-US" dirty="0"/>
              <a:t>使用的</a:t>
            </a:r>
            <a:r>
              <a:rPr lang="en-US" altLang="zh-TW" dirty="0"/>
              <a:t>Collider</a:t>
            </a:r>
          </a:p>
          <a:p>
            <a:pPr lvl="1"/>
            <a:r>
              <a:rPr lang="zh-TW" altLang="en-US" dirty="0"/>
              <a:t>但由於無法做太多細節設定，需要讓玩家互動的物件不能使用</a:t>
            </a:r>
            <a:r>
              <a:rPr lang="en-US" altLang="zh-TW" dirty="0" err="1"/>
              <a:t>TileMap</a:t>
            </a:r>
            <a:endParaRPr lang="en-US" altLang="zh-TW" dirty="0"/>
          </a:p>
          <a:p>
            <a:pPr lvl="1"/>
            <a:r>
              <a:rPr lang="zh-TW" altLang="en-US" dirty="0"/>
              <a:t>可藉由多層</a:t>
            </a:r>
            <a:r>
              <a:rPr lang="en-US" altLang="zh-TW" dirty="0" err="1"/>
              <a:t>TileMap</a:t>
            </a:r>
            <a:r>
              <a:rPr lang="zh-TW" altLang="en-US" dirty="0"/>
              <a:t>來區分「可否碰撞」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Collider</a:t>
            </a:r>
            <a:r>
              <a:rPr lang="zh-TW" altLang="en-US" dirty="0"/>
              <a:t>的概念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添加了</a:t>
            </a:r>
            <a:r>
              <a:rPr lang="en-US" altLang="zh-TW" dirty="0"/>
              <a:t>Collider</a:t>
            </a:r>
            <a:r>
              <a:rPr lang="zh-TW" altLang="en-US" dirty="0"/>
              <a:t>，實際上只是定義了「物理邊界」至於功能性為何，還可以做更多設定。</a:t>
            </a:r>
            <a:endParaRPr lang="en-US" altLang="zh-TW" dirty="0"/>
          </a:p>
          <a:p>
            <a:pPr lvl="1"/>
            <a:r>
              <a:rPr lang="zh-TW" altLang="en-US" dirty="0"/>
              <a:t>添加了</a:t>
            </a:r>
            <a:r>
              <a:rPr lang="en-US" altLang="zh-TW" dirty="0"/>
              <a:t>Collider</a:t>
            </a:r>
            <a:r>
              <a:rPr lang="zh-TW" altLang="en-US" dirty="0"/>
              <a:t>不代表有物理現象</a:t>
            </a:r>
            <a:r>
              <a:rPr lang="en-US" altLang="zh-TW" dirty="0"/>
              <a:t>(</a:t>
            </a:r>
            <a:r>
              <a:rPr lang="zh-TW" altLang="en-US" dirty="0"/>
              <a:t>如：重力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物件的樣貌不需要與</a:t>
            </a:r>
            <a:r>
              <a:rPr lang="en-US" altLang="zh-TW" dirty="0"/>
              <a:t>Collider</a:t>
            </a:r>
            <a:r>
              <a:rPr lang="zh-TW" altLang="en-US" dirty="0"/>
              <a:t>相同</a:t>
            </a:r>
            <a:endParaRPr lang="en-US" altLang="zh-TW" dirty="0"/>
          </a:p>
          <a:p>
            <a:pPr lvl="1"/>
            <a:r>
              <a:rPr lang="zh-TW" altLang="en-US" dirty="0"/>
              <a:t>甚至無物件也可以使用</a:t>
            </a:r>
            <a:r>
              <a:rPr lang="en-US" altLang="zh-TW" dirty="0"/>
              <a:t>Collider</a:t>
            </a:r>
            <a:r>
              <a:rPr lang="zh-TW" altLang="en-US" dirty="0"/>
              <a:t>，互動區域、透明牆等等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盡可能的選擇較簡單的</a:t>
            </a:r>
            <a:r>
              <a:rPr lang="en-US" altLang="zh-TW" dirty="0"/>
              <a:t>Collider</a:t>
            </a:r>
          </a:p>
          <a:p>
            <a:pPr lvl="1"/>
            <a:r>
              <a:rPr lang="zh-TW" altLang="en-US" dirty="0"/>
              <a:t>圖片形狀與</a:t>
            </a:r>
            <a:r>
              <a:rPr lang="en-US" altLang="zh-TW" dirty="0"/>
              <a:t>Collider</a:t>
            </a:r>
            <a:r>
              <a:rPr lang="zh-TW" altLang="en-US" dirty="0"/>
              <a:t>不一定需要一致</a:t>
            </a:r>
            <a:endParaRPr lang="en-US" altLang="zh-TW" dirty="0"/>
          </a:p>
          <a:p>
            <a:pPr lvl="1"/>
            <a:r>
              <a:rPr lang="zh-TW" altLang="en-US" dirty="0"/>
              <a:t>少用</a:t>
            </a:r>
            <a:r>
              <a:rPr lang="en-US" altLang="zh-TW" dirty="0"/>
              <a:t>Polygon</a:t>
            </a:r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開始運用</a:t>
            </a:r>
            <a:r>
              <a:rPr lang="en-US" altLang="zh-TW" dirty="0"/>
              <a:t>Collider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Collider</a:t>
            </a:r>
            <a:r>
              <a:rPr lang="zh-TW" altLang="en-US" dirty="0"/>
              <a:t>：純粹的碰撞體，不會有物理運動</a:t>
            </a:r>
            <a:endParaRPr lang="en-US" altLang="zh-TW" dirty="0"/>
          </a:p>
          <a:p>
            <a:pPr lvl="1"/>
            <a:r>
              <a:rPr lang="zh-TW" altLang="en-US" dirty="0"/>
              <a:t>牆</a:t>
            </a:r>
            <a:endParaRPr lang="en-US" altLang="zh-TW" dirty="0"/>
          </a:p>
          <a:p>
            <a:pPr lvl="1"/>
            <a:r>
              <a:rPr lang="zh-TW" altLang="en-US" dirty="0"/>
              <a:t>透明牆 </a:t>
            </a:r>
            <a:r>
              <a:rPr lang="en-US" altLang="zh-TW" dirty="0"/>
              <a:t>(</a:t>
            </a:r>
            <a:r>
              <a:rPr lang="zh-TW" altLang="en-US" dirty="0"/>
              <a:t>無</a:t>
            </a:r>
            <a:r>
              <a:rPr lang="en-US" altLang="zh-TW" dirty="0"/>
              <a:t>Renderer)</a:t>
            </a:r>
          </a:p>
          <a:p>
            <a:pPr lvl="1"/>
            <a:r>
              <a:rPr lang="zh-TW" altLang="en-US" dirty="0"/>
              <a:t>不可推動的物件</a:t>
            </a:r>
            <a:endParaRPr lang="en-US" altLang="zh-TW" dirty="0"/>
          </a:p>
          <a:p>
            <a:pPr lvl="1"/>
            <a:r>
              <a:rPr lang="zh-TW" altLang="en-US" dirty="0"/>
              <a:t>通常會設為</a:t>
            </a:r>
            <a:r>
              <a:rPr lang="en-US" altLang="zh-TW" dirty="0"/>
              <a:t>Static</a:t>
            </a:r>
            <a:r>
              <a:rPr lang="zh-TW" altLang="en-US" dirty="0"/>
              <a:t>，但也可能會運動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開始運用</a:t>
            </a:r>
            <a:r>
              <a:rPr lang="en-US" altLang="zh-TW" dirty="0"/>
              <a:t>Collider/</a:t>
            </a:r>
            <a:r>
              <a:rPr lang="en-US" altLang="zh-TW" dirty="0" err="1"/>
              <a:t>RigidBody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Collider + </a:t>
            </a:r>
            <a:r>
              <a:rPr lang="en-US" altLang="zh-TW" dirty="0" err="1"/>
              <a:t>RigidBody</a:t>
            </a:r>
            <a:r>
              <a:rPr lang="zh-TW" altLang="en-US" dirty="0"/>
              <a:t>：希望他照著真實物理運動</a:t>
            </a:r>
            <a:endParaRPr lang="en-US" altLang="zh-TW" dirty="0"/>
          </a:p>
          <a:p>
            <a:pPr lvl="1"/>
            <a:r>
              <a:rPr lang="zh-TW" altLang="en-US" dirty="0"/>
              <a:t>玩家角色 </a:t>
            </a:r>
            <a:r>
              <a:rPr lang="en-US" altLang="zh-TW" dirty="0"/>
              <a:t>(</a:t>
            </a:r>
            <a:r>
              <a:rPr lang="zh-TW" altLang="en-US" dirty="0"/>
              <a:t>不一定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球與保齡球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可以被推動的物件</a:t>
            </a:r>
            <a:endParaRPr lang="en-US" altLang="zh-TW" dirty="0"/>
          </a:p>
          <a:p>
            <a:pPr lvl="1"/>
            <a:r>
              <a:rPr lang="zh-TW" altLang="en-US" dirty="0"/>
              <a:t>可以接受力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開始運用</a:t>
            </a:r>
            <a:r>
              <a:rPr lang="en-US" altLang="zh-TW" dirty="0"/>
              <a:t>Collider/</a:t>
            </a:r>
            <a:r>
              <a:rPr lang="en-US" altLang="zh-TW" dirty="0" err="1"/>
              <a:t>RigidBody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使物件可以被物理影響，可以接受力量與力矩</a:t>
            </a:r>
            <a:endParaRPr lang="en-US" altLang="zh-TW" dirty="0"/>
          </a:p>
          <a:p>
            <a:pPr lvl="1"/>
            <a:r>
              <a:rPr lang="zh-TW" altLang="en-US" dirty="0"/>
              <a:t>「物理影響」有需求，才需要添加</a:t>
            </a:r>
            <a:endParaRPr lang="en-US" altLang="zh-TW" dirty="0"/>
          </a:p>
          <a:p>
            <a:pPr lvl="1"/>
            <a:r>
              <a:rPr lang="en-US" altLang="zh-TW" dirty="0"/>
              <a:t>mass </a:t>
            </a:r>
            <a:r>
              <a:rPr lang="zh-TW" altLang="en-US" dirty="0"/>
              <a:t>質量</a:t>
            </a:r>
            <a:endParaRPr lang="en-US" altLang="zh-TW" dirty="0"/>
          </a:p>
          <a:p>
            <a:pPr lvl="1"/>
            <a:r>
              <a:rPr lang="en-US" altLang="zh-TW" dirty="0"/>
              <a:t>damping</a:t>
            </a:r>
            <a:r>
              <a:rPr lang="zh-TW" altLang="en-US" dirty="0"/>
              <a:t> 阻力與旋轉阻力</a:t>
            </a:r>
            <a:endParaRPr lang="en-US" altLang="zh-TW" dirty="0"/>
          </a:p>
          <a:p>
            <a:pPr lvl="1"/>
            <a:r>
              <a:rPr lang="en-US" altLang="zh-TW" dirty="0" err="1"/>
              <a:t>UseGravity</a:t>
            </a:r>
            <a:r>
              <a:rPr lang="en-US" altLang="zh-TW" dirty="0"/>
              <a:t> </a:t>
            </a:r>
            <a:r>
              <a:rPr lang="zh-TW" altLang="en-US" dirty="0"/>
              <a:t>使用重力</a:t>
            </a:r>
            <a:endParaRPr lang="en-US" altLang="zh-TW" dirty="0"/>
          </a:p>
          <a:p>
            <a:pPr lvl="1"/>
            <a:r>
              <a:rPr lang="en-US" altLang="zh-TW" dirty="0" err="1"/>
              <a:t>IsKinematic</a:t>
            </a:r>
            <a:r>
              <a:rPr lang="en-US" altLang="zh-TW" dirty="0"/>
              <a:t> </a:t>
            </a:r>
            <a:r>
              <a:rPr lang="zh-TW" altLang="en-US" dirty="0"/>
              <a:t>動力學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限制位置 </a:t>
            </a:r>
            <a:r>
              <a:rPr lang="en-US" altLang="zh-TW" dirty="0"/>
              <a:t>&amp;</a:t>
            </a:r>
            <a:r>
              <a:rPr lang="zh-TW" altLang="en-US" dirty="0"/>
              <a:t> 轉動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51343" y="4357694"/>
            <a:ext cx="4592657" cy="250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開始運用</a:t>
            </a:r>
            <a:r>
              <a:rPr lang="en-US" altLang="zh-TW" dirty="0"/>
              <a:t>Collider/</a:t>
            </a:r>
            <a:r>
              <a:rPr lang="en-US" altLang="zh-TW" dirty="0" err="1"/>
              <a:t>RigidBody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Collider + </a:t>
            </a:r>
            <a:r>
              <a:rPr lang="en-US" altLang="zh-TW" dirty="0" err="1"/>
              <a:t>RigidBody</a:t>
            </a:r>
            <a:r>
              <a:rPr lang="en-US" altLang="zh-TW" dirty="0"/>
              <a:t> + </a:t>
            </a:r>
            <a:r>
              <a:rPr lang="en-US" altLang="zh-TW" dirty="0" err="1"/>
              <a:t>IsKinematic</a:t>
            </a:r>
            <a:endParaRPr lang="en-US" altLang="zh-TW" dirty="0"/>
          </a:p>
          <a:p>
            <a:pPr lvl="1"/>
            <a:r>
              <a:rPr lang="zh-TW" altLang="en-US" dirty="0"/>
              <a:t>會運動的物件，且可以對其他</a:t>
            </a:r>
            <a:r>
              <a:rPr lang="en-US" altLang="zh-TW" dirty="0" err="1"/>
              <a:t>RigidBody</a:t>
            </a:r>
            <a:r>
              <a:rPr lang="zh-TW" altLang="en-US" dirty="0"/>
              <a:t>物件施力，但本身不會依照正常物理運動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玩家角色 </a:t>
            </a:r>
            <a:r>
              <a:rPr lang="en-US" altLang="zh-TW" dirty="0"/>
              <a:t>(</a:t>
            </a:r>
            <a:r>
              <a:rPr lang="zh-TW" altLang="en-US" dirty="0"/>
              <a:t>不一定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飛行平台</a:t>
            </a:r>
            <a:endParaRPr lang="en-US" altLang="zh-TW" dirty="0"/>
          </a:p>
          <a:p>
            <a:pPr lvl="1"/>
            <a:r>
              <a:rPr lang="zh-TW" altLang="en-US" dirty="0"/>
              <a:t>電梯</a:t>
            </a:r>
            <a:endParaRPr lang="en-US" altLang="zh-TW" dirty="0"/>
          </a:p>
          <a:p>
            <a:pPr lvl="1">
              <a:buNone/>
            </a:pP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dirty="0">
                <a:hlinkClick r:id="rId2"/>
              </a:rPr>
              <a:t>The Game of Sisyphus</a:t>
            </a:r>
            <a:endParaRPr lang="zh-TW" altLang="en-US" dirty="0"/>
          </a:p>
          <a:p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4" name="Picture 2" descr="https://shared.fastly.steamstatic.com/store_item_assets/steam/apps/2904890/ss_3fd021a408e41c731e3cb72e3f105a7161d6d88b.600x338.jpg?t=171356366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4651178"/>
            <a:ext cx="3929058" cy="22068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EB3F58-853C-5B10-FCD7-38653727C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Collider/</a:t>
            </a:r>
            <a:r>
              <a:rPr lang="en-US" altLang="zh-TW" dirty="0" err="1"/>
              <a:t>IsTrigger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A8648B-D880-C290-E826-FC1CC3D09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將碰撞器設置為觸發器</a:t>
            </a:r>
            <a:endParaRPr lang="en-US" altLang="zh-TW" dirty="0"/>
          </a:p>
          <a:p>
            <a:pPr lvl="1"/>
            <a:r>
              <a:rPr lang="zh-TW" altLang="en-US" dirty="0"/>
              <a:t>將無法與其他物件產生物理碰撞，但改為「觸發」事件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走到「某區域」出現過場動畫</a:t>
            </a:r>
            <a:endParaRPr lang="en-US" altLang="zh-TW" dirty="0"/>
          </a:p>
          <a:p>
            <a:pPr lvl="1"/>
            <a:r>
              <a:rPr lang="zh-TW" altLang="en-US" dirty="0"/>
              <a:t>傳送門</a:t>
            </a:r>
            <a:endParaRPr lang="en-US" altLang="zh-TW" dirty="0"/>
          </a:p>
          <a:p>
            <a:pPr lvl="1"/>
            <a:r>
              <a:rPr lang="zh-TW" altLang="en-US" dirty="0"/>
              <a:t>馬利歐中可以吃的金幣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0921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226B67-9E32-E012-C885-AAF0D7B36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Collider</a:t>
            </a:r>
            <a:r>
              <a:rPr lang="zh-TW" altLang="en-US" dirty="0"/>
              <a:t>的關係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2B7C9E-D145-34E3-C928-13D1B94F2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 descr="Colliedr matrix">
            <a:extLst>
              <a:ext uri="{FF2B5EF4-FFF2-40B4-BE49-F238E27FC236}">
                <a16:creationId xmlns:a16="http://schemas.microsoft.com/office/drawing/2014/main" id="{44EA36F9-7FAB-DE60-8CE5-0009C7A65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9094277" cy="48577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3117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48A410-C28A-8143-7ECF-0B22C10B4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調整物理材質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F4A057-CC58-AF85-9DF8-EEBEB81E7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建立物理材質</a:t>
            </a:r>
            <a:endParaRPr lang="en-US" altLang="zh-TW" dirty="0"/>
          </a:p>
          <a:p>
            <a:pPr lvl="1"/>
            <a:r>
              <a:rPr lang="en-US" altLang="zh-TW" dirty="0"/>
              <a:t>Project</a:t>
            </a:r>
            <a:r>
              <a:rPr lang="zh-TW" altLang="en-US" dirty="0"/>
              <a:t> </a:t>
            </a:r>
            <a:r>
              <a:rPr lang="en-US" altLang="zh-TW" dirty="0"/>
              <a:t>&gt; </a:t>
            </a:r>
            <a:r>
              <a:rPr lang="zh-TW" altLang="en-US" dirty="0"/>
              <a:t>建立</a:t>
            </a:r>
            <a:r>
              <a:rPr lang="en-US" altLang="zh-TW" dirty="0"/>
              <a:t> &gt;</a:t>
            </a:r>
            <a:r>
              <a:rPr lang="zh-TW" altLang="en-US" dirty="0"/>
              <a:t> </a:t>
            </a:r>
            <a:r>
              <a:rPr lang="en-US" altLang="zh-TW" dirty="0"/>
              <a:t>2D &gt; 2D</a:t>
            </a:r>
            <a:r>
              <a:rPr lang="zh-TW" altLang="en-US" dirty="0"/>
              <a:t>物理材質</a:t>
            </a:r>
            <a:endParaRPr lang="en-US" altLang="zh-TW" dirty="0"/>
          </a:p>
          <a:p>
            <a:r>
              <a:rPr lang="zh-TW" altLang="en-US" dirty="0"/>
              <a:t>放入物件</a:t>
            </a:r>
            <a:endParaRPr lang="en-US" altLang="zh-TW" dirty="0"/>
          </a:p>
          <a:p>
            <a:r>
              <a:rPr lang="zh-TW" altLang="en-US" dirty="0"/>
              <a:t>可調整內容</a:t>
            </a:r>
            <a:endParaRPr lang="en-US" altLang="zh-TW" dirty="0"/>
          </a:p>
          <a:p>
            <a:pPr lvl="1"/>
            <a:r>
              <a:rPr lang="en-US" altLang="zh-TW" dirty="0"/>
              <a:t>Friction </a:t>
            </a:r>
            <a:r>
              <a:rPr lang="zh-TW" altLang="en-US" dirty="0"/>
              <a:t>摩擦力</a:t>
            </a:r>
            <a:endParaRPr lang="en-US" altLang="zh-TW" dirty="0"/>
          </a:p>
          <a:p>
            <a:pPr lvl="1"/>
            <a:r>
              <a:rPr lang="en-US" altLang="zh-TW" dirty="0"/>
              <a:t>Bounciness </a:t>
            </a:r>
            <a:r>
              <a:rPr lang="zh-TW" altLang="en-US" dirty="0"/>
              <a:t>彈力</a:t>
            </a:r>
            <a:endParaRPr lang="en-US" altLang="zh-TW" dirty="0"/>
          </a:p>
          <a:p>
            <a:pPr marL="109728" indent="0">
              <a:buNone/>
            </a:pPr>
            <a:r>
              <a:rPr lang="en-US" altLang="zh-TW"/>
              <a:t>	</a:t>
            </a:r>
            <a:endParaRPr lang="en-US" altLang="zh-TW" dirty="0"/>
          </a:p>
          <a:p>
            <a:r>
              <a:rPr lang="zh-TW" altLang="en-US" dirty="0"/>
              <a:t>預設物理材質</a:t>
            </a:r>
            <a:endParaRPr lang="en-US" altLang="zh-TW" dirty="0"/>
          </a:p>
          <a:p>
            <a:r>
              <a:rPr lang="en-US" altLang="zh-TW" dirty="0" err="1"/>
              <a:t>TileMap</a:t>
            </a:r>
            <a:r>
              <a:rPr lang="zh-TW" altLang="en-US" dirty="0"/>
              <a:t>只能統一調整</a:t>
            </a:r>
          </a:p>
        </p:txBody>
      </p:sp>
    </p:spTree>
    <p:extLst>
      <p:ext uri="{BB962C8B-B14F-4D97-AF65-F5344CB8AC3E}">
        <p14:creationId xmlns:p14="http://schemas.microsoft.com/office/powerpoint/2010/main" val="22847428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6891</TotalTime>
  <Words>448</Words>
  <Application>Microsoft Office PowerPoint</Application>
  <PresentationFormat>如螢幕大小 (4:3)</PresentationFormat>
  <Paragraphs>84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Arial</vt:lpstr>
      <vt:lpstr>Georgia</vt:lpstr>
      <vt:lpstr>Times New Roman</vt:lpstr>
      <vt:lpstr>Wingdings 2</vt:lpstr>
      <vt:lpstr>都會</vt:lpstr>
      <vt:lpstr>Lesson 7 碰撞器與物理</vt:lpstr>
      <vt:lpstr>Collider範例</vt:lpstr>
      <vt:lpstr>2D Collider(碰撞器)</vt:lpstr>
      <vt:lpstr>2D Collider(碰撞器)</vt:lpstr>
      <vt:lpstr>2D Collider(碰撞器)</vt:lpstr>
      <vt:lpstr>2D Collider(碰撞器)</vt:lpstr>
      <vt:lpstr>Collider的概念</vt:lpstr>
      <vt:lpstr>開始運用Collider</vt:lpstr>
      <vt:lpstr>開始運用Collider/RigidBody</vt:lpstr>
      <vt:lpstr>開始運用Collider/RigidBody</vt:lpstr>
      <vt:lpstr>開始運用Collider/RigidBody</vt:lpstr>
      <vt:lpstr>Collider/IsTrigger</vt:lpstr>
      <vt:lpstr>Collider的關係</vt:lpstr>
      <vt:lpstr>調整物理材質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417</cp:revision>
  <dcterms:created xsi:type="dcterms:W3CDTF">2024-11-18T05:57:07Z</dcterms:created>
  <dcterms:modified xsi:type="dcterms:W3CDTF">2025-03-04T07:15:58Z</dcterms:modified>
</cp:coreProperties>
</file>