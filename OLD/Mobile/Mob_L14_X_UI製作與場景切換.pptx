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9" r:id="rId8"/>
    <p:sldId id="267" r:id="rId9"/>
    <p:sldId id="264" r:id="rId10"/>
    <p:sldId id="271" r:id="rId11"/>
    <p:sldId id="273" r:id="rId12"/>
    <p:sldId id="266" r:id="rId13"/>
    <p:sldId id="274" r:id="rId14"/>
    <p:sldId id="276" r:id="rId15"/>
    <p:sldId id="263" r:id="rId16"/>
    <p:sldId id="268" r:id="rId17"/>
    <p:sldId id="277" r:id="rId18"/>
    <p:sldId id="279" r:id="rId19"/>
    <p:sldId id="280" r:id="rId20"/>
    <p:sldId id="281" r:id="rId21"/>
    <p:sldId id="282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3:15.727" v="3" actId="20577"/>
      <pc:docMkLst>
        <pc:docMk/>
      </pc:docMkLst>
      <pc:sldChg chg="modSp mod">
        <pc:chgData name="仕明 張" userId="a807ee1b932df6c2" providerId="LiveId" clId="{AFAE7C5A-3E6D-494F-BBBB-CC72F70A7DD7}" dt="2025-03-13T06:23:15.727" v="3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3:15.727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仕明 張" userId="a807ee1b932df6c2" providerId="LiveId" clId="{BEBE251C-7599-4391-ABB1-20AC427F0AE6}"/>
    <pc:docChg chg="undo custSel addSld delSld modSld sldOrd">
      <pc:chgData name="仕明 張" userId="a807ee1b932df6c2" providerId="LiveId" clId="{BEBE251C-7599-4391-ABB1-20AC427F0AE6}" dt="2025-03-18T02:54:36.196" v="6448" actId="20577"/>
      <pc:docMkLst>
        <pc:docMk/>
      </pc:docMkLst>
      <pc:sldChg chg="modSp mod">
        <pc:chgData name="仕明 張" userId="a807ee1b932df6c2" providerId="LiveId" clId="{BEBE251C-7599-4391-ABB1-20AC427F0AE6}" dt="2025-03-13T06:24:09.239" v="14" actId="20577"/>
        <pc:sldMkLst>
          <pc:docMk/>
          <pc:sldMk cId="0" sldId="256"/>
        </pc:sldMkLst>
        <pc:spChg chg="mod">
          <ac:chgData name="仕明 張" userId="a807ee1b932df6c2" providerId="LiveId" clId="{BEBE251C-7599-4391-ABB1-20AC427F0AE6}" dt="2025-03-13T06:24:09.239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new mod">
        <pc:chgData name="仕明 張" userId="a807ee1b932df6c2" providerId="LiveId" clId="{BEBE251C-7599-4391-ABB1-20AC427F0AE6}" dt="2025-03-13T06:47:51.540" v="277" actId="20577"/>
        <pc:sldMkLst>
          <pc:docMk/>
          <pc:sldMk cId="1116393703" sldId="257"/>
        </pc:sldMkLst>
        <pc:spChg chg="mod">
          <ac:chgData name="仕明 張" userId="a807ee1b932df6c2" providerId="LiveId" clId="{BEBE251C-7599-4391-ABB1-20AC427F0AE6}" dt="2025-03-13T06:47:51.540" v="277" actId="20577"/>
          <ac:spMkLst>
            <pc:docMk/>
            <pc:sldMk cId="1116393703" sldId="257"/>
            <ac:spMk id="2" creationId="{C220815F-F1B8-2120-A925-134DBF6D8975}"/>
          </ac:spMkLst>
        </pc:spChg>
        <pc:spChg chg="mod">
          <ac:chgData name="仕明 張" userId="a807ee1b932df6c2" providerId="LiveId" clId="{BEBE251C-7599-4391-ABB1-20AC427F0AE6}" dt="2025-03-13T06:47:41.774" v="254" actId="14"/>
          <ac:spMkLst>
            <pc:docMk/>
            <pc:sldMk cId="1116393703" sldId="257"/>
            <ac:spMk id="3" creationId="{7E0E6163-2265-B2F1-39B6-3F97DEC16309}"/>
          </ac:spMkLst>
        </pc:spChg>
      </pc:sldChg>
      <pc:sldChg chg="modSp new del mod">
        <pc:chgData name="仕明 張" userId="a807ee1b932df6c2" providerId="LiveId" clId="{BEBE251C-7599-4391-ABB1-20AC427F0AE6}" dt="2025-03-13T06:55:27.007" v="571" actId="47"/>
        <pc:sldMkLst>
          <pc:docMk/>
          <pc:sldMk cId="1205581716" sldId="258"/>
        </pc:sldMkLst>
        <pc:spChg chg="mod">
          <ac:chgData name="仕明 張" userId="a807ee1b932df6c2" providerId="LiveId" clId="{BEBE251C-7599-4391-ABB1-20AC427F0AE6}" dt="2025-03-13T06:49:59.851" v="334" actId="20577"/>
          <ac:spMkLst>
            <pc:docMk/>
            <pc:sldMk cId="1205581716" sldId="258"/>
            <ac:spMk id="2" creationId="{F3ACEFFE-CC4B-6CF1-6A2D-3CA77D41FEDE}"/>
          </ac:spMkLst>
        </pc:spChg>
        <pc:spChg chg="mod">
          <ac:chgData name="仕明 張" userId="a807ee1b932df6c2" providerId="LiveId" clId="{BEBE251C-7599-4391-ABB1-20AC427F0AE6}" dt="2025-03-13T06:50:22.914" v="406" actId="20577"/>
          <ac:spMkLst>
            <pc:docMk/>
            <pc:sldMk cId="1205581716" sldId="258"/>
            <ac:spMk id="3" creationId="{99E2D205-3B8F-6449-2BFB-AF3C270C83AF}"/>
          </ac:spMkLst>
        </pc:spChg>
      </pc:sldChg>
      <pc:sldChg chg="addSp delSp modSp new mod">
        <pc:chgData name="仕明 張" userId="a807ee1b932df6c2" providerId="LiveId" clId="{BEBE251C-7599-4391-ABB1-20AC427F0AE6}" dt="2025-03-13T06:59:57.307" v="1029" actId="20577"/>
        <pc:sldMkLst>
          <pc:docMk/>
          <pc:sldMk cId="1224696162" sldId="259"/>
        </pc:sldMkLst>
        <pc:spChg chg="mod">
          <ac:chgData name="仕明 張" userId="a807ee1b932df6c2" providerId="LiveId" clId="{BEBE251C-7599-4391-ABB1-20AC427F0AE6}" dt="2025-03-13T06:50:33.111" v="425" actId="20577"/>
          <ac:spMkLst>
            <pc:docMk/>
            <pc:sldMk cId="1224696162" sldId="259"/>
            <ac:spMk id="2" creationId="{DD03A3B7-3874-E678-CA23-123368CDD2B1}"/>
          </ac:spMkLst>
        </pc:spChg>
        <pc:spChg chg="mod">
          <ac:chgData name="仕明 張" userId="a807ee1b932df6c2" providerId="LiveId" clId="{BEBE251C-7599-4391-ABB1-20AC427F0AE6}" dt="2025-03-13T06:59:57.307" v="1029" actId="20577"/>
          <ac:spMkLst>
            <pc:docMk/>
            <pc:sldMk cId="1224696162" sldId="259"/>
            <ac:spMk id="3" creationId="{27AD89C0-9948-5834-D642-5633B3E28202}"/>
          </ac:spMkLst>
        </pc:spChg>
        <pc:picChg chg="add del mod">
          <ac:chgData name="仕明 張" userId="a807ee1b932df6c2" providerId="LiveId" clId="{BEBE251C-7599-4391-ABB1-20AC427F0AE6}" dt="2025-03-13T06:59:28.488" v="992" actId="21"/>
          <ac:picMkLst>
            <pc:docMk/>
            <pc:sldMk cId="1224696162" sldId="259"/>
            <ac:picMk id="5" creationId="{F2DC4945-CCEE-E763-BCC0-1294812F3AB9}"/>
          </ac:picMkLst>
        </pc:picChg>
      </pc:sldChg>
      <pc:sldChg chg="addSp delSp modSp new mod">
        <pc:chgData name="仕明 張" userId="a807ee1b932df6c2" providerId="LiveId" clId="{BEBE251C-7599-4391-ABB1-20AC427F0AE6}" dt="2025-03-13T06:59:34.509" v="994" actId="27636"/>
        <pc:sldMkLst>
          <pc:docMk/>
          <pc:sldMk cId="1596544275" sldId="260"/>
        </pc:sldMkLst>
        <pc:spChg chg="mod">
          <ac:chgData name="仕明 張" userId="a807ee1b932df6c2" providerId="LiveId" clId="{BEBE251C-7599-4391-ABB1-20AC427F0AE6}" dt="2025-03-13T06:55:41.148" v="601" actId="20577"/>
          <ac:spMkLst>
            <pc:docMk/>
            <pc:sldMk cId="1596544275" sldId="260"/>
            <ac:spMk id="2" creationId="{A1F62673-B48E-AE8D-5EFC-33362A7F3A7E}"/>
          </ac:spMkLst>
        </pc:spChg>
        <pc:spChg chg="add del mod">
          <ac:chgData name="仕明 張" userId="a807ee1b932df6c2" providerId="LiveId" clId="{BEBE251C-7599-4391-ABB1-20AC427F0AE6}" dt="2025-03-13T06:59:34.509" v="994" actId="27636"/>
          <ac:spMkLst>
            <pc:docMk/>
            <pc:sldMk cId="1596544275" sldId="260"/>
            <ac:spMk id="3" creationId="{8C784A9C-E857-AE5B-5FE1-99D33FEA7F39}"/>
          </ac:spMkLst>
        </pc:spChg>
        <pc:spChg chg="add del mod">
          <ac:chgData name="仕明 張" userId="a807ee1b932df6c2" providerId="LiveId" clId="{BEBE251C-7599-4391-ABB1-20AC427F0AE6}" dt="2025-03-13T06:57:58.906" v="899" actId="478"/>
          <ac:spMkLst>
            <pc:docMk/>
            <pc:sldMk cId="1596544275" sldId="260"/>
            <ac:spMk id="5" creationId="{FDD17F22-FB6A-35AA-38E3-ED8833877D5D}"/>
          </ac:spMkLst>
        </pc:spChg>
      </pc:sldChg>
      <pc:sldChg chg="addSp modSp new mod">
        <pc:chgData name="仕明 張" userId="a807ee1b932df6c2" providerId="LiveId" clId="{BEBE251C-7599-4391-ABB1-20AC427F0AE6}" dt="2025-03-13T06:59:38.394" v="996" actId="1076"/>
        <pc:sldMkLst>
          <pc:docMk/>
          <pc:sldMk cId="832832899" sldId="261"/>
        </pc:sldMkLst>
        <pc:spChg chg="mod">
          <ac:chgData name="仕明 張" userId="a807ee1b932df6c2" providerId="LiveId" clId="{BEBE251C-7599-4391-ABB1-20AC427F0AE6}" dt="2025-03-13T06:58:57.464" v="941"/>
          <ac:spMkLst>
            <pc:docMk/>
            <pc:sldMk cId="832832899" sldId="261"/>
            <ac:spMk id="2" creationId="{C8C46F7A-9FC4-3B9F-4A3F-3E8472F265BD}"/>
          </ac:spMkLst>
        </pc:spChg>
        <pc:spChg chg="mod">
          <ac:chgData name="仕明 張" userId="a807ee1b932df6c2" providerId="LiveId" clId="{BEBE251C-7599-4391-ABB1-20AC427F0AE6}" dt="2025-03-13T06:59:23.691" v="990" actId="20577"/>
          <ac:spMkLst>
            <pc:docMk/>
            <pc:sldMk cId="832832899" sldId="261"/>
            <ac:spMk id="3" creationId="{6E7D019A-3B00-4EE3-A1AD-BA5508AE7C04}"/>
          </ac:spMkLst>
        </pc:spChg>
        <pc:picChg chg="add mod">
          <ac:chgData name="仕明 張" userId="a807ee1b932df6c2" providerId="LiveId" clId="{BEBE251C-7599-4391-ABB1-20AC427F0AE6}" dt="2025-03-13T06:59:38.394" v="996" actId="1076"/>
          <ac:picMkLst>
            <pc:docMk/>
            <pc:sldMk cId="832832899" sldId="261"/>
            <ac:picMk id="4" creationId="{35498381-E428-D742-CB7D-776AB94CA00F}"/>
          </ac:picMkLst>
        </pc:picChg>
      </pc:sldChg>
      <pc:sldChg chg="modSp new mod">
        <pc:chgData name="仕明 張" userId="a807ee1b932df6c2" providerId="LiveId" clId="{BEBE251C-7599-4391-ABB1-20AC427F0AE6}" dt="2025-03-13T07:17:18.053" v="2208" actId="20577"/>
        <pc:sldMkLst>
          <pc:docMk/>
          <pc:sldMk cId="1227374960" sldId="262"/>
        </pc:sldMkLst>
        <pc:spChg chg="mod">
          <ac:chgData name="仕明 張" userId="a807ee1b932df6c2" providerId="LiveId" clId="{BEBE251C-7599-4391-ABB1-20AC427F0AE6}" dt="2025-03-13T07:01:14.620" v="1084" actId="20577"/>
          <ac:spMkLst>
            <pc:docMk/>
            <pc:sldMk cId="1227374960" sldId="262"/>
            <ac:spMk id="2" creationId="{B72DA3E8-4880-0510-243A-11625AA064D2}"/>
          </ac:spMkLst>
        </pc:spChg>
        <pc:spChg chg="mod">
          <ac:chgData name="仕明 張" userId="a807ee1b932df6c2" providerId="LiveId" clId="{BEBE251C-7599-4391-ABB1-20AC427F0AE6}" dt="2025-03-13T07:17:18.053" v="2208" actId="20577"/>
          <ac:spMkLst>
            <pc:docMk/>
            <pc:sldMk cId="1227374960" sldId="262"/>
            <ac:spMk id="3" creationId="{47D3E41F-E56F-0E49-D316-E46113A3E00A}"/>
          </ac:spMkLst>
        </pc:spChg>
      </pc:sldChg>
      <pc:sldChg chg="modSp new mod ord">
        <pc:chgData name="仕明 張" userId="a807ee1b932df6c2" providerId="LiveId" clId="{BEBE251C-7599-4391-ABB1-20AC427F0AE6}" dt="2025-03-18T01:06:22.071" v="5201"/>
        <pc:sldMkLst>
          <pc:docMk/>
          <pc:sldMk cId="4069911411" sldId="263"/>
        </pc:sldMkLst>
        <pc:spChg chg="mod">
          <ac:chgData name="仕明 張" userId="a807ee1b932df6c2" providerId="LiveId" clId="{BEBE251C-7599-4391-ABB1-20AC427F0AE6}" dt="2025-03-13T07:04:10.678" v="1257" actId="20577"/>
          <ac:spMkLst>
            <pc:docMk/>
            <pc:sldMk cId="4069911411" sldId="263"/>
            <ac:spMk id="2" creationId="{69B6E48A-22F6-52C4-BD3E-9AC65835A770}"/>
          </ac:spMkLst>
        </pc:spChg>
        <pc:spChg chg="mod">
          <ac:chgData name="仕明 張" userId="a807ee1b932df6c2" providerId="LiveId" clId="{BEBE251C-7599-4391-ABB1-20AC427F0AE6}" dt="2025-03-18T01:02:47.433" v="4624" actId="20577"/>
          <ac:spMkLst>
            <pc:docMk/>
            <pc:sldMk cId="4069911411" sldId="263"/>
            <ac:spMk id="3" creationId="{27AC9419-F1D3-4745-5278-D1005047693F}"/>
          </ac:spMkLst>
        </pc:spChg>
      </pc:sldChg>
      <pc:sldChg chg="modSp add mod">
        <pc:chgData name="仕明 張" userId="a807ee1b932df6c2" providerId="LiveId" clId="{BEBE251C-7599-4391-ABB1-20AC427F0AE6}" dt="2025-03-13T07:26:26.918" v="2792"/>
        <pc:sldMkLst>
          <pc:docMk/>
          <pc:sldMk cId="4156717082" sldId="264"/>
        </pc:sldMkLst>
        <pc:spChg chg="mod">
          <ac:chgData name="仕明 張" userId="a807ee1b932df6c2" providerId="LiveId" clId="{BEBE251C-7599-4391-ABB1-20AC427F0AE6}" dt="2025-03-13T07:02:36.490" v="1128" actId="20577"/>
          <ac:spMkLst>
            <pc:docMk/>
            <pc:sldMk cId="4156717082" sldId="264"/>
            <ac:spMk id="2" creationId="{B72DA3E8-4880-0510-243A-11625AA064D2}"/>
          </ac:spMkLst>
        </pc:spChg>
        <pc:spChg chg="mod">
          <ac:chgData name="仕明 張" userId="a807ee1b932df6c2" providerId="LiveId" clId="{BEBE251C-7599-4391-ABB1-20AC427F0AE6}" dt="2025-03-13T07:26:26.918" v="2792"/>
          <ac:spMkLst>
            <pc:docMk/>
            <pc:sldMk cId="4156717082" sldId="264"/>
            <ac:spMk id="3" creationId="{47D3E41F-E56F-0E49-D316-E46113A3E00A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5"/>
        </pc:sldMkLst>
      </pc:sldChg>
      <pc:sldChg chg="new del">
        <pc:chgData name="仕明 張" userId="a807ee1b932df6c2" providerId="LiveId" clId="{BEBE251C-7599-4391-ABB1-20AC427F0AE6}" dt="2025-03-13T07:03:00.802" v="1131" actId="2696"/>
        <pc:sldMkLst>
          <pc:docMk/>
          <pc:sldMk cId="2304019703" sldId="265"/>
        </pc:sldMkLst>
      </pc:sldChg>
      <pc:sldChg chg="modSp add mod">
        <pc:chgData name="仕明 張" userId="a807ee1b932df6c2" providerId="LiveId" clId="{BEBE251C-7599-4391-ABB1-20AC427F0AE6}" dt="2025-03-13T07:03:23.179" v="1175" actId="20577"/>
        <pc:sldMkLst>
          <pc:docMk/>
          <pc:sldMk cId="72488980" sldId="266"/>
        </pc:sldMkLst>
        <pc:spChg chg="mod">
          <ac:chgData name="仕明 張" userId="a807ee1b932df6c2" providerId="LiveId" clId="{BEBE251C-7599-4391-ABB1-20AC427F0AE6}" dt="2025-03-13T07:03:23.179" v="1175" actId="20577"/>
          <ac:spMkLst>
            <pc:docMk/>
            <pc:sldMk cId="72488980" sldId="266"/>
            <ac:spMk id="2" creationId="{B72DA3E8-4880-0510-243A-11625AA064D2}"/>
          </ac:spMkLst>
        </pc:spChg>
        <pc:spChg chg="mod">
          <ac:chgData name="仕明 張" userId="a807ee1b932df6c2" providerId="LiveId" clId="{BEBE251C-7599-4391-ABB1-20AC427F0AE6}" dt="2025-03-13T07:52:19.348" v="3892" actId="20577"/>
          <ac:spMkLst>
            <pc:docMk/>
            <pc:sldMk cId="72488980" sldId="266"/>
            <ac:spMk id="3" creationId="{47D3E41F-E56F-0E49-D316-E46113A3E00A}"/>
          </ac:spMkLst>
        </pc:spChg>
        <pc:picChg chg="add mod">
          <ac:chgData name="仕明 張" userId="a807ee1b932df6c2" providerId="LiveId" clId="{BEBE251C-7599-4391-ABB1-20AC427F0AE6}" dt="2025-03-13T07:50:41.582" v="3591" actId="1076"/>
          <ac:picMkLst>
            <pc:docMk/>
            <pc:sldMk cId="72488980" sldId="266"/>
            <ac:picMk id="5" creationId="{21DE090B-7440-7B3D-7C13-E7FD01F6B6AA}"/>
          </ac:picMkLst>
        </pc:picChg>
      </pc:sldChg>
      <pc:sldChg chg="addSp delSp modSp new mod ord">
        <pc:chgData name="仕明 張" userId="a807ee1b932df6c2" providerId="LiveId" clId="{BEBE251C-7599-4391-ABB1-20AC427F0AE6}" dt="2025-03-13T07:16:50.591" v="2178" actId="20577"/>
        <pc:sldMkLst>
          <pc:docMk/>
          <pc:sldMk cId="1129521442" sldId="267"/>
        </pc:sldMkLst>
        <pc:spChg chg="mod">
          <ac:chgData name="仕明 張" userId="a807ee1b932df6c2" providerId="LiveId" clId="{BEBE251C-7599-4391-ABB1-20AC427F0AE6}" dt="2025-03-13T07:03:48.183" v="1186"/>
          <ac:spMkLst>
            <pc:docMk/>
            <pc:sldMk cId="1129521442" sldId="267"/>
            <ac:spMk id="2" creationId="{48025929-EE20-7686-8B6F-900FA22E5785}"/>
          </ac:spMkLst>
        </pc:spChg>
        <pc:spChg chg="mod">
          <ac:chgData name="仕明 張" userId="a807ee1b932df6c2" providerId="LiveId" clId="{BEBE251C-7599-4391-ABB1-20AC427F0AE6}" dt="2025-03-13T07:16:50.591" v="2178" actId="20577"/>
          <ac:spMkLst>
            <pc:docMk/>
            <pc:sldMk cId="1129521442" sldId="267"/>
            <ac:spMk id="3" creationId="{30A3DF7B-B72A-DED4-C006-D0A94B686D29}"/>
          </ac:spMkLst>
        </pc:spChg>
        <pc:graphicFrameChg chg="add del mod modGraphic">
          <ac:chgData name="仕明 張" userId="a807ee1b932df6c2" providerId="LiveId" clId="{BEBE251C-7599-4391-ABB1-20AC427F0AE6}" dt="2025-03-13T07:03:36.500" v="1183" actId="478"/>
          <ac:graphicFrameMkLst>
            <pc:docMk/>
            <pc:sldMk cId="1129521442" sldId="267"/>
            <ac:graphicFrameMk id="5" creationId="{8B55C6C5-359E-5A57-2196-416BA722FC9A}"/>
          </ac:graphicFrameMkLst>
        </pc:graphicFrameChg>
      </pc:sldChg>
      <pc:sldChg chg="modSp add mod">
        <pc:chgData name="仕明 張" userId="a807ee1b932df6c2" providerId="LiveId" clId="{BEBE251C-7599-4391-ABB1-20AC427F0AE6}" dt="2025-03-13T07:06:29.451" v="1531" actId="20577"/>
        <pc:sldMkLst>
          <pc:docMk/>
          <pc:sldMk cId="3059069510" sldId="268"/>
        </pc:sldMkLst>
        <pc:spChg chg="mod">
          <ac:chgData name="仕明 張" userId="a807ee1b932df6c2" providerId="LiveId" clId="{BEBE251C-7599-4391-ABB1-20AC427F0AE6}" dt="2025-03-13T07:04:30.085" v="1281" actId="20577"/>
          <ac:spMkLst>
            <pc:docMk/>
            <pc:sldMk cId="3059069510" sldId="268"/>
            <ac:spMk id="2" creationId="{69B6E48A-22F6-52C4-BD3E-9AC65835A770}"/>
          </ac:spMkLst>
        </pc:spChg>
        <pc:spChg chg="mod">
          <ac:chgData name="仕明 張" userId="a807ee1b932df6c2" providerId="LiveId" clId="{BEBE251C-7599-4391-ABB1-20AC427F0AE6}" dt="2025-03-13T07:06:29.451" v="1531" actId="20577"/>
          <ac:spMkLst>
            <pc:docMk/>
            <pc:sldMk cId="3059069510" sldId="268"/>
            <ac:spMk id="3" creationId="{27AC9419-F1D3-4745-5278-D1005047693F}"/>
          </ac:spMkLst>
        </pc:spChg>
      </pc:sldChg>
      <pc:sldChg chg="modSp add del mod">
        <pc:chgData name="仕明 張" userId="a807ee1b932df6c2" providerId="LiveId" clId="{BEBE251C-7599-4391-ABB1-20AC427F0AE6}" dt="2025-03-13T07:15:07.451" v="2015" actId="1076"/>
        <pc:sldMkLst>
          <pc:docMk/>
          <pc:sldMk cId="3459006419" sldId="269"/>
        </pc:sldMkLst>
        <pc:spChg chg="mod">
          <ac:chgData name="仕明 張" userId="a807ee1b932df6c2" providerId="LiveId" clId="{BEBE251C-7599-4391-ABB1-20AC427F0AE6}" dt="2025-03-13T07:15:07.451" v="2015" actId="1076"/>
          <ac:spMkLst>
            <pc:docMk/>
            <pc:sldMk cId="3459006419" sldId="269"/>
            <ac:spMk id="3" creationId="{47D3E41F-E56F-0E49-D316-E46113A3E00A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0"/>
        </pc:sldMkLst>
      </pc:sldChg>
      <pc:sldChg chg="new del">
        <pc:chgData name="仕明 張" userId="a807ee1b932df6c2" providerId="LiveId" clId="{BEBE251C-7599-4391-ABB1-20AC427F0AE6}" dt="2025-03-13T07:29:53.339" v="2795" actId="47"/>
        <pc:sldMkLst>
          <pc:docMk/>
          <pc:sldMk cId="67689873" sldId="270"/>
        </pc:sldMkLst>
      </pc:sldChg>
      <pc:sldChg chg="addSp modSp add mod">
        <pc:chgData name="仕明 張" userId="a807ee1b932df6c2" providerId="LiveId" clId="{BEBE251C-7599-4391-ABB1-20AC427F0AE6}" dt="2025-03-13T07:44:23.311" v="3283" actId="20577"/>
        <pc:sldMkLst>
          <pc:docMk/>
          <pc:sldMk cId="1146199794" sldId="271"/>
        </pc:sldMkLst>
        <pc:spChg chg="mod">
          <ac:chgData name="仕明 張" userId="a807ee1b932df6c2" providerId="LiveId" clId="{BEBE251C-7599-4391-ABB1-20AC427F0AE6}" dt="2025-03-13T07:44:23.311" v="3283" actId="20577"/>
          <ac:spMkLst>
            <pc:docMk/>
            <pc:sldMk cId="1146199794" sldId="271"/>
            <ac:spMk id="3" creationId="{47D3E41F-E56F-0E49-D316-E46113A3E00A}"/>
          </ac:spMkLst>
        </pc:spChg>
        <pc:picChg chg="add mod">
          <ac:chgData name="仕明 張" userId="a807ee1b932df6c2" providerId="LiveId" clId="{BEBE251C-7599-4391-ABB1-20AC427F0AE6}" dt="2025-03-13T07:44:12.884" v="3275" actId="14100"/>
          <ac:picMkLst>
            <pc:docMk/>
            <pc:sldMk cId="1146199794" sldId="271"/>
            <ac:picMk id="5" creationId="{DB369A8B-4F6B-E793-C7D3-FC019CED3D95}"/>
          </ac:picMkLst>
        </pc:picChg>
      </pc:sldChg>
      <pc:sldChg chg="new del">
        <pc:chgData name="仕明 張" userId="a807ee1b932df6c2" providerId="LiveId" clId="{BEBE251C-7599-4391-ABB1-20AC427F0AE6}" dt="2025-03-13T07:42:46.593" v="3157" actId="47"/>
        <pc:sldMkLst>
          <pc:docMk/>
          <pc:sldMk cId="2663306097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924347708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639790741" sldId="273"/>
        </pc:sldMkLst>
      </pc:sldChg>
      <pc:sldChg chg="modSp add mod">
        <pc:chgData name="仕明 張" userId="a807ee1b932df6c2" providerId="LiveId" clId="{BEBE251C-7599-4391-ABB1-20AC427F0AE6}" dt="2025-03-13T07:47:33.739" v="3524" actId="20577"/>
        <pc:sldMkLst>
          <pc:docMk/>
          <pc:sldMk cId="2429467017" sldId="273"/>
        </pc:sldMkLst>
        <pc:spChg chg="mod">
          <ac:chgData name="仕明 張" userId="a807ee1b932df6c2" providerId="LiveId" clId="{BEBE251C-7599-4391-ABB1-20AC427F0AE6}" dt="2025-03-13T07:47:33.739" v="3524" actId="20577"/>
          <ac:spMkLst>
            <pc:docMk/>
            <pc:sldMk cId="2429467017" sldId="273"/>
            <ac:spMk id="3" creationId="{47D3E41F-E56F-0E49-D316-E46113A3E00A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458689279" sldId="274"/>
        </pc:sldMkLst>
      </pc:sldChg>
      <pc:sldChg chg="addSp delSp modSp add mod">
        <pc:chgData name="仕明 張" userId="a807ee1b932df6c2" providerId="LiveId" clId="{BEBE251C-7599-4391-ABB1-20AC427F0AE6}" dt="2025-03-13T08:04:13.670" v="4112" actId="478"/>
        <pc:sldMkLst>
          <pc:docMk/>
          <pc:sldMk cId="4285375104" sldId="274"/>
        </pc:sldMkLst>
        <pc:spChg chg="mod">
          <ac:chgData name="仕明 張" userId="a807ee1b932df6c2" providerId="LiveId" clId="{BEBE251C-7599-4391-ABB1-20AC427F0AE6}" dt="2025-03-13T08:04:10.314" v="4110" actId="14100"/>
          <ac:spMkLst>
            <pc:docMk/>
            <pc:sldMk cId="4285375104" sldId="274"/>
            <ac:spMk id="3" creationId="{47D3E41F-E56F-0E49-D316-E46113A3E00A}"/>
          </ac:spMkLst>
        </pc:spChg>
        <pc:picChg chg="del">
          <ac:chgData name="仕明 張" userId="a807ee1b932df6c2" providerId="LiveId" clId="{BEBE251C-7599-4391-ABB1-20AC427F0AE6}" dt="2025-03-13T07:52:48.792" v="3896" actId="478"/>
          <ac:picMkLst>
            <pc:docMk/>
            <pc:sldMk cId="4285375104" sldId="274"/>
            <ac:picMk id="5" creationId="{21DE090B-7440-7B3D-7C13-E7FD01F6B6AA}"/>
          </ac:picMkLst>
        </pc:picChg>
        <pc:picChg chg="add mod">
          <ac:chgData name="仕明 張" userId="a807ee1b932df6c2" providerId="LiveId" clId="{BEBE251C-7599-4391-ABB1-20AC427F0AE6}" dt="2025-03-13T08:04:11.795" v="4111" actId="1076"/>
          <ac:picMkLst>
            <pc:docMk/>
            <pc:sldMk cId="4285375104" sldId="274"/>
            <ac:picMk id="6" creationId="{60C986B3-9CF2-F847-3135-883B3E78F899}"/>
          </ac:picMkLst>
        </pc:picChg>
        <pc:picChg chg="add del mod">
          <ac:chgData name="仕明 張" userId="a807ee1b932df6c2" providerId="LiveId" clId="{BEBE251C-7599-4391-ABB1-20AC427F0AE6}" dt="2025-03-13T08:04:13.670" v="4112" actId="478"/>
          <ac:picMkLst>
            <pc:docMk/>
            <pc:sldMk cId="4285375104" sldId="274"/>
            <ac:picMk id="8" creationId="{4D41394C-EAED-47DF-CB5D-F782BD4FE250}"/>
          </ac:picMkLst>
        </pc:picChg>
      </pc:sldChg>
      <pc:sldChg chg="new del">
        <pc:chgData name="仕明 張" userId="a807ee1b932df6c2" providerId="LiveId" clId="{BEBE251C-7599-4391-ABB1-20AC427F0AE6}" dt="2025-03-13T08:05:10.823" v="4118" actId="47"/>
        <pc:sldMkLst>
          <pc:docMk/>
          <pc:sldMk cId="2007438554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259108623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390105728" sldId="276"/>
        </pc:sldMkLst>
      </pc:sldChg>
      <pc:sldChg chg="addSp delSp modSp add mod">
        <pc:chgData name="仕明 張" userId="a807ee1b932df6c2" providerId="LiveId" clId="{BEBE251C-7599-4391-ABB1-20AC427F0AE6}" dt="2025-03-13T08:04:55.215" v="4117" actId="166"/>
        <pc:sldMkLst>
          <pc:docMk/>
          <pc:sldMk cId="3676067719" sldId="276"/>
        </pc:sldMkLst>
        <pc:spChg chg="mod">
          <ac:chgData name="仕明 張" userId="a807ee1b932df6c2" providerId="LiveId" clId="{BEBE251C-7599-4391-ABB1-20AC427F0AE6}" dt="2025-03-13T08:04:00.680" v="4107" actId="14100"/>
          <ac:spMkLst>
            <pc:docMk/>
            <pc:sldMk cId="3676067719" sldId="276"/>
            <ac:spMk id="3" creationId="{47D3E41F-E56F-0E49-D316-E46113A3E00A}"/>
          </ac:spMkLst>
        </pc:spChg>
        <pc:picChg chg="add mod">
          <ac:chgData name="仕明 張" userId="a807ee1b932df6c2" providerId="LiveId" clId="{BEBE251C-7599-4391-ABB1-20AC427F0AE6}" dt="2025-03-13T08:04:50.197" v="4115" actId="1076"/>
          <ac:picMkLst>
            <pc:docMk/>
            <pc:sldMk cId="3676067719" sldId="276"/>
            <ac:picMk id="5" creationId="{DF9E24D2-40B9-7DE8-C990-9F0ED330CC41}"/>
          </ac:picMkLst>
        </pc:picChg>
        <pc:picChg chg="del mod">
          <ac:chgData name="仕明 張" userId="a807ee1b932df6c2" providerId="LiveId" clId="{BEBE251C-7599-4391-ABB1-20AC427F0AE6}" dt="2025-03-13T08:03:50.127" v="4104" actId="478"/>
          <ac:picMkLst>
            <pc:docMk/>
            <pc:sldMk cId="3676067719" sldId="276"/>
            <ac:picMk id="6" creationId="{60C986B3-9CF2-F847-3135-883B3E78F899}"/>
          </ac:picMkLst>
        </pc:picChg>
        <pc:picChg chg="mod ord">
          <ac:chgData name="仕明 張" userId="a807ee1b932df6c2" providerId="LiveId" clId="{BEBE251C-7599-4391-ABB1-20AC427F0AE6}" dt="2025-03-13T08:04:55.215" v="4117" actId="166"/>
          <ac:picMkLst>
            <pc:docMk/>
            <pc:sldMk cId="3676067719" sldId="276"/>
            <ac:picMk id="8" creationId="{4D41394C-EAED-47DF-CB5D-F782BD4FE250}"/>
          </ac:picMkLst>
        </pc:pic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21582950" sldId="277"/>
        </pc:sldMkLst>
      </pc:sldChg>
      <pc:sldChg chg="modSp new mod">
        <pc:chgData name="仕明 張" userId="a807ee1b932df6c2" providerId="LiveId" clId="{BEBE251C-7599-4391-ABB1-20AC427F0AE6}" dt="2025-03-18T01:06:00.089" v="5199" actId="20577"/>
        <pc:sldMkLst>
          <pc:docMk/>
          <pc:sldMk cId="2762115634" sldId="277"/>
        </pc:sldMkLst>
        <pc:spChg chg="mod">
          <ac:chgData name="仕明 張" userId="a807ee1b932df6c2" providerId="LiveId" clId="{BEBE251C-7599-4391-ABB1-20AC427F0AE6}" dt="2025-03-18T01:02:29.742" v="4579" actId="20577"/>
          <ac:spMkLst>
            <pc:docMk/>
            <pc:sldMk cId="2762115634" sldId="277"/>
            <ac:spMk id="2" creationId="{E6E578CF-C799-4D22-9F13-EE4EAC29F05A}"/>
          </ac:spMkLst>
        </pc:spChg>
        <pc:spChg chg="mod">
          <ac:chgData name="仕明 張" userId="a807ee1b932df6c2" providerId="LiveId" clId="{BEBE251C-7599-4391-ABB1-20AC427F0AE6}" dt="2025-03-18T01:06:00.089" v="5199" actId="20577"/>
          <ac:spMkLst>
            <pc:docMk/>
            <pc:sldMk cId="2762115634" sldId="277"/>
            <ac:spMk id="3" creationId="{3B4E225E-375A-A3D1-1CF5-E020533C79F5}"/>
          </ac:spMkLst>
        </pc:spChg>
      </pc:sldChg>
      <pc:sldChg chg="new del">
        <pc:chgData name="仕明 張" userId="a807ee1b932df6c2" providerId="LiveId" clId="{BEBE251C-7599-4391-ABB1-20AC427F0AE6}" dt="2025-03-18T01:42:26.866" v="5204" actId="47"/>
        <pc:sldMkLst>
          <pc:docMk/>
          <pc:sldMk cId="1672905375" sldId="278"/>
        </pc:sldMkLst>
      </pc:sldChg>
      <pc:sldChg chg="modSp add mod">
        <pc:chgData name="仕明 張" userId="a807ee1b932df6c2" providerId="LiveId" clId="{BEBE251C-7599-4391-ABB1-20AC427F0AE6}" dt="2025-03-18T01:42:35.472" v="5231" actId="20577"/>
        <pc:sldMkLst>
          <pc:docMk/>
          <pc:sldMk cId="601808791" sldId="279"/>
        </pc:sldMkLst>
        <pc:spChg chg="mod">
          <ac:chgData name="仕明 張" userId="a807ee1b932df6c2" providerId="LiveId" clId="{BEBE251C-7599-4391-ABB1-20AC427F0AE6}" dt="2025-03-18T01:42:35.472" v="5231" actId="20577"/>
          <ac:spMkLst>
            <pc:docMk/>
            <pc:sldMk cId="601808791" sldId="279"/>
            <ac:spMk id="2" creationId="{00000000-0000-0000-0000-000000000000}"/>
          </ac:spMkLst>
        </pc:spChg>
      </pc:sldChg>
      <pc:sldChg chg="addSp modSp new mod">
        <pc:chgData name="仕明 張" userId="a807ee1b932df6c2" providerId="LiveId" clId="{BEBE251C-7599-4391-ABB1-20AC427F0AE6}" dt="2025-03-18T02:28:12.819" v="5630" actId="20577"/>
        <pc:sldMkLst>
          <pc:docMk/>
          <pc:sldMk cId="3457838323" sldId="280"/>
        </pc:sldMkLst>
        <pc:spChg chg="mod">
          <ac:chgData name="仕明 張" userId="a807ee1b932df6c2" providerId="LiveId" clId="{BEBE251C-7599-4391-ABB1-20AC427F0AE6}" dt="2025-03-18T02:23:58.729" v="5314" actId="20577"/>
          <ac:spMkLst>
            <pc:docMk/>
            <pc:sldMk cId="3457838323" sldId="280"/>
            <ac:spMk id="2" creationId="{7C4106E3-7CD4-5229-6CE8-7E2A6FEA7844}"/>
          </ac:spMkLst>
        </pc:spChg>
        <pc:spChg chg="mod">
          <ac:chgData name="仕明 張" userId="a807ee1b932df6c2" providerId="LiveId" clId="{BEBE251C-7599-4391-ABB1-20AC427F0AE6}" dt="2025-03-18T02:28:12.819" v="5630" actId="20577"/>
          <ac:spMkLst>
            <pc:docMk/>
            <pc:sldMk cId="3457838323" sldId="280"/>
            <ac:spMk id="3" creationId="{F38D44FD-C8FE-E2D9-27B4-C229A32AB5D5}"/>
          </ac:spMkLst>
        </pc:spChg>
        <pc:spChg chg="add mod">
          <ac:chgData name="仕明 張" userId="a807ee1b932df6c2" providerId="LiveId" clId="{BEBE251C-7599-4391-ABB1-20AC427F0AE6}" dt="2025-03-18T02:25:53.212" v="5547" actId="207"/>
          <ac:spMkLst>
            <pc:docMk/>
            <pc:sldMk cId="3457838323" sldId="280"/>
            <ac:spMk id="6" creationId="{011B0593-20DF-206E-E04D-129AEB10620C}"/>
          </ac:spMkLst>
        </pc:spChg>
        <pc:picChg chg="add mod">
          <ac:chgData name="仕明 張" userId="a807ee1b932df6c2" providerId="LiveId" clId="{BEBE251C-7599-4391-ABB1-20AC427F0AE6}" dt="2025-03-18T02:26:19.734" v="5551" actId="14100"/>
          <ac:picMkLst>
            <pc:docMk/>
            <pc:sldMk cId="3457838323" sldId="280"/>
            <ac:picMk id="5" creationId="{8193F6DE-CA2F-3BF7-0A87-A8773F26BAE2}"/>
          </ac:picMkLst>
        </pc:picChg>
      </pc:sldChg>
      <pc:sldChg chg="addSp delSp modSp new mod">
        <pc:chgData name="仕明 張" userId="a807ee1b932df6c2" providerId="LiveId" clId="{BEBE251C-7599-4391-ABB1-20AC427F0AE6}" dt="2025-03-18T02:54:36.196" v="6448" actId="20577"/>
        <pc:sldMkLst>
          <pc:docMk/>
          <pc:sldMk cId="654838778" sldId="281"/>
        </pc:sldMkLst>
        <pc:spChg chg="mod">
          <ac:chgData name="仕明 張" userId="a807ee1b932df6c2" providerId="LiveId" clId="{BEBE251C-7599-4391-ABB1-20AC427F0AE6}" dt="2025-03-18T02:38:58.412" v="5882" actId="20577"/>
          <ac:spMkLst>
            <pc:docMk/>
            <pc:sldMk cId="654838778" sldId="281"/>
            <ac:spMk id="2" creationId="{3C799F7E-0BB7-BEDA-54FE-8112EC7D0AD3}"/>
          </ac:spMkLst>
        </pc:spChg>
        <pc:spChg chg="mod">
          <ac:chgData name="仕明 張" userId="a807ee1b932df6c2" providerId="LiveId" clId="{BEBE251C-7599-4391-ABB1-20AC427F0AE6}" dt="2025-03-18T02:54:36.196" v="6448" actId="20577"/>
          <ac:spMkLst>
            <pc:docMk/>
            <pc:sldMk cId="654838778" sldId="281"/>
            <ac:spMk id="3" creationId="{480E1E49-CFDD-C116-DCBF-392F33E5F8FB}"/>
          </ac:spMkLst>
        </pc:spChg>
        <pc:picChg chg="add mod">
          <ac:chgData name="仕明 張" userId="a807ee1b932df6c2" providerId="LiveId" clId="{BEBE251C-7599-4391-ABB1-20AC427F0AE6}" dt="2025-03-18T02:52:21.109" v="6313" actId="1076"/>
          <ac:picMkLst>
            <pc:docMk/>
            <pc:sldMk cId="654838778" sldId="281"/>
            <ac:picMk id="5" creationId="{957241BA-FDA8-AE53-8BCA-4C305BF8ACEA}"/>
          </ac:picMkLst>
        </pc:picChg>
        <pc:picChg chg="add del mod">
          <ac:chgData name="仕明 張" userId="a807ee1b932df6c2" providerId="LiveId" clId="{BEBE251C-7599-4391-ABB1-20AC427F0AE6}" dt="2025-03-18T02:52:50.393" v="6363" actId="478"/>
          <ac:picMkLst>
            <pc:docMk/>
            <pc:sldMk cId="654838778" sldId="281"/>
            <ac:picMk id="6" creationId="{197FE176-793F-DCB9-888E-2ABBD3D4CA78}"/>
          </ac:picMkLst>
        </pc:picChg>
        <pc:picChg chg="add mod">
          <ac:chgData name="仕明 張" userId="a807ee1b932df6c2" providerId="LiveId" clId="{BEBE251C-7599-4391-ABB1-20AC427F0AE6}" dt="2025-03-18T02:54:01.757" v="6365" actId="1076"/>
          <ac:picMkLst>
            <pc:docMk/>
            <pc:sldMk cId="654838778" sldId="281"/>
            <ac:picMk id="8" creationId="{2118899F-CDE7-923E-0010-DA0ABA7C7A65}"/>
          </ac:picMkLst>
        </pc:picChg>
      </pc:sldChg>
      <pc:sldChg chg="modSp new mod">
        <pc:chgData name="仕明 張" userId="a807ee1b932df6c2" providerId="LiveId" clId="{BEBE251C-7599-4391-ABB1-20AC427F0AE6}" dt="2025-03-18T02:47:15.407" v="6310" actId="20577"/>
        <pc:sldMkLst>
          <pc:docMk/>
          <pc:sldMk cId="2110440193" sldId="282"/>
        </pc:sldMkLst>
        <pc:spChg chg="mod">
          <ac:chgData name="仕明 張" userId="a807ee1b932df6c2" providerId="LiveId" clId="{BEBE251C-7599-4391-ABB1-20AC427F0AE6}" dt="2025-03-18T02:39:00.557" v="5883"/>
          <ac:spMkLst>
            <pc:docMk/>
            <pc:sldMk cId="2110440193" sldId="282"/>
            <ac:spMk id="2" creationId="{DDDBAE2F-A677-112C-59EB-57CA4CAF4A31}"/>
          </ac:spMkLst>
        </pc:spChg>
        <pc:spChg chg="mod">
          <ac:chgData name="仕明 張" userId="a807ee1b932df6c2" providerId="LiveId" clId="{BEBE251C-7599-4391-ABB1-20AC427F0AE6}" dt="2025-03-18T02:47:15.407" v="6310" actId="20577"/>
          <ac:spMkLst>
            <pc:docMk/>
            <pc:sldMk cId="2110440193" sldId="282"/>
            <ac:spMk id="3" creationId="{F53ABE08-3BFA-B8E6-7E29-9C40527779FE}"/>
          </ac:spMkLst>
        </pc:spChg>
      </pc:sldChg>
      <pc:sldChg chg="modSp new del mod">
        <pc:chgData name="仕明 張" userId="a807ee1b932df6c2" providerId="LiveId" clId="{BEBE251C-7599-4391-ABB1-20AC427F0AE6}" dt="2025-03-18T02:34:48.061" v="5657" actId="680"/>
        <pc:sldMkLst>
          <pc:docMk/>
          <pc:sldMk cId="3450622501" sldId="282"/>
        </pc:sldMkLst>
        <pc:spChg chg="mod">
          <ac:chgData name="仕明 張" userId="a807ee1b932df6c2" providerId="LiveId" clId="{BEBE251C-7599-4391-ABB1-20AC427F0AE6}" dt="2025-03-18T02:34:47.753" v="5656" actId="20577"/>
          <ac:spMkLst>
            <pc:docMk/>
            <pc:sldMk cId="3450622501" sldId="282"/>
            <ac:spMk id="2" creationId="{6798D7EB-32E6-8712-E01B-6515B22A00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14</a:t>
            </a:r>
            <a:br>
              <a:rPr lang="en-US" altLang="zh-TW" dirty="0"/>
            </a:br>
            <a:r>
              <a:rPr lang="en-US" altLang="zh-TW" dirty="0"/>
              <a:t>UI</a:t>
            </a:r>
            <a:r>
              <a:rPr lang="zh-TW" altLang="en-US" dirty="0"/>
              <a:t>製作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20815F-F1B8-2120-A925-134DBF6D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UnityUI</a:t>
            </a:r>
            <a:r>
              <a:rPr lang="en-US" altLang="zh-TW" dirty="0"/>
              <a:t> (UGUI)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0E6163-2265-B2F1-39B6-3F97DEC16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課程中使用的為</a:t>
            </a:r>
            <a:r>
              <a:rPr lang="en-US" altLang="zh-TW" dirty="0" err="1"/>
              <a:t>UnityUI</a:t>
            </a:r>
            <a:r>
              <a:rPr lang="en-US" altLang="zh-TW" dirty="0"/>
              <a:t> (</a:t>
            </a:r>
            <a:r>
              <a:rPr lang="zh-TW" altLang="en-US" dirty="0"/>
              <a:t>簡稱</a:t>
            </a:r>
            <a:r>
              <a:rPr lang="en-US" altLang="zh-TW" dirty="0"/>
              <a:t>UGUI)</a:t>
            </a:r>
          </a:p>
          <a:p>
            <a:pPr lvl="1"/>
            <a:r>
              <a:rPr lang="zh-TW" altLang="en-US" dirty="0"/>
              <a:t>其他常見的</a:t>
            </a:r>
            <a:r>
              <a:rPr lang="en-US" altLang="zh-TW" dirty="0" err="1"/>
              <a:t>UnityUI</a:t>
            </a:r>
            <a:r>
              <a:rPr lang="zh-TW" altLang="en-US" dirty="0"/>
              <a:t>方式有</a:t>
            </a:r>
            <a:endParaRPr lang="en-US" altLang="zh-TW" dirty="0"/>
          </a:p>
          <a:p>
            <a:pPr lvl="1"/>
            <a:r>
              <a:rPr lang="en-US" altLang="zh-TW" sz="2400" dirty="0"/>
              <a:t>GUI(</a:t>
            </a:r>
            <a:r>
              <a:rPr lang="zh-TW" altLang="en-US" sz="2400" dirty="0"/>
              <a:t>編輯器用</a:t>
            </a:r>
            <a:r>
              <a:rPr lang="en-US" altLang="zh-TW" sz="2400" dirty="0"/>
              <a:t>)</a:t>
            </a:r>
            <a:r>
              <a:rPr lang="zh-TW" altLang="en-US" sz="2400" dirty="0"/>
              <a:t>、</a:t>
            </a:r>
            <a:r>
              <a:rPr lang="en-US" altLang="zh-TW" sz="2400" dirty="0"/>
              <a:t>NGUI(UGUI</a:t>
            </a:r>
            <a:r>
              <a:rPr lang="zh-TW" altLang="en-US" sz="2400" dirty="0"/>
              <a:t>前身</a:t>
            </a:r>
            <a:r>
              <a:rPr lang="en-US" altLang="zh-TW" sz="2400" dirty="0"/>
              <a:t>)</a:t>
            </a:r>
            <a:r>
              <a:rPr lang="zh-TW" altLang="en-US" sz="2400" dirty="0"/>
              <a:t>、</a:t>
            </a:r>
            <a:r>
              <a:rPr lang="en-US" altLang="zh-TW" sz="2400" dirty="0"/>
              <a:t>UI</a:t>
            </a:r>
            <a:r>
              <a:rPr lang="zh-TW" altLang="en-US" sz="2400" dirty="0"/>
              <a:t> </a:t>
            </a:r>
            <a:r>
              <a:rPr lang="en-US" altLang="zh-TW" sz="2400" dirty="0"/>
              <a:t>Toolkit(6.0</a:t>
            </a:r>
            <a:r>
              <a:rPr lang="zh-TW" altLang="en-US" sz="2400" dirty="0"/>
              <a:t>最新</a:t>
            </a:r>
            <a:r>
              <a:rPr lang="en-US" altLang="zh-TW" sz="2400" dirty="0"/>
              <a:t>)</a:t>
            </a:r>
          </a:p>
          <a:p>
            <a:pPr lvl="1"/>
            <a:endParaRPr lang="en-US" altLang="zh-TW" sz="2400" dirty="0"/>
          </a:p>
          <a:p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11639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3A3B7-3874-E678-CA23-123368CD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UI</a:t>
            </a:r>
            <a:r>
              <a:rPr lang="zh-TW" altLang="en-US" dirty="0"/>
              <a:t>物件的特色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D89C0-9948-5834-D642-5633B3E28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如何開始：場景中新增任意的</a:t>
            </a:r>
            <a:r>
              <a:rPr lang="en-US" altLang="zh-TW" dirty="0"/>
              <a:t>UI</a:t>
            </a:r>
            <a:r>
              <a:rPr lang="zh-TW" altLang="en-US" dirty="0"/>
              <a:t>物件 </a:t>
            </a:r>
            <a:r>
              <a:rPr lang="en-US" altLang="zh-TW" dirty="0"/>
              <a:t>(</a:t>
            </a:r>
            <a:r>
              <a:rPr lang="zh-TW" altLang="en-US" dirty="0"/>
              <a:t>推薦圖片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</a:t>
            </a:r>
            <a:r>
              <a:rPr lang="en-US" altLang="zh-TW" dirty="0" err="1"/>
              <a:t>RectTransform</a:t>
            </a:r>
            <a:r>
              <a:rPr lang="zh-TW" altLang="en-US" dirty="0"/>
              <a:t>而非</a:t>
            </a:r>
            <a:r>
              <a:rPr lang="en-US" altLang="zh-TW" dirty="0"/>
              <a:t>Transform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必須在</a:t>
            </a:r>
            <a:r>
              <a:rPr lang="en-US" altLang="zh-TW" dirty="0"/>
              <a:t>Canvas</a:t>
            </a:r>
            <a:r>
              <a:rPr lang="zh-TW" altLang="en-US" dirty="0"/>
              <a:t>的子物件才能被顯示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DC4945-CCEE-E763-BCC0-1294812F3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212976"/>
            <a:ext cx="422016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9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F62673-B48E-AE8D-5EFC-33362A7F3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altLang="zh-TW" dirty="0" err="1"/>
              <a:t>RectTransform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784A9C-E857-AE5B-5FE1-99D33FEA7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Anchor </a:t>
            </a:r>
            <a:r>
              <a:rPr lang="zh-TW" altLang="en-US" dirty="0"/>
              <a:t>錨點</a:t>
            </a:r>
            <a:endParaRPr lang="en-US" altLang="zh-TW" dirty="0"/>
          </a:p>
          <a:p>
            <a:r>
              <a:rPr lang="en-US" altLang="zh-TW" dirty="0"/>
              <a:t>Pivot</a:t>
            </a:r>
            <a:r>
              <a:rPr lang="zh-TW" altLang="en-US" dirty="0"/>
              <a:t> 支點</a:t>
            </a:r>
            <a:endParaRPr lang="en-US" altLang="zh-TW" dirty="0"/>
          </a:p>
          <a:p>
            <a:pPr lvl="1"/>
            <a:r>
              <a:rPr lang="zh-TW" altLang="en-US" dirty="0"/>
              <a:t>使用的數值通常為</a:t>
            </a:r>
            <a:r>
              <a:rPr lang="en-US" altLang="zh-TW" dirty="0"/>
              <a:t>0.0~1.0</a:t>
            </a:r>
          </a:p>
          <a:p>
            <a:endParaRPr lang="en-US" altLang="zh-TW" dirty="0"/>
          </a:p>
          <a:p>
            <a:r>
              <a:rPr lang="zh-TW" altLang="en-US" dirty="0"/>
              <a:t>可以想像先以子物件的</a:t>
            </a:r>
            <a:r>
              <a:rPr lang="en-US" altLang="zh-TW" dirty="0"/>
              <a:t>Pivot</a:t>
            </a:r>
            <a:r>
              <a:rPr lang="zh-TW" altLang="en-US" dirty="0"/>
              <a:t> 釘在 父物件的</a:t>
            </a:r>
            <a:r>
              <a:rPr lang="en-US" altLang="zh-TW" dirty="0"/>
              <a:t>Anchor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6544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46F7A-9FC4-3B9F-4A3F-3E8472F2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altLang="zh-TW" dirty="0" err="1"/>
              <a:t>RectTransform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D019A-3B00-4EE3-A1AD-BA5508AE7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然後再套用其他數值</a:t>
            </a:r>
            <a:endParaRPr lang="en-US" altLang="zh-TW" dirty="0"/>
          </a:p>
          <a:p>
            <a:pPr lvl="1"/>
            <a:r>
              <a:rPr lang="zh-TW" altLang="en-US" dirty="0"/>
              <a:t>位置</a:t>
            </a:r>
            <a:r>
              <a:rPr lang="en-US" altLang="zh-TW" dirty="0"/>
              <a:t>(</a:t>
            </a:r>
            <a:r>
              <a:rPr lang="en-US" altLang="zh-TW" dirty="0" err="1"/>
              <a:t>PosX,PosY</a:t>
            </a:r>
            <a:r>
              <a:rPr lang="zh-TW" altLang="en-US" dirty="0"/>
              <a:t>等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長寬 </a:t>
            </a:r>
            <a:r>
              <a:rPr lang="en-US" altLang="zh-TW" dirty="0"/>
              <a:t>(</a:t>
            </a:r>
            <a:r>
              <a:rPr lang="en-US" altLang="zh-TW" dirty="0" err="1"/>
              <a:t>Height,Width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轉動 </a:t>
            </a:r>
            <a:r>
              <a:rPr lang="en-US" altLang="zh-TW" dirty="0"/>
              <a:t>(Rotation)</a:t>
            </a:r>
          </a:p>
          <a:p>
            <a:pPr lvl="1"/>
            <a:r>
              <a:rPr lang="zh-TW" altLang="en-US" dirty="0"/>
              <a:t>縮放 </a:t>
            </a:r>
            <a:r>
              <a:rPr lang="en-US" altLang="zh-TW" dirty="0"/>
              <a:t>(Scale)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498381-E428-D742-CB7D-776AB94C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636" y="4509120"/>
            <a:ext cx="422016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使用的圖片必須切換為</a:t>
            </a:r>
            <a:r>
              <a:rPr lang="en-US" altLang="zh-TW" dirty="0"/>
              <a:t>Sprite (2D and UI)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可以調整 材質</a:t>
            </a:r>
            <a:r>
              <a:rPr lang="en-US" altLang="zh-TW" dirty="0"/>
              <a:t>Material</a:t>
            </a:r>
            <a:r>
              <a:rPr lang="zh-TW" altLang="en-US" dirty="0"/>
              <a:t>，預設為</a:t>
            </a:r>
            <a:r>
              <a:rPr lang="en-US" altLang="zh-TW" dirty="0"/>
              <a:t>Sprite default</a:t>
            </a:r>
            <a:r>
              <a:rPr lang="zh-TW" altLang="en-US" dirty="0"/>
              <a:t>，可以額外調整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Preserved Aspect</a:t>
            </a:r>
          </a:p>
          <a:p>
            <a:r>
              <a:rPr lang="en-US" altLang="zh-TW" dirty="0"/>
              <a:t>Image Type</a:t>
            </a:r>
          </a:p>
          <a:p>
            <a:pPr lvl="1"/>
            <a:r>
              <a:rPr lang="en-US" altLang="zh-TW" dirty="0"/>
              <a:t>Simple</a:t>
            </a:r>
          </a:p>
          <a:p>
            <a:pPr lvl="1"/>
            <a:r>
              <a:rPr lang="en-US" altLang="zh-TW" dirty="0"/>
              <a:t>Tiled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737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Image Type </a:t>
            </a:r>
            <a:r>
              <a:rPr lang="zh-TW" altLang="en-US" dirty="0"/>
              <a:t>： </a:t>
            </a:r>
            <a:r>
              <a:rPr lang="en-US" altLang="zh-TW" dirty="0"/>
              <a:t>Sliced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必須要在圖片中使用</a:t>
            </a:r>
            <a:r>
              <a:rPr lang="en-US" altLang="zh-TW" dirty="0"/>
              <a:t>Sprite Editor</a:t>
            </a:r>
            <a:r>
              <a:rPr lang="zh-TW" altLang="en-US" dirty="0"/>
              <a:t>設置邊界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Fill Center</a:t>
            </a:r>
          </a:p>
          <a:p>
            <a:r>
              <a:rPr lang="en-US" altLang="zh-TW" dirty="0"/>
              <a:t>Pixels Per Unit Multiplier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需要縮放的</a:t>
            </a:r>
            <a:r>
              <a:rPr lang="en-US" altLang="zh-TW" dirty="0"/>
              <a:t>UI</a:t>
            </a:r>
            <a:r>
              <a:rPr lang="zh-TW" altLang="en-US" dirty="0"/>
              <a:t>使用</a:t>
            </a:r>
            <a:r>
              <a:rPr lang="en-US" altLang="zh-TW" dirty="0"/>
              <a:t>Sliced</a:t>
            </a:r>
            <a:r>
              <a:rPr lang="zh-TW" altLang="en-US" dirty="0"/>
              <a:t>可以使縮放更正常</a:t>
            </a:r>
          </a:p>
        </p:txBody>
      </p:sp>
    </p:spTree>
    <p:extLst>
      <p:ext uri="{BB962C8B-B14F-4D97-AF65-F5344CB8AC3E}">
        <p14:creationId xmlns:p14="http://schemas.microsoft.com/office/powerpoint/2010/main" val="345900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25929-EE20-7686-8B6F-900FA22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A3DF7B-B72A-DED4-C006-D0A94B686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特殊用法，角色血條、技能冷卻</a:t>
            </a:r>
            <a:endParaRPr lang="en-US" altLang="zh-TW" dirty="0"/>
          </a:p>
          <a:p>
            <a:r>
              <a:rPr lang="en-US" altLang="zh-TW" dirty="0"/>
              <a:t>Image Type </a:t>
            </a:r>
            <a:r>
              <a:rPr lang="zh-TW" altLang="en-US" dirty="0"/>
              <a:t>： </a:t>
            </a:r>
            <a:r>
              <a:rPr lang="en-US" altLang="zh-TW" dirty="0"/>
              <a:t>Filled</a:t>
            </a:r>
          </a:p>
          <a:p>
            <a:endParaRPr lang="en-US" altLang="zh-TW" dirty="0"/>
          </a:p>
          <a:p>
            <a:r>
              <a:rPr lang="en-US" altLang="zh-TW" dirty="0"/>
              <a:t>Fill Method</a:t>
            </a:r>
            <a:r>
              <a:rPr lang="zh-TW" altLang="en-US" dirty="0"/>
              <a:t>的調整</a:t>
            </a:r>
            <a:endParaRPr lang="en-US" altLang="zh-TW" dirty="0"/>
          </a:p>
          <a:p>
            <a:pPr lvl="1"/>
            <a:r>
              <a:rPr lang="zh-TW" altLang="en-US" dirty="0"/>
              <a:t>角色血條：</a:t>
            </a:r>
            <a:r>
              <a:rPr lang="en-US" altLang="zh-TW" dirty="0"/>
              <a:t>Horizontal Left</a:t>
            </a:r>
          </a:p>
          <a:p>
            <a:pPr lvl="1"/>
            <a:r>
              <a:rPr lang="zh-TW" altLang="en-US" dirty="0"/>
              <a:t>技能冷卻：</a:t>
            </a:r>
            <a:r>
              <a:rPr lang="en-US" altLang="zh-TW" dirty="0"/>
              <a:t>Radial 360</a:t>
            </a:r>
          </a:p>
        </p:txBody>
      </p:sp>
    </p:spTree>
    <p:extLst>
      <p:ext uri="{BB962C8B-B14F-4D97-AF65-F5344CB8AC3E}">
        <p14:creationId xmlns:p14="http://schemas.microsoft.com/office/powerpoint/2010/main" val="112952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目前的文字會盡量使用</a:t>
            </a:r>
            <a:r>
              <a:rPr lang="en-US" altLang="zh-TW" dirty="0" err="1"/>
              <a:t>TextMeshPro</a:t>
            </a:r>
            <a:r>
              <a:rPr lang="zh-TW" altLang="en-US" dirty="0"/>
              <a:t>的版本</a:t>
            </a:r>
            <a:endParaRPr lang="en-US" altLang="zh-TW" dirty="0"/>
          </a:p>
          <a:p>
            <a:pPr lvl="1"/>
            <a:r>
              <a:rPr lang="zh-TW" altLang="en-US" dirty="0"/>
              <a:t>第一次使用慧要求你安裝</a:t>
            </a:r>
            <a:r>
              <a:rPr lang="en-US" altLang="zh-TW" dirty="0"/>
              <a:t>TMP</a:t>
            </a:r>
            <a:r>
              <a:rPr lang="zh-TW" altLang="en-US" dirty="0"/>
              <a:t>功能</a:t>
            </a:r>
            <a:endParaRPr lang="en-US" altLang="zh-TW" dirty="0"/>
          </a:p>
          <a:p>
            <a:pPr lvl="1"/>
            <a:r>
              <a:rPr lang="en-US" altLang="zh-TW" dirty="0"/>
              <a:t>TMP</a:t>
            </a:r>
            <a:r>
              <a:rPr lang="zh-TW" altLang="en-US" dirty="0"/>
              <a:t>系統的文字會比較好看，但是中文</a:t>
            </a:r>
            <a:r>
              <a:rPr lang="en-US" altLang="zh-TW" dirty="0"/>
              <a:t>(</a:t>
            </a:r>
            <a:r>
              <a:rPr lang="zh-TW" altLang="en-US" dirty="0"/>
              <a:t>文字的種類較多的語文</a:t>
            </a:r>
            <a:r>
              <a:rPr lang="en-US" altLang="zh-TW" dirty="0"/>
              <a:t>) </a:t>
            </a:r>
            <a:r>
              <a:rPr lang="zh-TW" altLang="en-US" dirty="0"/>
              <a:t>使用上比較麻煩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有許多文字相關的設定，如粗體</a:t>
            </a:r>
            <a:r>
              <a:rPr lang="zh-TW" altLang="en-US"/>
              <a:t>、大小、對齊</a:t>
            </a:r>
            <a:endParaRPr lang="en-US" altLang="zh-TW" dirty="0"/>
          </a:p>
          <a:p>
            <a:r>
              <a:rPr lang="en-US" altLang="zh-TW" dirty="0" err="1"/>
              <a:t>RichText</a:t>
            </a:r>
            <a:r>
              <a:rPr lang="zh-TW" altLang="en-US" dirty="0"/>
              <a:t>打開的狀況下，可以使用類似</a:t>
            </a:r>
            <a:r>
              <a:rPr lang="en-US" altLang="zh-TW" dirty="0"/>
              <a:t>html</a:t>
            </a:r>
            <a:r>
              <a:rPr lang="zh-TW" altLang="en-US" dirty="0"/>
              <a:t>的語法來修改部分的顏色</a:t>
            </a:r>
            <a:r>
              <a:rPr lang="en-US" altLang="zh-TW" dirty="0"/>
              <a:t>(&lt;color&gt;&lt;/color&gt;)</a:t>
            </a:r>
          </a:p>
        </p:txBody>
      </p:sp>
    </p:spTree>
    <p:extLst>
      <p:ext uri="{BB962C8B-B14F-4D97-AF65-F5344CB8AC3E}">
        <p14:creationId xmlns:p14="http://schemas.microsoft.com/office/powerpoint/2010/main" val="4156717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目前的文字會盡量使用</a:t>
            </a:r>
            <a:r>
              <a:rPr lang="en-US" altLang="zh-TW" dirty="0" err="1"/>
              <a:t>TextMeshPro</a:t>
            </a:r>
            <a:r>
              <a:rPr lang="zh-TW" altLang="en-US" dirty="0"/>
              <a:t>的版本</a:t>
            </a:r>
            <a:endParaRPr lang="en-US" altLang="zh-TW" dirty="0"/>
          </a:p>
          <a:p>
            <a:pPr lvl="1"/>
            <a:r>
              <a:rPr lang="zh-TW" altLang="en-US" dirty="0"/>
              <a:t>第一次使用會要求你安裝</a:t>
            </a:r>
            <a:r>
              <a:rPr lang="en-US" altLang="zh-TW" dirty="0"/>
              <a:t>TMP</a:t>
            </a:r>
            <a:r>
              <a:rPr lang="zh-TW" altLang="en-US" dirty="0"/>
              <a:t>功能</a:t>
            </a:r>
            <a:endParaRPr lang="en-US" altLang="zh-TW" dirty="0"/>
          </a:p>
          <a:p>
            <a:pPr lvl="1"/>
            <a:r>
              <a:rPr lang="en-US" altLang="zh-TW" dirty="0"/>
              <a:t>TMP</a:t>
            </a:r>
            <a:r>
              <a:rPr lang="zh-TW" altLang="en-US" dirty="0"/>
              <a:t>系統的文字會比較好看，但是中文</a:t>
            </a:r>
            <a:r>
              <a:rPr lang="en-US" altLang="zh-TW" dirty="0"/>
              <a:t>(</a:t>
            </a:r>
            <a:r>
              <a:rPr lang="zh-TW" altLang="en-US" dirty="0"/>
              <a:t>文字的種類較多的語文</a:t>
            </a:r>
            <a:r>
              <a:rPr lang="en-US" altLang="zh-TW" dirty="0"/>
              <a:t>) </a:t>
            </a:r>
            <a:r>
              <a:rPr lang="zh-TW" altLang="en-US" dirty="0"/>
              <a:t>使用上比較麻煩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Text</a:t>
            </a:r>
            <a:r>
              <a:rPr lang="zh-TW" altLang="en-US" dirty="0"/>
              <a:t>中，有大量的文字相關的屬性可調整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369A8B-4F6B-E793-C7D3-FC019CED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61" y="2420888"/>
            <a:ext cx="3076301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使用中文文字，必須將字型放入遊戲中，可以使用</a:t>
            </a:r>
            <a:r>
              <a:rPr lang="en-US" altLang="zh-TW" dirty="0"/>
              <a:t>Windows</a:t>
            </a:r>
            <a:r>
              <a:rPr lang="zh-TW" altLang="en-US" dirty="0"/>
              <a:t>內建字型</a:t>
            </a:r>
            <a:r>
              <a:rPr lang="en-US" altLang="zh-TW" dirty="0"/>
              <a:t>(C:\Windows\Fonts)</a:t>
            </a:r>
            <a:r>
              <a:rPr lang="zh-TW" altLang="en-US" dirty="0"/>
              <a:t>或可商用字型來製作。</a:t>
            </a:r>
            <a:endParaRPr lang="en-US" altLang="zh-TW" dirty="0"/>
          </a:p>
          <a:p>
            <a:pPr lvl="1"/>
            <a:r>
              <a:rPr lang="zh-TW" altLang="en-US" dirty="0"/>
              <a:t>傳入字型</a:t>
            </a:r>
            <a:endParaRPr lang="en-US" altLang="zh-TW" dirty="0"/>
          </a:p>
          <a:p>
            <a:pPr lvl="1"/>
            <a:r>
              <a:rPr lang="zh-TW" altLang="en-US" dirty="0"/>
              <a:t>選擇字型後右鍵 </a:t>
            </a:r>
            <a:r>
              <a:rPr lang="en-US" altLang="zh-TW" dirty="0"/>
              <a:t>Create/</a:t>
            </a:r>
            <a:r>
              <a:rPr lang="en-US" altLang="zh-TW" dirty="0" err="1"/>
              <a:t>TextMeshPro</a:t>
            </a:r>
            <a:r>
              <a:rPr lang="en-US" altLang="zh-TW" dirty="0"/>
              <a:t>/Font Asset</a:t>
            </a:r>
          </a:p>
          <a:p>
            <a:pPr lvl="1"/>
            <a:r>
              <a:rPr lang="en-US" altLang="zh-TW" dirty="0"/>
              <a:t>Atlas Population Mode</a:t>
            </a:r>
            <a:r>
              <a:rPr lang="zh-TW" altLang="en-US" dirty="0"/>
              <a:t>中維持</a:t>
            </a:r>
            <a:r>
              <a:rPr lang="en-US" altLang="zh-TW" dirty="0"/>
              <a:t>Dynamic</a:t>
            </a:r>
            <a:r>
              <a:rPr lang="zh-TW" altLang="en-US" dirty="0"/>
              <a:t>可方便使用中文</a:t>
            </a:r>
            <a:endParaRPr lang="en-US" altLang="zh-TW" dirty="0"/>
          </a:p>
          <a:p>
            <a:pPr lvl="2"/>
            <a:r>
              <a:rPr lang="zh-TW" altLang="en-US" dirty="0"/>
              <a:t>固定 與 變動 </a:t>
            </a:r>
            <a:r>
              <a:rPr lang="en-US" altLang="zh-TW" dirty="0"/>
              <a:t>(</a:t>
            </a:r>
            <a:r>
              <a:rPr lang="zh-TW" altLang="en-US" dirty="0"/>
              <a:t>如：玩家可自行輸入名字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946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新建一個</a:t>
            </a:r>
            <a:r>
              <a:rPr lang="en-US" altLang="zh-TW" dirty="0"/>
              <a:t>Button</a:t>
            </a:r>
            <a:r>
              <a:rPr lang="zh-TW" altLang="en-US" dirty="0"/>
              <a:t>後，實際上由兩部分組成</a:t>
            </a:r>
            <a:endParaRPr lang="en-US" altLang="zh-TW" dirty="0"/>
          </a:p>
          <a:p>
            <a:pPr lvl="1"/>
            <a:r>
              <a:rPr lang="zh-TW" altLang="en-US" dirty="0"/>
              <a:t>圖片</a:t>
            </a:r>
            <a:endParaRPr lang="en-US" altLang="zh-TW" dirty="0"/>
          </a:p>
          <a:p>
            <a:pPr lvl="1"/>
            <a:r>
              <a:rPr lang="zh-TW" altLang="en-US" dirty="0"/>
              <a:t>文字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圖片上除</a:t>
            </a:r>
            <a:r>
              <a:rPr lang="en-US" altLang="zh-TW" dirty="0"/>
              <a:t>Image</a:t>
            </a:r>
            <a:r>
              <a:rPr lang="zh-TW" altLang="en-US" dirty="0"/>
              <a:t>以外，掛有另外一個元件</a:t>
            </a:r>
            <a:r>
              <a:rPr lang="en-US" altLang="zh-TW" dirty="0"/>
              <a:t>Button</a:t>
            </a:r>
          </a:p>
          <a:p>
            <a:pPr lvl="1"/>
            <a:r>
              <a:rPr lang="zh-TW" altLang="en-US" dirty="0"/>
              <a:t>這是實際上按鈕運作的功能元件</a:t>
            </a:r>
            <a:endParaRPr lang="en-US" altLang="zh-TW" dirty="0"/>
          </a:p>
          <a:p>
            <a:pPr lvl="1"/>
            <a:r>
              <a:rPr lang="zh-TW" altLang="en-US" dirty="0"/>
              <a:t>視狀況，可以去除掉圖片或文字，但是必須留有任何一個</a:t>
            </a:r>
            <a:r>
              <a:rPr lang="en-US" altLang="zh-TW" dirty="0" err="1"/>
              <a:t>Raycast</a:t>
            </a:r>
            <a:r>
              <a:rPr lang="en-US" altLang="zh-TW" dirty="0"/>
              <a:t> Target</a:t>
            </a:r>
            <a:r>
              <a:rPr lang="zh-TW" altLang="en-US" dirty="0"/>
              <a:t>，按鈕才能被觸發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DE090B-7440-7B3D-7C13-E7FD01F6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780928"/>
            <a:ext cx="3166290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136904" cy="4325112"/>
          </a:xfrm>
        </p:spPr>
        <p:txBody>
          <a:bodyPr/>
          <a:lstStyle/>
          <a:p>
            <a:r>
              <a:rPr lang="zh-TW" altLang="en-US" dirty="0"/>
              <a:t>處理</a:t>
            </a:r>
            <a:r>
              <a:rPr lang="en-US" altLang="zh-TW" dirty="0"/>
              <a:t>Button</a:t>
            </a:r>
            <a:r>
              <a:rPr lang="zh-TW" altLang="en-US" dirty="0"/>
              <a:t>的按鈕事件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1</a:t>
            </a:r>
            <a:r>
              <a:rPr lang="zh-TW" altLang="en-US" dirty="0"/>
              <a:t>：</a:t>
            </a:r>
            <a:r>
              <a:rPr lang="en-US" altLang="zh-TW" dirty="0" err="1"/>
              <a:t>ScriptMachine</a:t>
            </a:r>
            <a:r>
              <a:rPr lang="zh-TW" altLang="en-US" dirty="0"/>
              <a:t>中找到</a:t>
            </a:r>
            <a:r>
              <a:rPr lang="en-US" altLang="zh-TW" dirty="0" err="1"/>
              <a:t>OnButtonClick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0C986B3-9CF2-F847-3135-883B3E78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4005064"/>
            <a:ext cx="3302024" cy="214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75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/>
          <a:lstStyle/>
          <a:p>
            <a:r>
              <a:rPr lang="zh-TW" altLang="en-US" dirty="0"/>
              <a:t>處理</a:t>
            </a:r>
            <a:r>
              <a:rPr lang="en-US" altLang="zh-TW" dirty="0"/>
              <a:t>Button</a:t>
            </a:r>
            <a:r>
              <a:rPr lang="zh-TW" altLang="en-US" dirty="0"/>
              <a:t>的按鈕事件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</a:t>
            </a:r>
            <a:r>
              <a:rPr lang="zh-TW" altLang="en-US" dirty="0"/>
              <a:t>：使用</a:t>
            </a:r>
            <a:r>
              <a:rPr lang="en-US" altLang="zh-TW" dirty="0" err="1"/>
              <a:t>UnityEvent</a:t>
            </a:r>
            <a:r>
              <a:rPr lang="zh-TW" altLang="en-US" dirty="0"/>
              <a:t>並且在按鈕中設定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F9E24D2-40B9-7DE8-C990-9F0ED330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4058611"/>
            <a:ext cx="4563112" cy="26864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41394C-EAED-47DF-CB5D-F782BD4F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530625"/>
            <a:ext cx="4534533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67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6E48A-22F6-52C4-BD3E-9AC6583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細談</a:t>
            </a:r>
            <a:r>
              <a:rPr lang="en-US" altLang="zh-TW" dirty="0"/>
              <a:t>Canvas</a:t>
            </a:r>
            <a:r>
              <a:rPr lang="zh-TW" altLang="en-US" dirty="0"/>
              <a:t> 運用時機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C9419-F1D3-4745-5278-D1005047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通常使用為表示一個</a:t>
            </a:r>
            <a:r>
              <a:rPr lang="en-US" altLang="zh-TW" dirty="0"/>
              <a:t>UI</a:t>
            </a:r>
            <a:r>
              <a:rPr lang="zh-TW" altLang="en-US" dirty="0"/>
              <a:t>區域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當一個</a:t>
            </a:r>
            <a:r>
              <a:rPr lang="en-US" altLang="zh-TW" dirty="0"/>
              <a:t>Canvas</a:t>
            </a:r>
            <a:r>
              <a:rPr lang="zh-TW" altLang="en-US" dirty="0"/>
              <a:t>內的任意元件有畫面上的變動，該</a:t>
            </a:r>
            <a:r>
              <a:rPr lang="en-US" altLang="zh-TW" dirty="0"/>
              <a:t>Canvas</a:t>
            </a:r>
            <a:r>
              <a:rPr lang="zh-TW" altLang="en-US" dirty="0"/>
              <a:t>需要整個重畫。因為這個原因，所以建議以下幾點：</a:t>
            </a:r>
            <a:endParaRPr lang="en-US" altLang="zh-TW" dirty="0"/>
          </a:p>
          <a:p>
            <a:pPr lvl="1"/>
            <a:r>
              <a:rPr lang="zh-TW" altLang="en-US" dirty="0"/>
              <a:t>部分動態物件可獨立一個</a:t>
            </a:r>
            <a:r>
              <a:rPr lang="en-US" altLang="zh-TW" dirty="0"/>
              <a:t>Canvas(</a:t>
            </a:r>
            <a:r>
              <a:rPr lang="zh-TW" altLang="en-US" dirty="0"/>
              <a:t>如按鈕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動態部分與靜態部分分屬不同</a:t>
            </a:r>
            <a:r>
              <a:rPr lang="en-US" altLang="zh-TW" dirty="0"/>
              <a:t>Canvas</a:t>
            </a:r>
          </a:p>
          <a:p>
            <a:pPr lvl="1"/>
            <a:r>
              <a:rPr lang="zh-TW" altLang="en-US" dirty="0"/>
              <a:t>可以以移動或關閉</a:t>
            </a:r>
            <a:r>
              <a:rPr lang="en-US" altLang="zh-TW" dirty="0"/>
              <a:t>Canvas</a:t>
            </a:r>
            <a:r>
              <a:rPr lang="zh-TW" altLang="en-US" dirty="0"/>
              <a:t>方式使其消失</a:t>
            </a:r>
          </a:p>
        </p:txBody>
      </p:sp>
    </p:spTree>
    <p:extLst>
      <p:ext uri="{BB962C8B-B14F-4D97-AF65-F5344CB8AC3E}">
        <p14:creationId xmlns:p14="http://schemas.microsoft.com/office/powerpoint/2010/main" val="4069911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6E48A-22F6-52C4-BD3E-9AC6583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細談</a:t>
            </a:r>
            <a:r>
              <a:rPr lang="en-US" altLang="zh-TW" dirty="0"/>
              <a:t>Canvas :</a:t>
            </a:r>
            <a:r>
              <a:rPr lang="zh-TW" altLang="en-US" dirty="0"/>
              <a:t> </a:t>
            </a:r>
            <a:r>
              <a:rPr lang="en-US" altLang="zh-TW" dirty="0"/>
              <a:t>Render Mode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C9419-F1D3-4745-5278-D1005047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Screen Space - Overlay</a:t>
            </a:r>
          </a:p>
          <a:p>
            <a:pPr lvl="1"/>
            <a:r>
              <a:rPr lang="zh-TW" altLang="en-US" dirty="0"/>
              <a:t>畫面一律覆蓋在最上層</a:t>
            </a:r>
            <a:endParaRPr lang="en-US" altLang="zh-TW" dirty="0"/>
          </a:p>
          <a:p>
            <a:r>
              <a:rPr lang="en-US" altLang="zh-TW" dirty="0"/>
              <a:t>Screen Space – Camera</a:t>
            </a:r>
          </a:p>
          <a:p>
            <a:pPr lvl="1"/>
            <a:r>
              <a:rPr lang="zh-TW" altLang="en-US" dirty="0"/>
              <a:t>類似於</a:t>
            </a:r>
            <a:r>
              <a:rPr lang="en-US" altLang="zh-TW" dirty="0"/>
              <a:t>Overlay</a:t>
            </a:r>
            <a:r>
              <a:rPr lang="zh-TW" altLang="en-US" dirty="0"/>
              <a:t>，但會將畫面畫在攝影機中</a:t>
            </a:r>
            <a:endParaRPr lang="en-US" altLang="zh-TW" dirty="0"/>
          </a:p>
          <a:p>
            <a:r>
              <a:rPr lang="en-US" altLang="zh-TW" dirty="0"/>
              <a:t>World Space</a:t>
            </a:r>
          </a:p>
          <a:p>
            <a:pPr lvl="1"/>
            <a:r>
              <a:rPr lang="zh-TW" altLang="en-US" dirty="0"/>
              <a:t>實際放在遊戲的座標上</a:t>
            </a:r>
            <a:endParaRPr lang="en-US" altLang="zh-TW" dirty="0"/>
          </a:p>
          <a:p>
            <a:pPr lvl="1"/>
            <a:r>
              <a:rPr lang="zh-TW" altLang="en-US" dirty="0"/>
              <a:t>通常為</a:t>
            </a:r>
            <a:r>
              <a:rPr lang="en-US" altLang="zh-TW" dirty="0"/>
              <a:t>3D</a:t>
            </a:r>
            <a:r>
              <a:rPr lang="zh-TW" altLang="en-US" dirty="0"/>
              <a:t>型</a:t>
            </a:r>
            <a:r>
              <a:rPr lang="en-US" altLang="zh-TW" dirty="0"/>
              <a:t>UI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9069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E578CF-C799-4D22-9F13-EE4EAC29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細談</a:t>
            </a:r>
            <a:r>
              <a:rPr lang="en-US" altLang="zh-TW" dirty="0"/>
              <a:t>Canvas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4E225E-375A-A3D1-1CF5-E020533C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Sort Order</a:t>
            </a:r>
            <a:r>
              <a:rPr lang="zh-TW" altLang="en-US" dirty="0"/>
              <a:t>，可決定畫面的顯示順序，</a:t>
            </a:r>
            <a:r>
              <a:rPr lang="en-US" altLang="zh-TW" dirty="0"/>
              <a:t>UI</a:t>
            </a:r>
            <a:r>
              <a:rPr lang="zh-TW" altLang="en-US" dirty="0"/>
              <a:t>與</a:t>
            </a:r>
            <a:r>
              <a:rPr lang="en-US" altLang="zh-TW" dirty="0"/>
              <a:t>2D</a:t>
            </a:r>
            <a:r>
              <a:rPr lang="zh-TW" altLang="en-US" dirty="0"/>
              <a:t>別使用</a:t>
            </a:r>
            <a:r>
              <a:rPr lang="en-US" altLang="zh-TW" dirty="0"/>
              <a:t>Z</a:t>
            </a:r>
            <a:r>
              <a:rPr lang="zh-TW" altLang="en-US" dirty="0"/>
              <a:t>值排序。</a:t>
            </a:r>
            <a:endParaRPr lang="en-US" altLang="zh-TW" dirty="0"/>
          </a:p>
          <a:p>
            <a:r>
              <a:rPr lang="en-US" altLang="zh-TW" dirty="0"/>
              <a:t>Canvas Scaler</a:t>
            </a:r>
            <a:r>
              <a:rPr lang="zh-TW" altLang="en-US" dirty="0"/>
              <a:t>，額外元件，可使用此元件來符合螢幕大小。</a:t>
            </a:r>
            <a:endParaRPr lang="en-US" altLang="zh-TW" dirty="0"/>
          </a:p>
          <a:p>
            <a:r>
              <a:rPr lang="en-US" altLang="zh-TW" dirty="0"/>
              <a:t>Graphic </a:t>
            </a:r>
            <a:r>
              <a:rPr lang="en-US" altLang="zh-TW" dirty="0" err="1"/>
              <a:t>Raycaster</a:t>
            </a:r>
            <a:r>
              <a:rPr lang="zh-TW" altLang="en-US" dirty="0"/>
              <a:t>，必須要有此元件，其下的</a:t>
            </a:r>
            <a:r>
              <a:rPr lang="en-US" altLang="zh-TW" dirty="0"/>
              <a:t>UI</a:t>
            </a:r>
            <a:r>
              <a:rPr lang="zh-TW" altLang="en-US" dirty="0"/>
              <a:t>物件才能被點選 </a:t>
            </a:r>
            <a:r>
              <a:rPr lang="en-US" altLang="zh-TW" dirty="0"/>
              <a:t>(</a:t>
            </a:r>
            <a:r>
              <a:rPr lang="zh-TW" altLang="en-US" dirty="0"/>
              <a:t>或阻擋點選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Canvas</a:t>
            </a:r>
            <a:r>
              <a:rPr lang="zh-TW" altLang="en-US" dirty="0"/>
              <a:t> </a:t>
            </a:r>
            <a:r>
              <a:rPr lang="en-US" altLang="zh-TW" dirty="0"/>
              <a:t>Group</a:t>
            </a:r>
            <a:r>
              <a:rPr lang="zh-TW" altLang="en-US" dirty="0"/>
              <a:t>，額外元件，可調整其下所有</a:t>
            </a:r>
            <a:r>
              <a:rPr lang="en-US" altLang="zh-TW" dirty="0"/>
              <a:t>UI</a:t>
            </a:r>
            <a:r>
              <a:rPr lang="zh-TW" altLang="en-US" dirty="0"/>
              <a:t>的透明度，並且也可控制所有</a:t>
            </a:r>
            <a:r>
              <a:rPr lang="en-US" altLang="zh-TW" dirty="0"/>
              <a:t>UI</a:t>
            </a:r>
            <a:r>
              <a:rPr lang="zh-TW" altLang="en-US" dirty="0"/>
              <a:t>的互動及阻擋點選相關。</a:t>
            </a:r>
          </a:p>
        </p:txBody>
      </p:sp>
    </p:spTree>
    <p:extLst>
      <p:ext uri="{BB962C8B-B14F-4D97-AF65-F5344CB8AC3E}">
        <p14:creationId xmlns:p14="http://schemas.microsoft.com/office/powerpoint/2010/main" val="2762115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14.2</a:t>
            </a:r>
            <a:br>
              <a:rPr lang="en-US" altLang="zh-TW" dirty="0"/>
            </a:br>
            <a:r>
              <a:rPr lang="zh-TW" altLang="en-US" dirty="0"/>
              <a:t>場景切換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1808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4106E3-7CD4-5229-6CE8-7E2A6FEA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加入可切換的場景</a:t>
            </a:r>
            <a:r>
              <a:rPr lang="en-US" altLang="zh-TW" dirty="0"/>
              <a:t>(Scene)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D44FD-C8FE-E2D9-27B4-C229A32A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並不是每個場景都會在可遊玩的遊戲中</a:t>
            </a:r>
            <a:endParaRPr lang="en-US" altLang="zh-TW" dirty="0"/>
          </a:p>
          <a:p>
            <a:pPr lvl="1"/>
            <a:r>
              <a:rPr lang="zh-TW" altLang="en-US" dirty="0"/>
              <a:t>測試用場景</a:t>
            </a:r>
            <a:endParaRPr lang="en-US" altLang="zh-TW" dirty="0"/>
          </a:p>
          <a:p>
            <a:pPr lvl="1"/>
            <a:r>
              <a:rPr lang="zh-TW" altLang="en-US" dirty="0"/>
              <a:t>編輯器場景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File&gt;Build Settings</a:t>
            </a:r>
          </a:p>
          <a:p>
            <a:pPr lvl="1"/>
            <a:r>
              <a:rPr lang="zh-TW" altLang="en-US" dirty="0"/>
              <a:t>上方加入場景</a:t>
            </a:r>
            <a:endParaRPr lang="en-US" altLang="zh-TW" dirty="0"/>
          </a:p>
          <a:p>
            <a:pPr lvl="1"/>
            <a:r>
              <a:rPr lang="zh-TW" altLang="en-US" dirty="0"/>
              <a:t>注意此處的編號</a:t>
            </a:r>
            <a:r>
              <a:rPr lang="en-US" altLang="zh-TW" dirty="0"/>
              <a:t>(index)</a:t>
            </a:r>
            <a:r>
              <a:rPr lang="zh-TW" altLang="en-US" dirty="0"/>
              <a:t>，</a:t>
            </a:r>
            <a:endParaRPr lang="en-US" altLang="zh-TW" dirty="0"/>
          </a:p>
          <a:p>
            <a:pPr marL="411480" lvl="1" indent="0">
              <a:buNone/>
            </a:pPr>
            <a:r>
              <a:rPr lang="zh-TW" altLang="en-US" dirty="0"/>
              <a:t>   也可調整順序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93F6DE-CA2F-3BF7-0A87-A8773F26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924944"/>
            <a:ext cx="4283968" cy="383213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011B0593-20DF-206E-E04D-129AEB10620C}"/>
              </a:ext>
            </a:extLst>
          </p:cNvPr>
          <p:cNvSpPr/>
          <p:nvPr/>
        </p:nvSpPr>
        <p:spPr>
          <a:xfrm>
            <a:off x="4788024" y="2852936"/>
            <a:ext cx="4355976" cy="1296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838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799F7E-0BB7-BEDA-54FE-8112EC7D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0E1E49-CFDD-C116-DCBF-392F33E5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249424"/>
            <a:ext cx="6122872" cy="432511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Scene Manager</a:t>
            </a:r>
            <a:r>
              <a:rPr lang="zh-TW" altLang="en-US" dirty="0"/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Load Scene</a:t>
            </a:r>
          </a:p>
          <a:p>
            <a:pPr lvl="1"/>
            <a:r>
              <a:rPr lang="zh-TW" altLang="en-US" dirty="0"/>
              <a:t>可使用名稱</a:t>
            </a:r>
            <a:endParaRPr lang="en-US" altLang="zh-TW" dirty="0"/>
          </a:p>
          <a:p>
            <a:pPr lvl="1"/>
            <a:r>
              <a:rPr lang="zh-TW" altLang="en-US" dirty="0"/>
              <a:t>或使用編號</a:t>
            </a:r>
            <a:r>
              <a:rPr lang="en-US" altLang="zh-TW" dirty="0"/>
              <a:t>(index)</a:t>
            </a:r>
          </a:p>
          <a:p>
            <a:pPr lvl="2"/>
            <a:r>
              <a:rPr lang="zh-TW" altLang="en-US" dirty="0"/>
              <a:t>可以使用</a:t>
            </a:r>
            <a:r>
              <a:rPr lang="en-US" altLang="zh-TW" dirty="0"/>
              <a:t>Get Active Scene</a:t>
            </a:r>
            <a:r>
              <a:rPr lang="zh-TW" altLang="en-US" dirty="0"/>
              <a:t>來做計算</a:t>
            </a:r>
            <a:endParaRPr lang="en-US" altLang="zh-TW" dirty="0"/>
          </a:p>
          <a:p>
            <a:pPr lvl="2"/>
            <a:r>
              <a:rPr lang="zh-TW" altLang="en-US" dirty="0"/>
              <a:t>如</a:t>
            </a:r>
            <a:r>
              <a:rPr lang="en-US" altLang="zh-TW" dirty="0"/>
              <a:t>+1</a:t>
            </a:r>
            <a:r>
              <a:rPr lang="zh-TW" altLang="en-US" dirty="0"/>
              <a:t>前往下一關</a:t>
            </a:r>
            <a:endParaRPr lang="en-US" altLang="zh-TW" dirty="0"/>
          </a:p>
          <a:p>
            <a:pPr marL="411480" lvl="1" indent="0">
              <a:buNone/>
            </a:pPr>
            <a:endParaRPr lang="en-US" altLang="zh-TW" dirty="0"/>
          </a:p>
          <a:p>
            <a:r>
              <a:rPr lang="zh-TW" altLang="en-US" dirty="0"/>
              <a:t>讀取場景時可加入參數，</a:t>
            </a:r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   使其為</a:t>
            </a:r>
            <a:r>
              <a:rPr lang="en-US" altLang="zh-TW" dirty="0"/>
              <a:t>”</a:t>
            </a:r>
            <a:r>
              <a:rPr lang="zh-TW" altLang="en-US" dirty="0"/>
              <a:t>新增讀取</a:t>
            </a:r>
            <a:r>
              <a:rPr lang="en-US" altLang="zh-TW" dirty="0"/>
              <a:t>”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7241BA-FDA8-AE53-8BCA-4C305BF8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400" y="1234481"/>
            <a:ext cx="2715004" cy="33913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118899F-CDE7-923E-0010-DA0ABA7C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07" y="4902888"/>
            <a:ext cx="413442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38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DBAE2F-A677-112C-59EB-57CA4CAF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3ABE08-3BFA-B8E6-7E29-9C405277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可使用非同步讀取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常見的遊戲讀取方式為：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先讓玩家無法操作、暫停遊戲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以讀取畫面覆蓋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非同步讀取場景 </a:t>
            </a:r>
            <a:r>
              <a:rPr lang="en-US" altLang="zh-TW" dirty="0"/>
              <a:t>(</a:t>
            </a:r>
            <a:r>
              <a:rPr lang="zh-TW" altLang="en-US" dirty="0"/>
              <a:t>此時可顯示讀取百分比</a:t>
            </a:r>
            <a:r>
              <a:rPr lang="en-US" altLang="zh-TW" dirty="0"/>
              <a:t>)</a:t>
            </a:r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確認場景讀取完成後，切換場景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關閉讀取畫面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釋放玩家操作、解除暫停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10440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7178</TotalTime>
  <Words>922</Words>
  <Application>Microsoft Office PowerPoint</Application>
  <PresentationFormat>如螢幕大小 (4:3)</PresentationFormat>
  <Paragraphs>143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Arial</vt:lpstr>
      <vt:lpstr>Calibri</vt:lpstr>
      <vt:lpstr>Georgia</vt:lpstr>
      <vt:lpstr>Times New Roman</vt:lpstr>
      <vt:lpstr>Wingdings</vt:lpstr>
      <vt:lpstr>Wingdings 2</vt:lpstr>
      <vt:lpstr>都會</vt:lpstr>
      <vt:lpstr>Lesson 14 UI製作</vt:lpstr>
      <vt:lpstr>UnityUI (UGUI)</vt:lpstr>
      <vt:lpstr>UI物件的特色</vt:lpstr>
      <vt:lpstr>調整RectTransform</vt:lpstr>
      <vt:lpstr>調整RectTransform</vt:lpstr>
      <vt:lpstr>常用的UI元件：圖片Image</vt:lpstr>
      <vt:lpstr>常用的UI元件：圖片Image</vt:lpstr>
      <vt:lpstr>常用的UI元件：圖片Image</vt:lpstr>
      <vt:lpstr>常用的UI元件：文字Text</vt:lpstr>
      <vt:lpstr>常用的UI元件：文字Text</vt:lpstr>
      <vt:lpstr>常用的UI元件：文字Text</vt:lpstr>
      <vt:lpstr>常用的UI元件：按鈕 Button</vt:lpstr>
      <vt:lpstr>常用的UI元件：按鈕 Button</vt:lpstr>
      <vt:lpstr>常用的UI元件：按鈕 Button</vt:lpstr>
      <vt:lpstr>細談Canvas 運用時機</vt:lpstr>
      <vt:lpstr>細談Canvas : Render Mode</vt:lpstr>
      <vt:lpstr>細談Canvas</vt:lpstr>
      <vt:lpstr>Lesson 14.2 場景切換</vt:lpstr>
      <vt:lpstr>加入可切換的場景(Scene)</vt:lpstr>
      <vt:lpstr>讀取場景</vt:lpstr>
      <vt:lpstr>讀取場景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501</cp:revision>
  <dcterms:created xsi:type="dcterms:W3CDTF">2024-11-18T05:57:07Z</dcterms:created>
  <dcterms:modified xsi:type="dcterms:W3CDTF">2025-04-10T09:22:50Z</dcterms:modified>
</cp:coreProperties>
</file>