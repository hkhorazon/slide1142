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3" r:id="rId6"/>
    <p:sldId id="261" r:id="rId7"/>
    <p:sldId id="260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1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仕明 張" userId="a807ee1b932df6c2" providerId="LiveId" clId="{AFAE7C5A-3E6D-494F-BBBB-CC72F70A7DD7}"/>
    <pc:docChg chg="modSld">
      <pc:chgData name="仕明 張" userId="a807ee1b932df6c2" providerId="LiveId" clId="{AFAE7C5A-3E6D-494F-BBBB-CC72F70A7DD7}" dt="2025-03-13T06:23:15.727" v="3" actId="20577"/>
      <pc:docMkLst>
        <pc:docMk/>
      </pc:docMkLst>
      <pc:sldChg chg="modSp mod">
        <pc:chgData name="仕明 張" userId="a807ee1b932df6c2" providerId="LiveId" clId="{AFAE7C5A-3E6D-494F-BBBB-CC72F70A7DD7}" dt="2025-03-13T06:23:15.727" v="3" actId="20577"/>
        <pc:sldMkLst>
          <pc:docMk/>
          <pc:sldMk cId="0" sldId="256"/>
        </pc:sldMkLst>
        <pc:spChg chg="mod">
          <ac:chgData name="仕明 張" userId="a807ee1b932df6c2" providerId="LiveId" clId="{AFAE7C5A-3E6D-494F-BBBB-CC72F70A7DD7}" dt="2025-03-13T06:23:15.727" v="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仕明 張" userId="a807ee1b932df6c2" providerId="LiveId" clId="{82AF1F07-EA2B-4C9D-A90B-DBE7AA00116F}"/>
    <pc:docChg chg="custSel addSld delSld modSld sldOrd">
      <pc:chgData name="仕明 張" userId="a807ee1b932df6c2" providerId="LiveId" clId="{82AF1F07-EA2B-4C9D-A90B-DBE7AA00116F}" dt="2025-03-18T03:21:57.229" v="1561" actId="20577"/>
      <pc:docMkLst>
        <pc:docMk/>
      </pc:docMkLst>
      <pc:sldChg chg="modSp mod">
        <pc:chgData name="仕明 張" userId="a807ee1b932df6c2" providerId="LiveId" clId="{82AF1F07-EA2B-4C9D-A90B-DBE7AA00116F}" dt="2025-03-18T01:10:19.912" v="19" actId="20577"/>
        <pc:sldMkLst>
          <pc:docMk/>
          <pc:sldMk cId="0" sldId="256"/>
        </pc:sldMkLst>
        <pc:spChg chg="mod">
          <ac:chgData name="仕明 張" userId="a807ee1b932df6c2" providerId="LiveId" clId="{82AF1F07-EA2B-4C9D-A90B-DBE7AA00116F}" dt="2025-03-18T01:10:19.912" v="19" actId="20577"/>
          <ac:spMkLst>
            <pc:docMk/>
            <pc:sldMk cId="0" sldId="256"/>
            <ac:spMk id="2" creationId="{00000000-0000-0000-0000-000000000000}"/>
          </ac:spMkLst>
        </pc:spChg>
      </pc:sldChg>
      <pc:sldChg chg="addSp modSp new mod ord">
        <pc:chgData name="仕明 張" userId="a807ee1b932df6c2" providerId="LiveId" clId="{82AF1F07-EA2B-4C9D-A90B-DBE7AA00116F}" dt="2025-03-18T03:09:41.435" v="632" actId="20577"/>
        <pc:sldMkLst>
          <pc:docMk/>
          <pc:sldMk cId="2438330782" sldId="257"/>
        </pc:sldMkLst>
        <pc:spChg chg="mod">
          <ac:chgData name="仕明 張" userId="a807ee1b932df6c2" providerId="LiveId" clId="{82AF1F07-EA2B-4C9D-A90B-DBE7AA00116F}" dt="2025-03-18T03:09:41.435" v="632" actId="20577"/>
          <ac:spMkLst>
            <pc:docMk/>
            <pc:sldMk cId="2438330782" sldId="257"/>
            <ac:spMk id="2" creationId="{C8A001B2-318F-F738-F4F7-9BABA1B4ED50}"/>
          </ac:spMkLst>
        </pc:spChg>
        <pc:spChg chg="mod">
          <ac:chgData name="仕明 張" userId="a807ee1b932df6c2" providerId="LiveId" clId="{82AF1F07-EA2B-4C9D-A90B-DBE7AA00116F}" dt="2025-03-18T01:37:13.582" v="259" actId="404"/>
          <ac:spMkLst>
            <pc:docMk/>
            <pc:sldMk cId="2438330782" sldId="257"/>
            <ac:spMk id="3" creationId="{FB5E92BE-BEE6-9126-A514-BBEEAE32A7A5}"/>
          </ac:spMkLst>
        </pc:spChg>
        <pc:picChg chg="add mod">
          <ac:chgData name="仕明 張" userId="a807ee1b932df6c2" providerId="LiveId" clId="{82AF1F07-EA2B-4C9D-A90B-DBE7AA00116F}" dt="2025-03-18T01:35:45.885" v="52" actId="1076"/>
          <ac:picMkLst>
            <pc:docMk/>
            <pc:sldMk cId="2438330782" sldId="257"/>
            <ac:picMk id="5" creationId="{C9AF7AB2-AE35-3AEE-4BB4-D9F0990F78B4}"/>
          </ac:picMkLst>
        </pc:picChg>
      </pc:sldChg>
      <pc:sldChg chg="modSp new mod">
        <pc:chgData name="仕明 張" userId="a807ee1b932df6c2" providerId="LiveId" clId="{82AF1F07-EA2B-4C9D-A90B-DBE7AA00116F}" dt="2025-03-18T01:39:00.044" v="581" actId="20577"/>
        <pc:sldMkLst>
          <pc:docMk/>
          <pc:sldMk cId="3392264140" sldId="258"/>
        </pc:sldMkLst>
        <pc:spChg chg="mod">
          <ac:chgData name="仕明 張" userId="a807ee1b932df6c2" providerId="LiveId" clId="{82AF1F07-EA2B-4C9D-A90B-DBE7AA00116F}" dt="2025-03-18T01:37:30.155" v="284" actId="20577"/>
          <ac:spMkLst>
            <pc:docMk/>
            <pc:sldMk cId="3392264140" sldId="258"/>
            <ac:spMk id="2" creationId="{F7C164FF-B52D-4EA8-274D-294CD70A3E8F}"/>
          </ac:spMkLst>
        </pc:spChg>
        <pc:spChg chg="mod">
          <ac:chgData name="仕明 張" userId="a807ee1b932df6c2" providerId="LiveId" clId="{82AF1F07-EA2B-4C9D-A90B-DBE7AA00116F}" dt="2025-03-18T01:39:00.044" v="581" actId="20577"/>
          <ac:spMkLst>
            <pc:docMk/>
            <pc:sldMk cId="3392264140" sldId="258"/>
            <ac:spMk id="3" creationId="{1B8E764D-898D-2E2B-772D-5A4D2226CB4D}"/>
          </ac:spMkLst>
        </pc:spChg>
      </pc:sldChg>
      <pc:sldChg chg="addSp modSp new mod">
        <pc:chgData name="仕明 張" userId="a807ee1b932df6c2" providerId="LiveId" clId="{82AF1F07-EA2B-4C9D-A90B-DBE7AA00116F}" dt="2025-03-18T03:21:57.229" v="1561" actId="20577"/>
        <pc:sldMkLst>
          <pc:docMk/>
          <pc:sldMk cId="529276187" sldId="259"/>
        </pc:sldMkLst>
        <pc:spChg chg="mod">
          <ac:chgData name="仕明 張" userId="a807ee1b932df6c2" providerId="LiveId" clId="{82AF1F07-EA2B-4C9D-A90B-DBE7AA00116F}" dt="2025-03-18T03:09:46.322" v="645" actId="20577"/>
          <ac:spMkLst>
            <pc:docMk/>
            <pc:sldMk cId="529276187" sldId="259"/>
            <ac:spMk id="2" creationId="{9ED3E8C0-1A25-27F0-0B6A-90A7424FC35E}"/>
          </ac:spMkLst>
        </pc:spChg>
        <pc:spChg chg="mod">
          <ac:chgData name="仕明 張" userId="a807ee1b932df6c2" providerId="LiveId" clId="{82AF1F07-EA2B-4C9D-A90B-DBE7AA00116F}" dt="2025-03-18T03:21:57.229" v="1561" actId="20577"/>
          <ac:spMkLst>
            <pc:docMk/>
            <pc:sldMk cId="529276187" sldId="259"/>
            <ac:spMk id="3" creationId="{B95E9014-BC8D-99A6-3327-6F70C1C14FE9}"/>
          </ac:spMkLst>
        </pc:spChg>
        <pc:picChg chg="add mod">
          <ac:chgData name="仕明 張" userId="a807ee1b932df6c2" providerId="LiveId" clId="{82AF1F07-EA2B-4C9D-A90B-DBE7AA00116F}" dt="2025-03-18T03:09:34.736" v="621" actId="1076"/>
          <ac:picMkLst>
            <pc:docMk/>
            <pc:sldMk cId="529276187" sldId="259"/>
            <ac:picMk id="5" creationId="{0A718DA7-D9A9-A8E1-3286-4722A904A939}"/>
          </ac:picMkLst>
        </pc:picChg>
      </pc:sldChg>
      <pc:sldChg chg="addSp modSp new mod">
        <pc:chgData name="仕明 張" userId="a807ee1b932df6c2" providerId="LiveId" clId="{82AF1F07-EA2B-4C9D-A90B-DBE7AA00116F}" dt="2025-03-18T03:16:55.161" v="1032" actId="14100"/>
        <pc:sldMkLst>
          <pc:docMk/>
          <pc:sldMk cId="1346487584" sldId="260"/>
        </pc:sldMkLst>
        <pc:spChg chg="mod">
          <ac:chgData name="仕明 張" userId="a807ee1b932df6c2" providerId="LiveId" clId="{82AF1F07-EA2B-4C9D-A90B-DBE7AA00116F}" dt="2025-03-18T03:15:46.739" v="873" actId="20577"/>
          <ac:spMkLst>
            <pc:docMk/>
            <pc:sldMk cId="1346487584" sldId="260"/>
            <ac:spMk id="2" creationId="{41DE6A87-ABA3-C89C-DED5-C42CD4E6FB4E}"/>
          </ac:spMkLst>
        </pc:spChg>
        <pc:spChg chg="mod">
          <ac:chgData name="仕明 張" userId="a807ee1b932df6c2" providerId="LiveId" clId="{82AF1F07-EA2B-4C9D-A90B-DBE7AA00116F}" dt="2025-03-18T03:16:55.161" v="1032" actId="14100"/>
          <ac:spMkLst>
            <pc:docMk/>
            <pc:sldMk cId="1346487584" sldId="260"/>
            <ac:spMk id="3" creationId="{76824733-F35A-70AD-DC74-337876E3562B}"/>
          </ac:spMkLst>
        </pc:spChg>
        <pc:picChg chg="add mod">
          <ac:chgData name="仕明 張" userId="a807ee1b932df6c2" providerId="LiveId" clId="{82AF1F07-EA2B-4C9D-A90B-DBE7AA00116F}" dt="2025-03-18T03:16:20.832" v="949" actId="14100"/>
          <ac:picMkLst>
            <pc:docMk/>
            <pc:sldMk cId="1346487584" sldId="260"/>
            <ac:picMk id="5" creationId="{CDD08B3E-20E8-4BC5-9E68-D098645DCE7A}"/>
          </ac:picMkLst>
        </pc:picChg>
      </pc:sldChg>
      <pc:sldChg chg="addSp delSp modSp new mod">
        <pc:chgData name="仕明 張" userId="a807ee1b932df6c2" providerId="LiveId" clId="{82AF1F07-EA2B-4C9D-A90B-DBE7AA00116F}" dt="2025-03-18T03:21:11.395" v="1410" actId="6549"/>
        <pc:sldMkLst>
          <pc:docMk/>
          <pc:sldMk cId="3006665140" sldId="261"/>
        </pc:sldMkLst>
        <pc:spChg chg="mod">
          <ac:chgData name="仕明 張" userId="a807ee1b932df6c2" providerId="LiveId" clId="{82AF1F07-EA2B-4C9D-A90B-DBE7AA00116F}" dt="2025-03-18T03:20:25.899" v="1404"/>
          <ac:spMkLst>
            <pc:docMk/>
            <pc:sldMk cId="3006665140" sldId="261"/>
            <ac:spMk id="2" creationId="{CD69200E-22D0-334C-D056-7D605ADC745B}"/>
          </ac:spMkLst>
        </pc:spChg>
        <pc:spChg chg="mod">
          <ac:chgData name="仕明 張" userId="a807ee1b932df6c2" providerId="LiveId" clId="{82AF1F07-EA2B-4C9D-A90B-DBE7AA00116F}" dt="2025-03-18T03:21:11.395" v="1410" actId="6549"/>
          <ac:spMkLst>
            <pc:docMk/>
            <pc:sldMk cId="3006665140" sldId="261"/>
            <ac:spMk id="3" creationId="{538A6DF5-BD35-8537-DAF4-D5193A76AC97}"/>
          </ac:spMkLst>
        </pc:spChg>
        <pc:picChg chg="add del mod">
          <ac:chgData name="仕明 張" userId="a807ee1b932df6c2" providerId="LiveId" clId="{82AF1F07-EA2B-4C9D-A90B-DBE7AA00116F}" dt="2025-03-18T03:18:05.165" v="1036" actId="478"/>
          <ac:picMkLst>
            <pc:docMk/>
            <pc:sldMk cId="3006665140" sldId="261"/>
            <ac:picMk id="5" creationId="{833FC8AB-7D49-DAC3-EB58-897DEDCA76A6}"/>
          </ac:picMkLst>
        </pc:picChg>
        <pc:picChg chg="add mod">
          <ac:chgData name="仕明 張" userId="a807ee1b932df6c2" providerId="LiveId" clId="{82AF1F07-EA2B-4C9D-A90B-DBE7AA00116F}" dt="2025-03-18T03:18:07.026" v="1038" actId="1076"/>
          <ac:picMkLst>
            <pc:docMk/>
            <pc:sldMk cId="3006665140" sldId="261"/>
            <ac:picMk id="7" creationId="{F2AF50ED-3102-B2CF-808C-5661A35E12BC}"/>
          </ac:picMkLst>
        </pc:picChg>
      </pc:sldChg>
      <pc:sldChg chg="new del">
        <pc:chgData name="仕明 張" userId="a807ee1b932df6c2" providerId="LiveId" clId="{82AF1F07-EA2B-4C9D-A90B-DBE7AA00116F}" dt="2025-03-18T03:21:04.325" v="1407" actId="47"/>
        <pc:sldMkLst>
          <pc:docMk/>
          <pc:sldMk cId="428144202" sldId="262"/>
        </pc:sldMkLst>
      </pc:sldChg>
      <pc:sldChg chg="add">
        <pc:chgData name="仕明 張" userId="a807ee1b932df6c2" providerId="LiveId" clId="{82AF1F07-EA2B-4C9D-A90B-DBE7AA00116F}" dt="2025-03-18T03:21:02.994" v="1406"/>
        <pc:sldMkLst>
          <pc:docMk/>
          <pc:sldMk cId="3190844274" sldId="263"/>
        </pc:sldMkLst>
      </pc:sldChg>
    </pc:docChg>
  </pc:docChgLst>
  <pc:docChgLst>
    <pc:chgData name="仕明 張" userId="a807ee1b932df6c2" providerId="LiveId" clId="{BEBE251C-7599-4391-ABB1-20AC427F0AE6}"/>
    <pc:docChg chg="delSld modSld">
      <pc:chgData name="仕明 張" userId="a807ee1b932df6c2" providerId="LiveId" clId="{BEBE251C-7599-4391-ABB1-20AC427F0AE6}" dt="2025-03-13T06:24:14.409" v="15" actId="2696"/>
      <pc:docMkLst>
        <pc:docMk/>
      </pc:docMkLst>
      <pc:sldChg chg="modSp mod">
        <pc:chgData name="仕明 張" userId="a807ee1b932df6c2" providerId="LiveId" clId="{BEBE251C-7599-4391-ABB1-20AC427F0AE6}" dt="2025-03-13T06:24:09.239" v="14" actId="20577"/>
        <pc:sldMkLst>
          <pc:docMk/>
          <pc:sldMk cId="0" sldId="256"/>
        </pc:sldMkLst>
        <pc:spChg chg="mod">
          <ac:chgData name="仕明 張" userId="a807ee1b932df6c2" providerId="LiveId" clId="{BEBE251C-7599-4391-ABB1-20AC427F0AE6}" dt="2025-03-13T06:24:09.239" v="14" actId="20577"/>
          <ac:spMkLst>
            <pc:docMk/>
            <pc:sldMk cId="0" sldId="256"/>
            <ac:spMk id="2" creationId="{00000000-0000-0000-0000-000000000000}"/>
          </ac:spMkLst>
        </pc:sp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4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6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7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8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9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70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71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924347708" sldId="272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639790741" sldId="273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458689279" sldId="274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3259108623" sldId="27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390105728" sldId="276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22158295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13</a:t>
            </a:r>
            <a:br>
              <a:rPr lang="en-US" altLang="zh-TW" dirty="0"/>
            </a:br>
            <a:r>
              <a:rPr lang="zh-TW" altLang="en-US" dirty="0"/>
              <a:t>音樂與音效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C164FF-B52D-4EA8-274D-294CD70A3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Audio Listener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E764D-898D-2E2B-772D-5A4D2226C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聲音接收的位置 </a:t>
            </a:r>
            <a:r>
              <a:rPr lang="en-US" altLang="zh-TW" dirty="0"/>
              <a:t>(</a:t>
            </a:r>
            <a:r>
              <a:rPr lang="zh-TW" altLang="en-US" dirty="0"/>
              <a:t>主要影響</a:t>
            </a:r>
            <a:r>
              <a:rPr lang="en-US" altLang="zh-TW" dirty="0"/>
              <a:t>3D</a:t>
            </a:r>
            <a:r>
              <a:rPr lang="zh-TW" altLang="en-US" dirty="0"/>
              <a:t>音效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zh-TW" altLang="en-US" dirty="0"/>
              <a:t>每個場景中只能有一個</a:t>
            </a:r>
            <a:r>
              <a:rPr lang="en-US" altLang="zh-TW" dirty="0"/>
              <a:t>Audio Listener</a:t>
            </a:r>
            <a:r>
              <a:rPr lang="zh-TW" altLang="en-US" dirty="0"/>
              <a:t>，也必須要有一個，通常預設在</a:t>
            </a:r>
            <a:r>
              <a:rPr lang="en-US" altLang="zh-TW" dirty="0"/>
              <a:t>Camera</a:t>
            </a:r>
            <a:r>
              <a:rPr lang="zh-TW" altLang="en-US" dirty="0"/>
              <a:t>上。</a:t>
            </a:r>
            <a:endParaRPr lang="en-US" altLang="zh-TW" dirty="0"/>
          </a:p>
          <a:p>
            <a:pPr lvl="1"/>
            <a:r>
              <a:rPr lang="zh-TW" altLang="en-US" dirty="0"/>
              <a:t>視情況可能放到角色身上等</a:t>
            </a:r>
          </a:p>
        </p:txBody>
      </p:sp>
    </p:spTree>
    <p:extLst>
      <p:ext uri="{BB962C8B-B14F-4D97-AF65-F5344CB8AC3E}">
        <p14:creationId xmlns:p14="http://schemas.microsoft.com/office/powerpoint/2010/main" val="3392264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A001B2-318F-F738-F4F7-9BABA1B4E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音訊資源 </a:t>
            </a:r>
            <a:r>
              <a:rPr lang="en-US" altLang="zh-TW" dirty="0"/>
              <a:t>(Audio Clip)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5E92BE-BEE6-9126-A514-BBEEAE32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3682752" cy="4325112"/>
          </a:xfrm>
        </p:spPr>
        <p:txBody>
          <a:bodyPr/>
          <a:lstStyle/>
          <a:p>
            <a:r>
              <a:rPr lang="zh-TW" altLang="en-US" dirty="0"/>
              <a:t>放入遊戲後會看到以下資源，可依狀況調整。</a:t>
            </a:r>
            <a:endParaRPr lang="en-US" altLang="zh-TW" dirty="0"/>
          </a:p>
          <a:p>
            <a:pPr lvl="1"/>
            <a:r>
              <a:rPr lang="zh-TW" altLang="en-US" dirty="0"/>
              <a:t>背景音樂</a:t>
            </a:r>
            <a:r>
              <a:rPr lang="en-US" altLang="zh-TW" dirty="0"/>
              <a:t>(BGM)</a:t>
            </a:r>
            <a:r>
              <a:rPr lang="zh-TW" altLang="en-US" dirty="0"/>
              <a:t>可考慮將</a:t>
            </a:r>
            <a:r>
              <a:rPr lang="en-US" altLang="zh-TW" dirty="0"/>
              <a:t>Load Type</a:t>
            </a:r>
            <a:r>
              <a:rPr lang="zh-TW" altLang="en-US" dirty="0"/>
              <a:t>改為</a:t>
            </a:r>
            <a:r>
              <a:rPr lang="en-US" altLang="zh-TW" dirty="0"/>
              <a:t>Streaming</a:t>
            </a:r>
          </a:p>
          <a:p>
            <a:pPr lvl="1"/>
            <a:r>
              <a:rPr lang="zh-TW" altLang="en-US" dirty="0"/>
              <a:t>音樂遊戲可能需要</a:t>
            </a:r>
            <a:r>
              <a:rPr lang="en-US" altLang="zh-TW" sz="2400" dirty="0"/>
              <a:t>Preload Audio Data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9AF7AB2-AE35-3AEE-4BB4-D9F0990F7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992" y="2902244"/>
            <a:ext cx="5093008" cy="349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30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D3E8C0-1A25-27F0-0B6A-90A7424FC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音訊元件 </a:t>
            </a:r>
            <a:r>
              <a:rPr lang="en-US" altLang="zh-TW" dirty="0"/>
              <a:t>Audio Source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E9014-BC8D-99A6-3327-6F70C1C1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402832" cy="4325112"/>
          </a:xfrm>
        </p:spPr>
        <p:txBody>
          <a:bodyPr>
            <a:normAutofit/>
          </a:bodyPr>
          <a:lstStyle/>
          <a:p>
            <a:r>
              <a:rPr lang="zh-TW" altLang="en-US" sz="2800" dirty="0"/>
              <a:t>遊戲中可有多個</a:t>
            </a:r>
            <a:r>
              <a:rPr lang="en-US" altLang="zh-TW" sz="2800" dirty="0"/>
              <a:t>Audio Source</a:t>
            </a:r>
          </a:p>
          <a:p>
            <a:endParaRPr lang="en-US" altLang="zh-TW" dirty="0"/>
          </a:p>
          <a:p>
            <a:r>
              <a:rPr lang="zh-TW" altLang="en-US" dirty="0"/>
              <a:t>其中的</a:t>
            </a:r>
            <a:r>
              <a:rPr lang="en-US" altLang="zh-TW" dirty="0"/>
              <a:t>Audio Clip</a:t>
            </a:r>
            <a:r>
              <a:rPr lang="zh-TW" altLang="en-US" dirty="0"/>
              <a:t>即為被播放的音訊檔案</a:t>
            </a:r>
            <a:endParaRPr lang="en-US" altLang="zh-TW" dirty="0"/>
          </a:p>
          <a:p>
            <a:r>
              <a:rPr lang="zh-TW" altLang="en-US" sz="2800" dirty="0"/>
              <a:t>開啟</a:t>
            </a:r>
            <a:r>
              <a:rPr lang="en-US" altLang="zh-TW" sz="2800" dirty="0" err="1"/>
              <a:t>PlayOnAwake</a:t>
            </a:r>
            <a:r>
              <a:rPr lang="zh-TW" altLang="en-US" sz="2800" dirty="0"/>
              <a:t>，則會自動播放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718DA7-D9A9-A8E1-3286-4722A904A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331956"/>
            <a:ext cx="4115303" cy="424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76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D3E8C0-1A25-27F0-0B6A-90A7424FC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音訊元件 </a:t>
            </a:r>
            <a:r>
              <a:rPr lang="en-US" altLang="zh-TW" dirty="0"/>
              <a:t>Audio Source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5E9014-BC8D-99A6-3327-6F70C1C14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4402832" cy="4325112"/>
          </a:xfrm>
        </p:spPr>
        <p:txBody>
          <a:bodyPr>
            <a:normAutofit/>
          </a:bodyPr>
          <a:lstStyle/>
          <a:p>
            <a:r>
              <a:rPr lang="zh-TW" altLang="en-US" dirty="0"/>
              <a:t>包含優先度、音量、音高等可以調整 </a:t>
            </a:r>
            <a:r>
              <a:rPr lang="en-US" altLang="zh-TW" dirty="0"/>
              <a:t>(</a:t>
            </a:r>
            <a:r>
              <a:rPr lang="zh-TW" altLang="en-US" dirty="0"/>
              <a:t>亦可由程式設定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Loop</a:t>
            </a:r>
            <a:r>
              <a:rPr lang="zh-TW" altLang="en-US" dirty="0"/>
              <a:t>可用於</a:t>
            </a:r>
            <a:r>
              <a:rPr lang="en-US" altLang="zh-TW" dirty="0"/>
              <a:t>BGM</a:t>
            </a:r>
            <a:r>
              <a:rPr lang="zh-TW" altLang="en-US" dirty="0"/>
              <a:t>等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此物件的</a:t>
            </a:r>
            <a:r>
              <a:rPr lang="en-US" altLang="zh-TW" dirty="0"/>
              <a:t>Transform</a:t>
            </a:r>
            <a:r>
              <a:rPr lang="zh-TW" altLang="en-US" dirty="0"/>
              <a:t>位置是重要的</a:t>
            </a:r>
            <a:endParaRPr lang="en-US" altLang="zh-TW" dirty="0"/>
          </a:p>
          <a:p>
            <a:pPr lvl="1"/>
            <a:r>
              <a:rPr lang="en-US" altLang="zh-TW" dirty="0"/>
              <a:t>3D Sound</a:t>
            </a:r>
            <a:r>
              <a:rPr lang="zh-TW" altLang="en-US" dirty="0"/>
              <a:t>相關設置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A718DA7-D9A9-A8E1-3286-4722A904A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2331956"/>
            <a:ext cx="4115303" cy="424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4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69200E-22D0-334C-D056-7D605ADC7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使用程式播放</a:t>
            </a:r>
            <a:r>
              <a:rPr lang="en-US" altLang="zh-TW" sz="4000" dirty="0"/>
              <a:t>Audio Source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38A6DF5-BD35-8537-DAF4-D5193A76A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6131024" cy="4325112"/>
          </a:xfrm>
        </p:spPr>
        <p:txBody>
          <a:bodyPr/>
          <a:lstStyle/>
          <a:p>
            <a:r>
              <a:rPr lang="zh-TW" altLang="en-US" dirty="0"/>
              <a:t>以任何方式取得該</a:t>
            </a:r>
            <a:r>
              <a:rPr lang="en-US" altLang="zh-TW" dirty="0"/>
              <a:t>Audio Source</a:t>
            </a:r>
            <a:r>
              <a:rPr lang="zh-TW" altLang="en-US" dirty="0"/>
              <a:t>組件後，就可以使用</a:t>
            </a:r>
            <a:r>
              <a:rPr lang="en-US" altLang="zh-TW" dirty="0"/>
              <a:t>Play() Stop()</a:t>
            </a:r>
            <a:r>
              <a:rPr lang="zh-TW" altLang="en-US" dirty="0"/>
              <a:t>等函式呼叫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也可以替換</a:t>
            </a:r>
            <a:r>
              <a:rPr lang="en-US" altLang="zh-TW" dirty="0"/>
              <a:t>Audio Clip</a:t>
            </a:r>
            <a:r>
              <a:rPr lang="zh-TW" altLang="en-US" dirty="0"/>
              <a:t>，來播放不同音效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2AF50ED-3102-B2CF-808C-5661A35E1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40" y="2564904"/>
            <a:ext cx="1829055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665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DE6A87-ABA3-C89C-DED5-C42CD4E6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Audio Mixer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824733-F35A-70AD-DC74-337876E35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3610744" cy="4325112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Audio Mixer</a:t>
            </a:r>
            <a:r>
              <a:rPr lang="zh-TW" altLang="en-US" dirty="0"/>
              <a:t>可以方便做音效音樂分類等。</a:t>
            </a:r>
            <a:endParaRPr lang="en-US" altLang="zh-TW" dirty="0"/>
          </a:p>
          <a:p>
            <a:r>
              <a:rPr lang="zh-TW" altLang="en-US" dirty="0"/>
              <a:t>並且可做混音、等化器等功能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D08B3E-20E8-4BC5-9E68-D098645DC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446" y="2492896"/>
            <a:ext cx="4921757" cy="362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875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7176</TotalTime>
  <Words>216</Words>
  <Application>Microsoft Office PowerPoint</Application>
  <PresentationFormat>如螢幕大小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Arial</vt:lpstr>
      <vt:lpstr>Calibri</vt:lpstr>
      <vt:lpstr>Georgia</vt:lpstr>
      <vt:lpstr>Times New Roman</vt:lpstr>
      <vt:lpstr>Wingdings 2</vt:lpstr>
      <vt:lpstr>都會</vt:lpstr>
      <vt:lpstr>Lesson 13 音樂與音效</vt:lpstr>
      <vt:lpstr>Audio Listener</vt:lpstr>
      <vt:lpstr>音訊資源 (Audio Clip)</vt:lpstr>
      <vt:lpstr>音訊元件 Audio Source</vt:lpstr>
      <vt:lpstr>音訊元件 Audio Source</vt:lpstr>
      <vt:lpstr>使用程式播放Audio Source</vt:lpstr>
      <vt:lpstr>Audio Mixer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502</cp:revision>
  <dcterms:created xsi:type="dcterms:W3CDTF">2024-11-18T05:57:07Z</dcterms:created>
  <dcterms:modified xsi:type="dcterms:W3CDTF">2025-04-10T08:47:03Z</dcterms:modified>
</cp:coreProperties>
</file>