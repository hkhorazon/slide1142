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1" r:id="rId4"/>
    <p:sldId id="260" r:id="rId5"/>
    <p:sldId id="257" r:id="rId6"/>
    <p:sldId id="262" r:id="rId7"/>
    <p:sldId id="258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nity.com/cn/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2</a:t>
            </a:r>
            <a:br>
              <a:rPr lang="en-US" altLang="zh-TW" dirty="0"/>
            </a:br>
            <a:r>
              <a:rPr lang="zh-TW" altLang="en-US" dirty="0"/>
              <a:t>安裝</a:t>
            </a:r>
            <a:r>
              <a:rPr lang="en-US" altLang="zh-TW" dirty="0"/>
              <a:t>Unity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遊戲程式設計</a:t>
            </a:r>
            <a:endParaRPr lang="zh-TW" altLang="en-US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Hub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https://unity.com/cn/download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786058"/>
            <a:ext cx="6656554" cy="3929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申請帳號 </a:t>
            </a:r>
            <a:r>
              <a:rPr lang="en-US" altLang="zh-TW" dirty="0"/>
              <a:t>&amp;</a:t>
            </a:r>
            <a:r>
              <a:rPr lang="zh-TW" altLang="en-US" dirty="0"/>
              <a:t> 授權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5" y="2357430"/>
            <a:ext cx="3807112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643182"/>
            <a:ext cx="5857884" cy="3737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500306"/>
            <a:ext cx="6095663" cy="4243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版本選擇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+mj-ea"/>
                <a:ea typeface="+mj-ea"/>
              </a:rPr>
              <a:t>版本演進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en-US" altLang="zh-TW" dirty="0">
                <a:latin typeface="+mj-ea"/>
                <a:ea typeface="+mj-ea"/>
              </a:rPr>
              <a:t>4, 5, 2017 … 2022, 2023, 6</a:t>
            </a:r>
            <a:r>
              <a:rPr lang="en-US" altLang="zh-TW" sz="1600" dirty="0">
                <a:latin typeface="+mj-ea"/>
                <a:ea typeface="+mj-ea"/>
              </a:rPr>
              <a:t>(6000)</a:t>
            </a:r>
          </a:p>
          <a:p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LTS</a:t>
            </a:r>
            <a:r>
              <a:rPr lang="zh-TW" altLang="en-US" dirty="0">
                <a:latin typeface="+mj-ea"/>
                <a:ea typeface="+mj-ea"/>
              </a:rPr>
              <a:t>版本</a:t>
            </a:r>
            <a:endParaRPr lang="en-US" altLang="zh-TW" dirty="0">
              <a:latin typeface="+mj-ea"/>
              <a:ea typeface="+mj-ea"/>
            </a:endParaRPr>
          </a:p>
          <a:p>
            <a:pPr lvl="1"/>
            <a:r>
              <a:rPr lang="en-US" altLang="zh-TW" dirty="0">
                <a:latin typeface="+mj-ea"/>
                <a:ea typeface="+mj-ea"/>
              </a:rPr>
              <a:t>Long Term Support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維護約</a:t>
            </a:r>
            <a:r>
              <a:rPr lang="en-US" altLang="zh-TW" dirty="0">
                <a:latin typeface="+mj-ea"/>
                <a:ea typeface="+mj-ea"/>
              </a:rPr>
              <a:t>2</a:t>
            </a:r>
            <a:r>
              <a:rPr lang="zh-TW" altLang="en-US" dirty="0">
                <a:latin typeface="+mj-ea"/>
                <a:ea typeface="+mj-ea"/>
              </a:rPr>
              <a:t>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 </a:t>
            </a:r>
            <a:r>
              <a:rPr lang="zh-TW" altLang="en-US" dirty="0"/>
              <a:t>開啟專案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endParaRPr lang="en-US" altLang="zh-TW" dirty="0"/>
          </a:p>
          <a:p>
            <a:pPr lvl="1"/>
            <a:r>
              <a:rPr lang="zh-TW" altLang="en-US" dirty="0"/>
              <a:t>全新專案</a:t>
            </a:r>
            <a:endParaRPr lang="en-US" altLang="zh-TW" dirty="0"/>
          </a:p>
          <a:p>
            <a:pPr lvl="1"/>
            <a:r>
              <a:rPr lang="zh-TW" altLang="en-US" dirty="0"/>
              <a:t>其他來源</a:t>
            </a:r>
            <a:endParaRPr lang="en-US" altLang="zh-TW" dirty="0"/>
          </a:p>
          <a:p>
            <a:r>
              <a:rPr lang="zh-TW" altLang="en-US" dirty="0"/>
              <a:t>開啟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571876"/>
            <a:ext cx="6500826" cy="477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 </a:t>
            </a:r>
            <a:r>
              <a:rPr lang="zh-TW" altLang="en-US" dirty="0"/>
              <a:t>英文與中文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+mj-ea"/>
                <a:ea typeface="+mj-ea"/>
              </a:rPr>
              <a:t>Edit &gt; Preferences &gt; Languages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打勾第一樣，第二樣選中文</a:t>
            </a:r>
            <a:endParaRPr lang="en-US" altLang="zh-TW" dirty="0">
              <a:latin typeface="+mj-ea"/>
              <a:ea typeface="+mj-ea"/>
            </a:endParaRPr>
          </a:p>
          <a:p>
            <a:endParaRPr lang="zh-TW" altLang="en-US" dirty="0"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188550"/>
            <a:ext cx="6215106" cy="359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68</TotalTime>
  <Words>79</Words>
  <Application>Microsoft Office PowerPoint</Application>
  <PresentationFormat>如螢幕大小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Georgia</vt:lpstr>
      <vt:lpstr>Times New Roman</vt:lpstr>
      <vt:lpstr>Wingdings 2</vt:lpstr>
      <vt:lpstr>都會</vt:lpstr>
      <vt:lpstr>Lesson 2 安裝Unity</vt:lpstr>
      <vt:lpstr>Unity Hub安裝</vt:lpstr>
      <vt:lpstr>申請帳號 &amp; 授權</vt:lpstr>
      <vt:lpstr>Unity安裝</vt:lpstr>
      <vt:lpstr>Unity 版本選擇</vt:lpstr>
      <vt:lpstr>Unity 開啟專案</vt:lpstr>
      <vt:lpstr>Unity 英文與中文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17</cp:revision>
  <dcterms:created xsi:type="dcterms:W3CDTF">2024-11-18T05:57:07Z</dcterms:created>
  <dcterms:modified xsi:type="dcterms:W3CDTF">2025-02-14T01:36:38Z</dcterms:modified>
</cp:coreProperties>
</file>