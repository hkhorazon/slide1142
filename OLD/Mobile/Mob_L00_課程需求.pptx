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70" r:id="rId3"/>
    <p:sldId id="271" r:id="rId4"/>
    <p:sldId id="257" r:id="rId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-1834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0</a:t>
            </a:r>
            <a:br>
              <a:rPr lang="en-US" altLang="zh-TW" dirty="0"/>
            </a:br>
            <a:r>
              <a:rPr lang="zh-TW" altLang="en-US" dirty="0"/>
              <a:t>課程需求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 </a:t>
            </a:r>
            <a:r>
              <a:rPr lang="en-US" altLang="zh-TW" dirty="0"/>
              <a:t>– </a:t>
            </a:r>
            <a:r>
              <a:rPr lang="zh-TW" altLang="en-US" dirty="0"/>
              <a:t>手遊設計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2D </a:t>
            </a:r>
            <a:r>
              <a:rPr lang="zh-TW" altLang="en-US" dirty="0"/>
              <a:t>平台遊戲</a:t>
            </a:r>
            <a:endParaRPr lang="en-US" altLang="zh-TW" dirty="0"/>
          </a:p>
          <a:p>
            <a:pPr lvl="1"/>
            <a:r>
              <a:rPr lang="zh-TW" altLang="en-US" dirty="0"/>
              <a:t>類似瑪利歐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建造遊戲世界</a:t>
            </a:r>
            <a:endParaRPr lang="en-US" altLang="zh-TW" dirty="0"/>
          </a:p>
          <a:p>
            <a:pPr lvl="1"/>
            <a:r>
              <a:rPr lang="en-US" altLang="zh-TW" dirty="0"/>
              <a:t>2D</a:t>
            </a:r>
            <a:r>
              <a:rPr lang="zh-TW" altLang="en-US" dirty="0"/>
              <a:t>物理移動、鏡頭操作</a:t>
            </a:r>
            <a:endParaRPr lang="en-US" altLang="zh-TW" dirty="0"/>
          </a:p>
          <a:p>
            <a:pPr lvl="1"/>
            <a:r>
              <a:rPr lang="zh-TW" altLang="en-US" dirty="0"/>
              <a:t>物件互動與敵人</a:t>
            </a:r>
            <a:endParaRPr lang="en-US" altLang="zh-TW" dirty="0"/>
          </a:p>
          <a:p>
            <a:pPr lvl="1"/>
            <a:r>
              <a:rPr lang="en-US" altLang="zh-TW" dirty="0"/>
              <a:t>UI</a:t>
            </a:r>
            <a:r>
              <a:rPr lang="zh-TW" altLang="en-US" dirty="0"/>
              <a:t>使用</a:t>
            </a:r>
            <a:endParaRPr lang="en-US" altLang="zh-TW" dirty="0"/>
          </a:p>
          <a:p>
            <a:pPr lvl="1"/>
            <a:r>
              <a:rPr lang="zh-TW" altLang="en-US" dirty="0"/>
              <a:t>手機操作、手機輸出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使用 </a:t>
            </a:r>
            <a:r>
              <a:rPr lang="en-US" altLang="zh-TW" dirty="0"/>
              <a:t>C#</a:t>
            </a:r>
            <a:r>
              <a:rPr lang="zh-TW" altLang="en-US" dirty="0"/>
              <a:t> 或 </a:t>
            </a:r>
            <a:r>
              <a:rPr lang="en-US" altLang="zh-TW" dirty="0"/>
              <a:t>Visual Script</a:t>
            </a:r>
          </a:p>
          <a:p>
            <a:pPr lvl="1"/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4071942"/>
            <a:ext cx="3294593" cy="2640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課程大綱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3733800" cy="4325112"/>
          </a:xfrm>
        </p:spPr>
        <p:txBody>
          <a:bodyPr/>
          <a:lstStyle/>
          <a:p>
            <a:r>
              <a:rPr lang="zh-TW" altLang="en-US" dirty="0" smtClean="0"/>
              <a:t>由於遊戲開發相關知識，要學習的內容很多，不一定能在一學期中學習。</a:t>
            </a:r>
            <a:endParaRPr lang="en-US" altLang="zh-TW" dirty="0" smtClean="0"/>
          </a:p>
          <a:p>
            <a:r>
              <a:rPr lang="zh-TW" altLang="en-US" dirty="0" smtClean="0"/>
              <a:t>會視情況調整順序或增減內容</a:t>
            </a:r>
          </a:p>
          <a:p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1362075"/>
            <a:ext cx="4476750" cy="503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CB6D276-599C-C796-7A52-7C42B82DC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評分標準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9F00F060-45B5-F109-29E8-F494F9C6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課堂參與</a:t>
            </a:r>
            <a:r>
              <a:rPr lang="en-US" altLang="zh-TW" dirty="0"/>
              <a:t>(20%)</a:t>
            </a:r>
          </a:p>
          <a:p>
            <a:r>
              <a:rPr lang="zh-TW" altLang="en-US" dirty="0"/>
              <a:t>期中驗收</a:t>
            </a:r>
            <a:r>
              <a:rPr lang="en-US" altLang="zh-TW" dirty="0"/>
              <a:t>(40%)</a:t>
            </a:r>
          </a:p>
          <a:p>
            <a:pPr lvl="1"/>
            <a:r>
              <a:rPr lang="zh-TW" altLang="en-US" dirty="0"/>
              <a:t>主要為跟著課程自行製作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期末驗收 </a:t>
            </a:r>
            <a:r>
              <a:rPr lang="en-US" altLang="zh-TW" dirty="0"/>
              <a:t>(40%)</a:t>
            </a:r>
          </a:p>
          <a:p>
            <a:pPr lvl="1"/>
            <a:r>
              <a:rPr lang="zh-TW" altLang="en-US" dirty="0"/>
              <a:t>延續期中製作結果</a:t>
            </a:r>
            <a:endParaRPr lang="en-US" altLang="zh-TW" dirty="0"/>
          </a:p>
          <a:p>
            <a:pPr lvl="1"/>
            <a:r>
              <a:rPr lang="zh-TW" altLang="en-US" dirty="0"/>
              <a:t>跟著課程製作 並 加入自己的設計</a:t>
            </a:r>
            <a:endParaRPr lang="en-US" altLang="zh-TW" dirty="0"/>
          </a:p>
          <a:p>
            <a:pPr lvl="1"/>
            <a:r>
              <a:rPr lang="zh-TW" altLang="en-US" dirty="0"/>
              <a:t>產出</a:t>
            </a:r>
            <a:r>
              <a:rPr lang="en-US" altLang="zh-TW" dirty="0"/>
              <a:t>APK</a:t>
            </a:r>
            <a:r>
              <a:rPr lang="zh-TW" altLang="en-US" dirty="0"/>
              <a:t> </a:t>
            </a:r>
            <a:r>
              <a:rPr lang="en-US" altLang="zh-TW" dirty="0"/>
              <a:t>(Android</a:t>
            </a:r>
            <a:r>
              <a:rPr lang="zh-TW" altLang="en-US" dirty="0"/>
              <a:t>的</a:t>
            </a:r>
            <a:r>
              <a:rPr lang="en-US" altLang="zh-TW" dirty="0"/>
              <a:t>APP</a:t>
            </a:r>
            <a:r>
              <a:rPr lang="zh-TW" altLang="en-US" dirty="0"/>
              <a:t>檔</a:t>
            </a:r>
            <a:r>
              <a:rPr lang="en-US" altLang="zh-TW" dirty="0"/>
              <a:t>)</a:t>
            </a:r>
            <a:r>
              <a:rPr lang="zh-TW" altLang="en-US"/>
              <a:t>在手機執行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2289800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4644</TotalTime>
  <Words>120</Words>
  <Application>Microsoft Office PowerPoint</Application>
  <PresentationFormat>如螢幕大小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都會</vt:lpstr>
      <vt:lpstr>Lesson 0 課程需求</vt:lpstr>
      <vt:lpstr>課程 – 手遊設計</vt:lpstr>
      <vt:lpstr>課程大綱</vt:lpstr>
      <vt:lpstr>評分標準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245</cp:revision>
  <dcterms:created xsi:type="dcterms:W3CDTF">2024-11-18T05:57:07Z</dcterms:created>
  <dcterms:modified xsi:type="dcterms:W3CDTF">2025-04-12T17:55:43Z</dcterms:modified>
</cp:coreProperties>
</file>