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5"/>
  </p:notesMasterIdLst>
  <p:sldIdLst>
    <p:sldId id="256" r:id="rId2"/>
    <p:sldId id="273" r:id="rId3"/>
    <p:sldId id="274" r:id="rId4"/>
    <p:sldId id="263" r:id="rId5"/>
    <p:sldId id="257" r:id="rId6"/>
    <p:sldId id="258" r:id="rId7"/>
    <p:sldId id="259" r:id="rId8"/>
    <p:sldId id="261" r:id="rId9"/>
    <p:sldId id="262" r:id="rId10"/>
    <p:sldId id="276" r:id="rId11"/>
    <p:sldId id="278" r:id="rId12"/>
    <p:sldId id="275" r:id="rId13"/>
    <p:sldId id="277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11" autoAdjust="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3EEAF-065D-475D-8058-07E926806314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1F32F-E31F-492B-A213-F4B1D5897EA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15</a:t>
            </a:r>
            <a:br>
              <a:rPr lang="en-US" altLang="zh-TW" dirty="0"/>
            </a:br>
            <a:r>
              <a:rPr lang="zh-TW" altLang="en-US" dirty="0"/>
              <a:t>手機建置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zh-TW" altLang="en-US" b="0" i="0" dirty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手遊設計</a:t>
            </a:r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手機應用程式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Android</a:t>
            </a:r>
          </a:p>
          <a:p>
            <a:pPr lvl="1"/>
            <a:r>
              <a:rPr lang="zh-TW" altLang="en-US" dirty="0"/>
              <a:t>環境： </a:t>
            </a:r>
            <a:r>
              <a:rPr lang="en-US" altLang="zh-TW" dirty="0"/>
              <a:t>Android studio</a:t>
            </a:r>
          </a:p>
          <a:p>
            <a:pPr lvl="1"/>
            <a:r>
              <a:rPr lang="zh-TW" altLang="en-US" dirty="0"/>
              <a:t>程式語言： </a:t>
            </a:r>
            <a:r>
              <a:rPr lang="en-US" altLang="zh-TW" dirty="0"/>
              <a:t>Java / </a:t>
            </a:r>
            <a:r>
              <a:rPr lang="en-US" altLang="zh-TW" dirty="0" err="1"/>
              <a:t>Kotlin</a:t>
            </a:r>
            <a:endParaRPr lang="en-US" altLang="zh-TW" dirty="0"/>
          </a:p>
          <a:p>
            <a:pPr lvl="1"/>
            <a:r>
              <a:rPr lang="zh-TW" altLang="en-US" dirty="0"/>
              <a:t>上架： </a:t>
            </a:r>
            <a:r>
              <a:rPr lang="en-US" altLang="zh-TW" dirty="0"/>
              <a:t>Google Play</a:t>
            </a:r>
          </a:p>
          <a:p>
            <a:pPr lvl="1"/>
            <a:endParaRPr lang="en-US" altLang="zh-TW" dirty="0"/>
          </a:p>
          <a:p>
            <a:r>
              <a:rPr lang="en-US" altLang="zh-TW" dirty="0" err="1"/>
              <a:t>iOS</a:t>
            </a:r>
            <a:endParaRPr lang="en-US" altLang="zh-TW" dirty="0"/>
          </a:p>
          <a:p>
            <a:pPr lvl="1"/>
            <a:r>
              <a:rPr lang="zh-TW" altLang="en-US" dirty="0"/>
              <a:t>環境：</a:t>
            </a:r>
            <a:r>
              <a:rPr lang="en-US" altLang="zh-TW" dirty="0" err="1"/>
              <a:t>Xcode</a:t>
            </a:r>
            <a:endParaRPr lang="en-US" altLang="zh-TW" dirty="0"/>
          </a:p>
          <a:p>
            <a:pPr lvl="1"/>
            <a:r>
              <a:rPr lang="zh-TW" altLang="en-US" dirty="0"/>
              <a:t>程式語言： </a:t>
            </a:r>
            <a:r>
              <a:rPr lang="en-US" altLang="zh-TW" dirty="0"/>
              <a:t>Objective-C / Swift</a:t>
            </a:r>
          </a:p>
          <a:p>
            <a:pPr lvl="1"/>
            <a:r>
              <a:rPr lang="zh-TW" altLang="en-US" dirty="0"/>
              <a:t>上架：</a:t>
            </a:r>
            <a:r>
              <a:rPr lang="en-US" altLang="zh-TW" dirty="0"/>
              <a:t>App Store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000C6E-80D1-1A09-CD4A-FC8ED06D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手機應用程式 </a:t>
            </a:r>
            <a:r>
              <a:rPr lang="en-US" altLang="zh-TW" dirty="0"/>
              <a:t>(</a:t>
            </a:r>
            <a:r>
              <a:rPr lang="zh-TW" altLang="en-US" dirty="0"/>
              <a:t>使用</a:t>
            </a:r>
            <a:r>
              <a:rPr lang="en-US" altLang="zh-TW" dirty="0"/>
              <a:t>Unity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C219D2-521E-F7DF-C77B-9881DC896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Android</a:t>
            </a:r>
          </a:p>
          <a:p>
            <a:pPr lvl="1"/>
            <a:r>
              <a:rPr lang="zh-TW" altLang="en-US" dirty="0"/>
              <a:t>可直接輸出 或 透過</a:t>
            </a:r>
            <a:r>
              <a:rPr lang="en-US" altLang="zh-TW" dirty="0" err="1"/>
              <a:t>gradle</a:t>
            </a:r>
            <a:r>
              <a:rPr lang="zh-TW" altLang="en-US" dirty="0"/>
              <a:t>輸出</a:t>
            </a:r>
            <a:endParaRPr lang="en-US" altLang="zh-TW" dirty="0"/>
          </a:p>
          <a:p>
            <a:pPr lvl="1"/>
            <a:r>
              <a:rPr lang="zh-TW" altLang="en-US" dirty="0"/>
              <a:t>可直接執行，或經由</a:t>
            </a:r>
            <a:r>
              <a:rPr lang="en-US" altLang="zh-TW" dirty="0"/>
              <a:t>Google Play </a:t>
            </a:r>
            <a:r>
              <a:rPr lang="zh-TW" altLang="en-US" dirty="0"/>
              <a:t>上架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iOS</a:t>
            </a:r>
          </a:p>
          <a:p>
            <a:pPr lvl="1"/>
            <a:r>
              <a:rPr lang="zh-TW" altLang="en-US" dirty="0"/>
              <a:t>無法直接輸出，必須經由</a:t>
            </a:r>
            <a:r>
              <a:rPr lang="en-US" altLang="zh-TW" dirty="0" err="1"/>
              <a:t>xcode</a:t>
            </a:r>
            <a:r>
              <a:rPr lang="en-US" altLang="zh-TW" dirty="0"/>
              <a:t> (</a:t>
            </a:r>
            <a:r>
              <a:rPr lang="zh-TW" altLang="en-US" dirty="0"/>
              <a:t>必須要有</a:t>
            </a:r>
            <a:r>
              <a:rPr lang="en-US" altLang="zh-TW" dirty="0"/>
              <a:t>mac</a:t>
            </a:r>
            <a:r>
              <a:rPr lang="zh-TW" altLang="en-US" dirty="0"/>
              <a:t>電腦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無法直接執行，要使用</a:t>
            </a:r>
            <a:r>
              <a:rPr lang="en-US" altLang="zh-TW" dirty="0" err="1"/>
              <a:t>AppsFlyer</a:t>
            </a:r>
            <a:endParaRPr lang="en-US" altLang="zh-TW" dirty="0"/>
          </a:p>
          <a:p>
            <a:pPr lvl="1"/>
            <a:r>
              <a:rPr lang="zh-TW" altLang="en-US" dirty="0"/>
              <a:t>經由</a:t>
            </a:r>
            <a:r>
              <a:rPr lang="en-US" altLang="zh-TW" dirty="0"/>
              <a:t>App Store</a:t>
            </a:r>
            <a:r>
              <a:rPr lang="zh-TW" altLang="en-US" dirty="0"/>
              <a:t>上架使用</a:t>
            </a:r>
          </a:p>
        </p:txBody>
      </p:sp>
    </p:spTree>
    <p:extLst>
      <p:ext uri="{BB962C8B-B14F-4D97-AF65-F5344CB8AC3E}">
        <p14:creationId xmlns:p14="http://schemas.microsoft.com/office/powerpoint/2010/main" val="1187184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90AF1D-E2ED-857A-BFE6-7C475B217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建置之前</a:t>
            </a:r>
            <a:r>
              <a:rPr lang="en-US" altLang="zh-TW" dirty="0"/>
              <a:t>..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DA5BD2-61B7-BC4A-A489-224E229CD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4325112"/>
          </a:xfrm>
        </p:spPr>
        <p:txBody>
          <a:bodyPr/>
          <a:lstStyle/>
          <a:p>
            <a:r>
              <a:rPr lang="zh-TW" altLang="en-US" dirty="0"/>
              <a:t>務必存檔</a:t>
            </a:r>
            <a:endParaRPr lang="en-US" altLang="zh-TW" dirty="0"/>
          </a:p>
          <a:p>
            <a:r>
              <a:rPr lang="en-US" altLang="zh-TW" dirty="0"/>
              <a:t>C#</a:t>
            </a:r>
            <a:r>
              <a:rPr lang="zh-TW" altLang="en-US" dirty="0"/>
              <a:t>相關</a:t>
            </a:r>
            <a:endParaRPr lang="en-US" altLang="zh-TW" dirty="0"/>
          </a:p>
          <a:p>
            <a:pPr lvl="1"/>
            <a:r>
              <a:rPr lang="zh-TW" altLang="en-US" dirty="0"/>
              <a:t>務必確認程式可執行並編譯完畢</a:t>
            </a:r>
            <a:endParaRPr lang="en-US" altLang="zh-TW" dirty="0"/>
          </a:p>
          <a:p>
            <a:pPr lvl="1"/>
            <a:r>
              <a:rPr lang="zh-TW" altLang="en-US" dirty="0"/>
              <a:t>程式中在執行時不可有編輯器程式</a:t>
            </a:r>
            <a:r>
              <a:rPr lang="en-US" altLang="zh-TW" dirty="0"/>
              <a:t>(Editor)</a:t>
            </a:r>
          </a:p>
          <a:p>
            <a:pPr lvl="1"/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2918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1C747E-A424-97E0-0F4F-2B8A43852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建置位置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4988C2-615B-5751-C91D-7322BCE5D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File &gt; Build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BB279F0-AC84-7928-C61E-1C2508273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1708657"/>
            <a:ext cx="4841644" cy="453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30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56946BA4-5411-6183-3117-576B74894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1708657"/>
            <a:ext cx="4841644" cy="453435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F5F7CE6-7E83-1EDA-A11F-2DDE3B64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選擇平台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9340BB-CC8A-DEB0-C862-B233D6E07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3826768" cy="4325112"/>
          </a:xfrm>
        </p:spPr>
        <p:txBody>
          <a:bodyPr/>
          <a:lstStyle/>
          <a:p>
            <a:r>
              <a:rPr lang="zh-TW" altLang="en-US" dirty="0"/>
              <a:t>若要產出不同</a:t>
            </a:r>
            <a:r>
              <a:rPr lang="en-US" altLang="zh-TW" dirty="0"/>
              <a:t>(</a:t>
            </a:r>
            <a:r>
              <a:rPr lang="zh-TW" altLang="en-US" dirty="0"/>
              <a:t>於上次產出</a:t>
            </a:r>
            <a:r>
              <a:rPr lang="en-US" altLang="zh-TW" dirty="0"/>
              <a:t>)</a:t>
            </a:r>
            <a:r>
              <a:rPr lang="zh-TW" altLang="en-US" dirty="0"/>
              <a:t>平台的檔案，需要按下切換平台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產出部分平台可需要額外安裝套件。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9308F0B-9F8D-F494-64CC-25F68DAB9761}"/>
              </a:ext>
            </a:extLst>
          </p:cNvPr>
          <p:cNvSpPr/>
          <p:nvPr/>
        </p:nvSpPr>
        <p:spPr>
          <a:xfrm>
            <a:off x="4283968" y="3199408"/>
            <a:ext cx="2232248" cy="238983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8989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B399841E-9FAF-74B0-E47C-C2B8E62CE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1708657"/>
            <a:ext cx="4841644" cy="453435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FF6C2B6-8B40-BBA8-51B3-31B2B9C40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確認場景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4BE104-B3D9-CEF1-DD4E-ABC2DE6C2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3729608" cy="4325112"/>
          </a:xfrm>
        </p:spPr>
        <p:txBody>
          <a:bodyPr/>
          <a:lstStyle/>
          <a:p>
            <a:r>
              <a:rPr lang="zh-TW" altLang="en-US" dirty="0"/>
              <a:t>必須確認有機會被讀取的場警都有在這邊，並且被打勾。</a:t>
            </a:r>
            <a:endParaRPr lang="en-US" altLang="zh-TW" dirty="0"/>
          </a:p>
          <a:p>
            <a:pPr lvl="1"/>
            <a:r>
              <a:rPr lang="zh-TW" altLang="en-US" dirty="0"/>
              <a:t>進入遊戲的第一個場景必須在</a:t>
            </a:r>
            <a:r>
              <a:rPr lang="en-US" altLang="zh-TW" dirty="0"/>
              <a:t>0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如果讀取場景有使用數值方式，務必確認正確。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F6DB2DC-EB94-B19A-F14D-4FCD1E61D459}"/>
              </a:ext>
            </a:extLst>
          </p:cNvPr>
          <p:cNvSpPr/>
          <p:nvPr/>
        </p:nvSpPr>
        <p:spPr>
          <a:xfrm>
            <a:off x="4315900" y="1844824"/>
            <a:ext cx="4860032" cy="144016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157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359A058-6CFC-B4E9-5D77-3E5512360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1708657"/>
            <a:ext cx="4841644" cy="453435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FF6C2B6-8B40-BBA8-51B3-31B2B9C40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確認場景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4BE104-B3D9-CEF1-DD4E-ABC2DE6C2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3729608" cy="4325112"/>
          </a:xfrm>
        </p:spPr>
        <p:txBody>
          <a:bodyPr/>
          <a:lstStyle/>
          <a:p>
            <a:r>
              <a:rPr lang="zh-TW" altLang="en-US" dirty="0"/>
              <a:t>確認其他設定</a:t>
            </a:r>
            <a:endParaRPr lang="en-US" altLang="zh-TW" dirty="0"/>
          </a:p>
          <a:p>
            <a:pPr lvl="1"/>
            <a:r>
              <a:rPr lang="en-US" altLang="zh-TW" sz="2400" dirty="0"/>
              <a:t>Windows</a:t>
            </a:r>
            <a:r>
              <a:rPr lang="zh-TW" altLang="en-US" sz="2400" dirty="0"/>
              <a:t>與</a:t>
            </a:r>
            <a:r>
              <a:rPr lang="en-US" altLang="zh-TW" sz="2400" dirty="0" err="1"/>
              <a:t>Max,Linux</a:t>
            </a:r>
            <a:r>
              <a:rPr lang="zh-TW" altLang="en-US" sz="2400" dirty="0"/>
              <a:t>共用區域</a:t>
            </a:r>
            <a:endParaRPr lang="en-US" altLang="zh-TW" sz="2400" dirty="0"/>
          </a:p>
          <a:p>
            <a:pPr lvl="1"/>
            <a:r>
              <a:rPr lang="zh-TW" altLang="en-US" dirty="0"/>
              <a:t>偶而會打開</a:t>
            </a:r>
            <a:r>
              <a:rPr lang="en-US" altLang="zh-TW" dirty="0"/>
              <a:t>Development Build, </a:t>
            </a:r>
            <a:r>
              <a:rPr lang="en-US" altLang="zh-TW" dirty="0" err="1"/>
              <a:t>AutoConnect</a:t>
            </a:r>
            <a:r>
              <a:rPr lang="en-US" altLang="zh-TW" dirty="0"/>
              <a:t> Profiler, Script Debugging</a:t>
            </a:r>
            <a:r>
              <a:rPr lang="zh-TW" altLang="en-US" dirty="0"/>
              <a:t>做測試</a:t>
            </a:r>
            <a:endParaRPr lang="en-US" altLang="zh-TW" dirty="0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F6DB2DC-EB94-B19A-F14D-4FCD1E61D459}"/>
              </a:ext>
            </a:extLst>
          </p:cNvPr>
          <p:cNvSpPr/>
          <p:nvPr/>
        </p:nvSpPr>
        <p:spPr>
          <a:xfrm>
            <a:off x="6300192" y="3212976"/>
            <a:ext cx="2875740" cy="172819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5896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B9E11A2-BAFF-299A-196D-0CFE40FDA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51" y="2062711"/>
            <a:ext cx="4841644" cy="453435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690AF1D-E2ED-857A-BFE6-7C475B217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建置之前還有</a:t>
            </a:r>
            <a:r>
              <a:rPr lang="en-US" altLang="zh-TW" dirty="0"/>
              <a:t>..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DA5BD2-61B7-BC4A-A489-224E229CD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776" y="2249424"/>
            <a:ext cx="3302024" cy="4325112"/>
          </a:xfrm>
        </p:spPr>
        <p:txBody>
          <a:bodyPr/>
          <a:lstStyle/>
          <a:p>
            <a:r>
              <a:rPr lang="zh-TW" altLang="en-US" dirty="0"/>
              <a:t>圖片設定，若你的遊戲需要多平台，可能會需要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Player Settings</a:t>
            </a:r>
            <a:r>
              <a:rPr lang="zh-TW" altLang="en-US" dirty="0"/>
              <a:t>有更多設定</a:t>
            </a:r>
            <a:endParaRPr lang="en-US" altLang="zh-TW" dirty="0"/>
          </a:p>
          <a:p>
            <a:pPr lvl="1"/>
            <a:r>
              <a:rPr lang="en-US" altLang="zh-TW" dirty="0"/>
              <a:t>Player</a:t>
            </a:r>
            <a:r>
              <a:rPr lang="zh-TW" altLang="en-US" dirty="0"/>
              <a:t>這邊指</a:t>
            </a:r>
            <a:r>
              <a:rPr lang="en-US" altLang="zh-TW" dirty="0"/>
              <a:t>Unity</a:t>
            </a:r>
            <a:r>
              <a:rPr lang="zh-TW" altLang="en-US" dirty="0"/>
              <a:t>執行器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78A3B00-40D3-24D7-2347-C08E2D3112AD}"/>
              </a:ext>
            </a:extLst>
          </p:cNvPr>
          <p:cNvSpPr/>
          <p:nvPr/>
        </p:nvSpPr>
        <p:spPr>
          <a:xfrm>
            <a:off x="611560" y="5805265"/>
            <a:ext cx="2016224" cy="807254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711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2E4157-39C0-D1D5-C59D-08DBB9086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Player Setting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BE3B8A-F61A-DF82-3C6B-0C84D945C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公司名稱</a:t>
            </a:r>
            <a:endParaRPr lang="en-US" altLang="zh-TW" dirty="0"/>
          </a:p>
          <a:p>
            <a:r>
              <a:rPr lang="zh-TW" altLang="en-US" dirty="0"/>
              <a:t>產品名稱</a:t>
            </a:r>
            <a:endParaRPr lang="en-US" altLang="zh-TW" dirty="0"/>
          </a:p>
          <a:p>
            <a:r>
              <a:rPr lang="zh-TW" altLang="en-US" dirty="0"/>
              <a:t>版本</a:t>
            </a:r>
            <a:endParaRPr lang="en-US" altLang="zh-TW" dirty="0"/>
          </a:p>
          <a:p>
            <a:r>
              <a:rPr lang="en-US" altLang="zh-TW" dirty="0"/>
              <a:t>Icon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74C377E-90E4-AE32-25FE-A9F876D02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325" y="3670524"/>
            <a:ext cx="6458851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417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59304E-10CA-55AD-1EF4-A8B8A5695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Player Setting</a:t>
            </a:r>
            <a:r>
              <a:rPr lang="zh-TW" altLang="en-US" dirty="0"/>
              <a:t> </a:t>
            </a:r>
            <a:r>
              <a:rPr lang="en-US" altLang="zh-TW" dirty="0"/>
              <a:t>(Publishing Setting)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35668D-B93F-58DD-543C-EFB7408FF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Keystore</a:t>
            </a:r>
            <a:r>
              <a:rPr lang="zh-TW" altLang="en-US" dirty="0"/>
              <a:t>：用來讓</a:t>
            </a:r>
            <a:r>
              <a:rPr lang="en-US" altLang="zh-TW" dirty="0"/>
              <a:t>Google</a:t>
            </a:r>
            <a:r>
              <a:rPr lang="zh-TW" altLang="en-US" dirty="0"/>
              <a:t>了解這是由同一個公司</a:t>
            </a:r>
            <a:r>
              <a:rPr lang="en-US" altLang="zh-TW" dirty="0"/>
              <a:t>(</a:t>
            </a:r>
            <a:r>
              <a:rPr lang="zh-TW" altLang="en-US" dirty="0"/>
              <a:t>個人</a:t>
            </a:r>
            <a:r>
              <a:rPr lang="en-US" altLang="zh-TW" dirty="0"/>
              <a:t>)</a:t>
            </a:r>
            <a:r>
              <a:rPr lang="zh-TW" altLang="en-US" dirty="0"/>
              <a:t>所提供的</a:t>
            </a:r>
            <a:r>
              <a:rPr lang="en-US" altLang="zh-TW" dirty="0" err="1"/>
              <a:t>apk</a:t>
            </a:r>
            <a:r>
              <a:rPr lang="zh-TW" altLang="en-US" dirty="0"/>
              <a:t>。你必須建立自己的</a:t>
            </a:r>
            <a:r>
              <a:rPr lang="en-US" altLang="zh-TW" dirty="0"/>
              <a:t>keystore</a:t>
            </a:r>
            <a:r>
              <a:rPr lang="zh-TW" altLang="en-US"/>
              <a:t>並保存。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F9ADCC6-C8AA-8AE8-3F54-EDF1EC436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3573016"/>
            <a:ext cx="6696984" cy="289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758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BCC841-EDA2-9725-1419-1248B50C5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Player Setting</a:t>
            </a:r>
            <a:r>
              <a:rPr lang="zh-TW" altLang="en-US" dirty="0"/>
              <a:t> </a:t>
            </a:r>
            <a:r>
              <a:rPr lang="en-US" altLang="zh-TW" dirty="0"/>
              <a:t>(Other Setting)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27E345-2C31-99E1-CE0F-78A601A01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APK</a:t>
            </a:r>
            <a:r>
              <a:rPr lang="zh-TW" altLang="en-US" dirty="0"/>
              <a:t>真實</a:t>
            </a:r>
            <a:r>
              <a:rPr lang="en-US" altLang="zh-TW" dirty="0"/>
              <a:t>ID</a:t>
            </a:r>
          </a:p>
          <a:p>
            <a:r>
              <a:rPr lang="zh-TW" altLang="en-US" dirty="0"/>
              <a:t>版本</a:t>
            </a:r>
            <a:endParaRPr lang="en-US" altLang="zh-TW" dirty="0"/>
          </a:p>
          <a:p>
            <a:r>
              <a:rPr lang="zh-TW" altLang="en-US" dirty="0"/>
              <a:t>真實版本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966154E-0844-33A4-4776-414876244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4653136"/>
            <a:ext cx="7465363" cy="17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08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FB0FF4-BAFA-4DB5-6DB6-4C2E77B0C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Player Setting (Other Setting)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6BC648-7EE6-F232-5D6E-E23E42AFA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測試用</a:t>
            </a:r>
            <a:r>
              <a:rPr lang="en-US" altLang="zh-TW" dirty="0"/>
              <a:t>Debug (</a:t>
            </a:r>
            <a:r>
              <a:rPr lang="zh-TW" altLang="en-US" dirty="0"/>
              <a:t>正式版本務必全部關閉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313DE2B-5049-87C6-A8E7-C0BB96104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190" y="4475496"/>
            <a:ext cx="7568860" cy="181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4433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7093</TotalTime>
  <Words>323</Words>
  <Application>Microsoft Office PowerPoint</Application>
  <PresentationFormat>如螢幕大小 (4:3)</PresentationFormat>
  <Paragraphs>63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Arial</vt:lpstr>
      <vt:lpstr>Calibri</vt:lpstr>
      <vt:lpstr>Georgia</vt:lpstr>
      <vt:lpstr>Times New Roman</vt:lpstr>
      <vt:lpstr>Wingdings 2</vt:lpstr>
      <vt:lpstr>都會</vt:lpstr>
      <vt:lpstr>Lesson 15 手機建置</vt:lpstr>
      <vt:lpstr>手機應用程式</vt:lpstr>
      <vt:lpstr>手機應用程式 (使用Unity</vt:lpstr>
      <vt:lpstr>建置之前..</vt:lpstr>
      <vt:lpstr>建置位置</vt:lpstr>
      <vt:lpstr>選擇平台</vt:lpstr>
      <vt:lpstr>確認場景</vt:lpstr>
      <vt:lpstr>確認場景</vt:lpstr>
      <vt:lpstr>建置之前還有..</vt:lpstr>
      <vt:lpstr>Player Setting</vt:lpstr>
      <vt:lpstr>Player Setting (Publishing Setting)</vt:lpstr>
      <vt:lpstr>Player Setting (Other Setting)</vt:lpstr>
      <vt:lpstr>Player Setting (Other Setting)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510</cp:revision>
  <dcterms:created xsi:type="dcterms:W3CDTF">2024-11-18T05:57:07Z</dcterms:created>
  <dcterms:modified xsi:type="dcterms:W3CDTF">2025-04-10T09:31:26Z</dcterms:modified>
</cp:coreProperties>
</file>