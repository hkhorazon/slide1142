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11" autoAdjust="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A3EEAF-065D-475D-8058-07E926806314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41F32F-E31F-492B-A213-F4B1D5897EA8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unity3d.com/Packages/com.unity.cinemachine@2.10/manual/index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9</a:t>
            </a:r>
            <a:br>
              <a:rPr lang="en-US" altLang="zh-TW" dirty="0"/>
            </a:br>
            <a:r>
              <a:rPr lang="zh-TW" altLang="en-US" dirty="0"/>
              <a:t>攝影機 </a:t>
            </a:r>
            <a:r>
              <a:rPr lang="en-US" altLang="zh-TW" dirty="0" err="1"/>
              <a:t>CineMachine</a:t>
            </a:r>
            <a:endParaRPr lang="zh-TW" altLang="en-US" b="1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 dirty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手遊設計</a:t>
            </a:r>
            <a:endParaRPr lang="zh-TW" altLang="en-US" dirty="0"/>
          </a:p>
          <a:p>
            <a:endParaRPr lang="en-US" altLang="zh-TW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攝影機操作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我們要讓攝影機跟隨玩家角色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1</a:t>
            </a:r>
            <a:r>
              <a:rPr lang="zh-TW" altLang="en-US" dirty="0"/>
              <a:t>：讓攝影機成為</a:t>
            </a:r>
            <a:r>
              <a:rPr lang="zh-TW" altLang="en-US" b="1" dirty="0"/>
              <a:t>玩家角色</a:t>
            </a:r>
            <a:r>
              <a:rPr lang="zh-TW" altLang="en-US" dirty="0"/>
              <a:t>的子物件</a:t>
            </a:r>
            <a:endParaRPr lang="en-US" altLang="zh-TW" dirty="0"/>
          </a:p>
          <a:p>
            <a:pPr lvl="1"/>
            <a:r>
              <a:rPr lang="zh-TW" altLang="en-US" dirty="0"/>
              <a:t>方法</a:t>
            </a:r>
            <a:r>
              <a:rPr lang="en-US" altLang="zh-TW" dirty="0"/>
              <a:t>2</a:t>
            </a:r>
            <a:r>
              <a:rPr lang="zh-TW" altLang="en-US" dirty="0"/>
              <a:t>：以</a:t>
            </a:r>
            <a:r>
              <a:rPr lang="en-US" altLang="zh-TW" dirty="0"/>
              <a:t>Update</a:t>
            </a:r>
            <a:r>
              <a:rPr lang="zh-TW" altLang="en-US" dirty="0"/>
              <a:t>方式去跟隨玩家角色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使用方法</a:t>
            </a:r>
            <a:r>
              <a:rPr lang="en-US" altLang="zh-TW" dirty="0"/>
              <a:t>2</a:t>
            </a:r>
            <a:r>
              <a:rPr lang="zh-TW" altLang="en-US" dirty="0"/>
              <a:t>可以做更多順暢操作，如：延遲跟隨，但</a:t>
            </a:r>
            <a:r>
              <a:rPr lang="en-US" altLang="zh-TW" dirty="0"/>
              <a:t>Unity</a:t>
            </a:r>
            <a:r>
              <a:rPr lang="zh-TW" altLang="en-US" dirty="0"/>
              <a:t>提供更好的方法</a:t>
            </a:r>
            <a:r>
              <a:rPr lang="en-US" altLang="zh-TW" dirty="0" err="1"/>
              <a:t>Cinemachine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>
              <a:buNone/>
            </a:pPr>
            <a:endParaRPr lang="en-US" altLang="zh-TW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Cinemachine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Cinematic + Machine</a:t>
            </a:r>
          </a:p>
          <a:p>
            <a:endParaRPr lang="en-US" altLang="zh-TW" dirty="0"/>
          </a:p>
          <a:p>
            <a:r>
              <a:rPr lang="en-US" altLang="zh-TW" dirty="0"/>
              <a:t>2.10.3  (3.0+</a:t>
            </a:r>
            <a:r>
              <a:rPr lang="zh-TW" altLang="en-US" dirty="0"/>
              <a:t>版本必須要</a:t>
            </a:r>
            <a:r>
              <a:rPr lang="en-US" altLang="zh-TW" dirty="0"/>
              <a:t>Unity6)</a:t>
            </a:r>
          </a:p>
          <a:p>
            <a:r>
              <a:rPr lang="en-US" altLang="zh-TW" dirty="0" err="1"/>
              <a:t>PackageManager</a:t>
            </a:r>
            <a:r>
              <a:rPr lang="zh-TW" altLang="en-US" dirty="0"/>
              <a:t>安裝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建立</a:t>
            </a:r>
            <a:r>
              <a:rPr lang="en-US" altLang="zh-TW" dirty="0" err="1"/>
              <a:t>Cinemachine</a:t>
            </a:r>
            <a:r>
              <a:rPr lang="en-US" altLang="zh-TW" dirty="0"/>
              <a:t>/2D Camera</a:t>
            </a:r>
          </a:p>
          <a:p>
            <a:pPr lvl="1"/>
            <a:r>
              <a:rPr lang="en-US" altLang="zh-TW" dirty="0" err="1"/>
              <a:t>CinemachineVirtualCamera</a:t>
            </a:r>
            <a:endParaRPr lang="en-US" altLang="zh-TW" dirty="0"/>
          </a:p>
          <a:p>
            <a:pPr lvl="1"/>
            <a:r>
              <a:rPr lang="en-US" altLang="zh-TW" dirty="0"/>
              <a:t>Camera</a:t>
            </a:r>
            <a:r>
              <a:rPr lang="zh-TW" altLang="en-US" dirty="0"/>
              <a:t>物件中會自動建立</a:t>
            </a:r>
            <a:r>
              <a:rPr lang="en-US" altLang="zh-TW" dirty="0" err="1"/>
              <a:t>CinemachineBrain</a:t>
            </a:r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Brain</a:t>
            </a:r>
            <a:r>
              <a:rPr lang="zh-TW" altLang="en-US" dirty="0"/>
              <a:t>與</a:t>
            </a:r>
            <a:r>
              <a:rPr lang="en-US" altLang="zh-TW" dirty="0" err="1"/>
              <a:t>VirtualCamera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在遊戲中，通常只會有一個</a:t>
            </a:r>
            <a:r>
              <a:rPr lang="en-US" altLang="zh-TW" dirty="0"/>
              <a:t>Camera</a:t>
            </a:r>
            <a:r>
              <a:rPr lang="zh-TW" altLang="en-US" dirty="0"/>
              <a:t>。</a:t>
            </a:r>
            <a:endParaRPr lang="en-US" altLang="zh-TW" dirty="0"/>
          </a:p>
          <a:p>
            <a:pPr lvl="1"/>
            <a:r>
              <a:rPr lang="zh-TW" altLang="en-US" dirty="0"/>
              <a:t>實際上可以有多個</a:t>
            </a:r>
            <a:r>
              <a:rPr lang="en-US" altLang="zh-TW" dirty="0"/>
              <a:t>Camera</a:t>
            </a:r>
            <a:r>
              <a:rPr lang="zh-TW" altLang="en-US" dirty="0"/>
              <a:t>疊加畫面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 err="1"/>
              <a:t>Cinemachine</a:t>
            </a:r>
            <a:r>
              <a:rPr lang="zh-TW" altLang="en-US" dirty="0"/>
              <a:t>系統中允許有多個</a:t>
            </a:r>
            <a:r>
              <a:rPr lang="en-US" altLang="zh-TW" dirty="0" err="1"/>
              <a:t>VirtualCamera</a:t>
            </a:r>
            <a:endParaRPr lang="en-US" altLang="zh-TW" dirty="0"/>
          </a:p>
          <a:p>
            <a:r>
              <a:rPr lang="en-US" altLang="zh-TW" dirty="0" err="1"/>
              <a:t>Cinemachine</a:t>
            </a:r>
            <a:r>
              <a:rPr lang="zh-TW" altLang="en-US" dirty="0"/>
              <a:t>系統中</a:t>
            </a:r>
            <a:r>
              <a:rPr lang="en-US" altLang="zh-TW" dirty="0"/>
              <a:t>Camera</a:t>
            </a:r>
            <a:r>
              <a:rPr lang="zh-TW" altLang="en-US" dirty="0"/>
              <a:t>會交由</a:t>
            </a:r>
            <a:r>
              <a:rPr lang="en-US" altLang="zh-TW" dirty="0"/>
              <a:t>Brain</a:t>
            </a:r>
            <a:r>
              <a:rPr lang="zh-TW" altLang="en-US" dirty="0"/>
              <a:t>來控制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Camera</a:t>
            </a:r>
            <a:r>
              <a:rPr lang="zh-TW" altLang="en-US" dirty="0"/>
              <a:t>的位置可能會在某個</a:t>
            </a:r>
            <a:r>
              <a:rPr lang="en-US" altLang="zh-TW" dirty="0" err="1"/>
              <a:t>VirtualCamera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或在兩個之間過渡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Cinemachine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1600" dirty="0">
                <a:hlinkClick r:id="rId2"/>
              </a:rPr>
              <a:t>https://docs.unity3d.com/Packages/com.unity.cinemachine@2.10/manual/index.html</a:t>
            </a:r>
            <a:endParaRPr lang="en-US" altLang="zh-TW" sz="1600" dirty="0"/>
          </a:p>
          <a:p>
            <a:endParaRPr lang="en-US" altLang="zh-TW" sz="1800" dirty="0"/>
          </a:p>
          <a:p>
            <a:r>
              <a:rPr lang="zh-TW" altLang="en-US" dirty="0"/>
              <a:t>調整</a:t>
            </a:r>
            <a:r>
              <a:rPr lang="en-US" altLang="zh-TW" dirty="0" err="1"/>
              <a:t>CinemachineVirtualCamera</a:t>
            </a:r>
            <a:endParaRPr lang="en-US" altLang="zh-TW" dirty="0"/>
          </a:p>
          <a:p>
            <a:pPr lvl="1"/>
            <a:r>
              <a:rPr lang="en-US" altLang="zh-TW" dirty="0"/>
              <a:t>Lens</a:t>
            </a:r>
            <a:r>
              <a:rPr lang="zh-TW" altLang="en-US" dirty="0"/>
              <a:t>：</a:t>
            </a:r>
            <a:r>
              <a:rPr lang="en-US" altLang="zh-TW" dirty="0"/>
              <a:t>Perspective/Orthographic</a:t>
            </a:r>
            <a:r>
              <a:rPr lang="zh-TW" altLang="en-US" dirty="0"/>
              <a:t>等設定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Save During Play</a:t>
            </a:r>
          </a:p>
          <a:p>
            <a:pPr lvl="1"/>
            <a:endParaRPr lang="en-US" altLang="zh-TW" dirty="0"/>
          </a:p>
          <a:p>
            <a:pPr lvl="1"/>
            <a:r>
              <a:rPr lang="en-US" altLang="zh-TW" dirty="0"/>
              <a:t>Follow / </a:t>
            </a:r>
            <a:r>
              <a:rPr lang="en-US" altLang="zh-TW" dirty="0" err="1"/>
              <a:t>LookAt</a:t>
            </a:r>
            <a:endParaRPr lang="en-US" altLang="zh-TW" dirty="0"/>
          </a:p>
          <a:p>
            <a:endParaRPr lang="zh-TW" alt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Cinemachine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CinemachineVirtualCamera</a:t>
            </a:r>
            <a:r>
              <a:rPr lang="en-US" altLang="zh-TW" dirty="0"/>
              <a:t>  Body</a:t>
            </a:r>
            <a:r>
              <a:rPr lang="zh-TW" altLang="en-US" dirty="0"/>
              <a:t>部分</a:t>
            </a:r>
            <a:endParaRPr lang="en-US" altLang="zh-TW" dirty="0"/>
          </a:p>
          <a:p>
            <a:pPr lvl="1"/>
            <a:r>
              <a:rPr lang="zh-TW" altLang="en-US" dirty="0"/>
              <a:t>主要調整攝影機的位置</a:t>
            </a:r>
            <a:endParaRPr lang="en-US" altLang="zh-TW" dirty="0"/>
          </a:p>
          <a:p>
            <a:pPr lvl="1"/>
            <a:r>
              <a:rPr lang="zh-TW" altLang="en-US" dirty="0"/>
              <a:t>模式：</a:t>
            </a:r>
            <a:r>
              <a:rPr lang="en-US" dirty="0"/>
              <a:t>Framing </a:t>
            </a:r>
            <a:r>
              <a:rPr lang="en-US" dirty="0" err="1"/>
              <a:t>Transposer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跟隨目標的模式</a:t>
            </a:r>
            <a:r>
              <a:rPr lang="en-US" altLang="zh-TW" dirty="0"/>
              <a:t>)</a:t>
            </a:r>
            <a:endParaRPr lang="en-US" dirty="0"/>
          </a:p>
          <a:p>
            <a:pPr lvl="2"/>
            <a:r>
              <a:rPr lang="en-US" altLang="zh-TW" dirty="0"/>
              <a:t>Damping</a:t>
            </a:r>
          </a:p>
          <a:p>
            <a:pPr lvl="2"/>
            <a:r>
              <a:rPr lang="en-US" altLang="zh-TW" dirty="0"/>
              <a:t>Screen X Y</a:t>
            </a:r>
          </a:p>
          <a:p>
            <a:pPr lvl="2"/>
            <a:r>
              <a:rPr lang="en-US" altLang="zh-TW" dirty="0"/>
              <a:t>Dead Zone</a:t>
            </a:r>
          </a:p>
          <a:p>
            <a:pPr lvl="2"/>
            <a:r>
              <a:rPr lang="en-US" altLang="zh-TW" dirty="0"/>
              <a:t>Soft Zone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Cinemachine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Aim</a:t>
            </a:r>
          </a:p>
          <a:p>
            <a:pPr lvl="1"/>
            <a:r>
              <a:rPr lang="zh-TW" altLang="en-US" dirty="0"/>
              <a:t>調整攝影機轉向相關的</a:t>
            </a:r>
            <a:endParaRPr lang="en-US" altLang="zh-TW" dirty="0"/>
          </a:p>
          <a:p>
            <a:pPr lvl="1"/>
            <a:r>
              <a:rPr lang="zh-TW" altLang="en-US" dirty="0"/>
              <a:t>由於目前在</a:t>
            </a:r>
            <a:r>
              <a:rPr lang="en-US" altLang="zh-TW" dirty="0"/>
              <a:t>2d Orthographic</a:t>
            </a:r>
            <a:r>
              <a:rPr lang="zh-TW" altLang="en-US" dirty="0"/>
              <a:t>模式，目前維持</a:t>
            </a:r>
            <a:r>
              <a:rPr lang="en-US" altLang="zh-TW" dirty="0"/>
              <a:t>Nothing</a:t>
            </a:r>
            <a:r>
              <a:rPr lang="zh-TW" altLang="en-US" dirty="0"/>
              <a:t>即可。</a:t>
            </a:r>
            <a:endParaRPr lang="en-US" altLang="zh-TW" dirty="0"/>
          </a:p>
          <a:p>
            <a:pPr lvl="1"/>
            <a:endParaRPr lang="en-US" altLang="zh-TW" dirty="0"/>
          </a:p>
          <a:p>
            <a:r>
              <a:rPr lang="en-US" altLang="zh-TW" dirty="0"/>
              <a:t>Noise</a:t>
            </a:r>
          </a:p>
          <a:p>
            <a:pPr lvl="1"/>
            <a:r>
              <a:rPr lang="zh-TW" altLang="en-US" dirty="0"/>
              <a:t>給予攝影機雜訊，使其晃動。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Cinemachine</a:t>
            </a:r>
            <a:r>
              <a:rPr lang="zh-TW" altLang="en-US" dirty="0"/>
              <a:t> </a:t>
            </a:r>
            <a:r>
              <a:rPr lang="en-US" altLang="zh-TW" dirty="0"/>
              <a:t>- Extension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新增</a:t>
            </a:r>
            <a:r>
              <a:rPr lang="en-US" altLang="zh-TW" dirty="0"/>
              <a:t>Confiner 2D</a:t>
            </a:r>
          </a:p>
          <a:p>
            <a:pPr lvl="1"/>
            <a:r>
              <a:rPr lang="zh-TW" altLang="en-US" dirty="0"/>
              <a:t>將攝影機控制在一定的範圍內</a:t>
            </a:r>
            <a:endParaRPr lang="en-US" altLang="zh-TW" dirty="0"/>
          </a:p>
          <a:p>
            <a:pPr lvl="1"/>
            <a:r>
              <a:rPr lang="zh-TW" altLang="en-US" dirty="0"/>
              <a:t>指定一個</a:t>
            </a:r>
            <a:r>
              <a:rPr lang="en-US" altLang="zh-TW" dirty="0"/>
              <a:t>PolygonCollider2D</a:t>
            </a:r>
          </a:p>
          <a:p>
            <a:pPr lvl="2"/>
            <a:r>
              <a:rPr lang="zh-TW" altLang="en-US" dirty="0"/>
              <a:t>調整</a:t>
            </a:r>
            <a:r>
              <a:rPr lang="en-US" altLang="zh-TW" dirty="0"/>
              <a:t>Collider</a:t>
            </a:r>
            <a:r>
              <a:rPr lang="zh-TW" altLang="en-US" dirty="0"/>
              <a:t>形狀、大小</a:t>
            </a:r>
            <a:endParaRPr lang="en-US" altLang="zh-TW" dirty="0"/>
          </a:p>
          <a:p>
            <a:pPr lvl="2"/>
            <a:r>
              <a:rPr lang="en-US" altLang="zh-TW" dirty="0" err="1"/>
              <a:t>IsTrigger</a:t>
            </a:r>
            <a:r>
              <a:rPr lang="en-US" altLang="zh-TW" dirty="0"/>
              <a:t> = True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6692</TotalTime>
  <Words>267</Words>
  <Application>Microsoft Office PowerPoint</Application>
  <PresentationFormat>如螢幕大小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Arial</vt:lpstr>
      <vt:lpstr>Calibri</vt:lpstr>
      <vt:lpstr>Georgia</vt:lpstr>
      <vt:lpstr>Times New Roman</vt:lpstr>
      <vt:lpstr>Wingdings 2</vt:lpstr>
      <vt:lpstr>都會</vt:lpstr>
      <vt:lpstr>Lesson 9 攝影機 CineMachine</vt:lpstr>
      <vt:lpstr>攝影機操作</vt:lpstr>
      <vt:lpstr>Cinemachine</vt:lpstr>
      <vt:lpstr>Brain與VirtualCamera</vt:lpstr>
      <vt:lpstr>Cinemachine</vt:lpstr>
      <vt:lpstr>Cinemachine </vt:lpstr>
      <vt:lpstr>Cinemachine</vt:lpstr>
      <vt:lpstr>Cinemachine - Extension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447</cp:revision>
  <dcterms:created xsi:type="dcterms:W3CDTF">2024-11-18T05:57:07Z</dcterms:created>
  <dcterms:modified xsi:type="dcterms:W3CDTF">2025-02-14T01:43:01Z</dcterms:modified>
</cp:coreProperties>
</file>