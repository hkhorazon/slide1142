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88" r:id="rId3"/>
    <p:sldId id="289" r:id="rId4"/>
    <p:sldId id="290" r:id="rId5"/>
    <p:sldId id="291" r:id="rId6"/>
    <p:sldId id="292" r:id="rId7"/>
    <p:sldId id="293" r:id="rId8"/>
    <p:sldId id="294" r:id="rId9"/>
    <p:sldId id="296" r:id="rId10"/>
    <p:sldId id="295" r:id="rId11"/>
    <p:sldId id="298" r:id="rId12"/>
    <p:sldId id="297" r:id="rId1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88" autoAdjust="0"/>
    <p:restoredTop sz="94660"/>
  </p:normalViewPr>
  <p:slideViewPr>
    <p:cSldViewPr>
      <p:cViewPr varScale="1">
        <p:scale>
          <a:sx n="104" d="100"/>
          <a:sy n="104" d="100"/>
        </p:scale>
        <p:origin x="213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12</a:t>
            </a:r>
            <a:br>
              <a:rPr lang="en-US" altLang="zh-TW" dirty="0"/>
            </a:br>
            <a:r>
              <a:rPr lang="en-US" altLang="zh-TW" dirty="0"/>
              <a:t>Figma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b="0" i="0" dirty="0">
                <a:solidFill>
                  <a:srgbClr val="003399"/>
                </a:solidFill>
                <a:effectLst/>
                <a:latin typeface="Times New Roman" panose="02020603050405020304" pitchFamily="18" charset="0"/>
              </a:rPr>
              <a:t>互動媒體製作</a:t>
            </a:r>
            <a:endParaRPr lang="en-US" altLang="zh-TW"/>
          </a:p>
          <a:p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7497BE-D1DE-F760-D604-E9D7BDAE7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Create Component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AD37267-B167-F4F4-7F3E-A2188F184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4325112"/>
          </a:xfrm>
        </p:spPr>
        <p:txBody>
          <a:bodyPr/>
          <a:lstStyle/>
          <a:p>
            <a:r>
              <a:rPr lang="zh-TW" altLang="en-US" dirty="0"/>
              <a:t>將多個元件組合後做成一個可重複使用的元件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10EA8BE-F9F0-D7A0-A0DF-010014E53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3343263"/>
            <a:ext cx="2838846" cy="301984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5F84F99-C84F-C9C6-DA86-7A6316BC6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4926" y="3426831"/>
            <a:ext cx="2248214" cy="284837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61B801FF-1250-D5C9-DC10-98759A20A5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9976" y="3429000"/>
            <a:ext cx="1047896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35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DFAF8C-74E7-9E65-2BEB-AAB08D18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Create Component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2F7CB2-A6B4-3D0E-2446-195ADF7510D3}"/>
              </a:ext>
            </a:extLst>
          </p:cNvPr>
          <p:cNvSpPr>
            <a:spLocks noGrp="1"/>
          </p:cNvSpPr>
          <p:nvPr>
            <p:ph idx="1"/>
          </p:nvPr>
        </p:nvSpPr>
        <p:spPr>
          <a:ln w="76200">
            <a:noFill/>
          </a:ln>
        </p:spPr>
        <p:txBody>
          <a:bodyPr/>
          <a:lstStyle/>
          <a:p>
            <a:r>
              <a:rPr lang="zh-TW" altLang="en-US" dirty="0"/>
              <a:t>為元件添加</a:t>
            </a:r>
            <a:r>
              <a:rPr lang="en-US" altLang="zh-TW" dirty="0"/>
              <a:t>property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使用</a:t>
            </a:r>
            <a:r>
              <a:rPr lang="en-US" altLang="zh-TW" dirty="0"/>
              <a:t>Property</a:t>
            </a:r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29E4D20-2847-101D-AFDB-B31EEA036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2852936"/>
            <a:ext cx="3456384" cy="101194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3A378B0-DCEB-CC27-349D-D4321E65D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20" y="4797152"/>
            <a:ext cx="3740859" cy="1152128"/>
          </a:xfrm>
          <a:prstGeom prst="rect">
            <a:avLst/>
          </a:prstGeo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0791074A-8D90-0009-75EC-579A090F4DB9}"/>
              </a:ext>
            </a:extLst>
          </p:cNvPr>
          <p:cNvSpPr/>
          <p:nvPr/>
        </p:nvSpPr>
        <p:spPr>
          <a:xfrm>
            <a:off x="5088524" y="5212980"/>
            <a:ext cx="864096" cy="792088"/>
          </a:xfrm>
          <a:prstGeom prst="ellipse">
            <a:avLst/>
          </a:prstGeom>
          <a:noFill/>
          <a:ln w="762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282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C35769-F26C-2F47-5900-075E2F153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預覽畫面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E7601E-9091-C806-3A40-CF8E9898B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按下</a:t>
            </a:r>
            <a:r>
              <a:rPr lang="en-US" altLang="zh-TW" dirty="0"/>
              <a:t>Play</a:t>
            </a:r>
            <a:r>
              <a:rPr lang="zh-TW" altLang="en-US" dirty="0"/>
              <a:t>按鈕</a:t>
            </a:r>
            <a:endParaRPr lang="en-US" altLang="zh-TW" dirty="0"/>
          </a:p>
          <a:p>
            <a:pPr lvl="1"/>
            <a:r>
              <a:rPr lang="zh-TW" altLang="en-US" dirty="0"/>
              <a:t>可選擇在當前畫面或另開新視窗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必須要有個</a:t>
            </a:r>
            <a:r>
              <a:rPr lang="en-US" altLang="zh-TW" dirty="0"/>
              <a:t>Frame</a:t>
            </a:r>
            <a:r>
              <a:rPr lang="zh-TW" altLang="en-US" dirty="0"/>
              <a:t>才可預覽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51113E5-D10C-A43B-C673-7E5598172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64" y="4365104"/>
            <a:ext cx="2880320" cy="159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556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4881AE-8518-1320-9DF3-1A710223A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Frame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Prototype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CE3E986-9A1F-AFF6-A509-92736A903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Prototype</a:t>
            </a:r>
            <a:r>
              <a:rPr lang="zh-TW" altLang="en-US" dirty="0"/>
              <a:t>為</a:t>
            </a:r>
            <a:r>
              <a:rPr lang="en-US" altLang="zh-TW" dirty="0"/>
              <a:t>Figma</a:t>
            </a:r>
            <a:r>
              <a:rPr lang="zh-TW" altLang="en-US" dirty="0"/>
              <a:t>中，對</a:t>
            </a:r>
            <a:r>
              <a:rPr lang="en-US" altLang="zh-TW" dirty="0"/>
              <a:t>UX</a:t>
            </a:r>
            <a:r>
              <a:rPr lang="zh-TW" altLang="en-US" dirty="0"/>
              <a:t>操作的功能的名稱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滾動方式</a:t>
            </a:r>
            <a:endParaRPr lang="en-US" altLang="zh-TW" dirty="0"/>
          </a:p>
          <a:p>
            <a:endParaRPr lang="en-US" altLang="zh-TW" dirty="0"/>
          </a:p>
          <a:p>
            <a:pPr marL="109728" indent="0">
              <a:buNone/>
            </a:pPr>
            <a:endParaRPr lang="en-US" altLang="zh-TW" dirty="0"/>
          </a:p>
          <a:p>
            <a:pPr marL="109728" indent="0">
              <a:buNone/>
            </a:pPr>
            <a:endParaRPr lang="en-US" altLang="zh-TW" dirty="0"/>
          </a:p>
          <a:p>
            <a:r>
              <a:rPr lang="zh-TW" altLang="en-US" dirty="0"/>
              <a:t>子物件也可以設定滾動方式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1A49C1C-65F8-E4F5-84AE-709DC7EA5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112" y="5176762"/>
            <a:ext cx="2362530" cy="107647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DB1EEF4D-A1A0-B340-F529-83B209FAE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72" y="3284984"/>
            <a:ext cx="2486372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528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F4E862-9644-363A-7928-860E9C57B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Prototype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Interaction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6A1668-D9AE-CF07-C5D0-19F4D20CC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新增觸發與動作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直接以拖拉方式</a:t>
            </a:r>
            <a:endParaRPr lang="en-US" altLang="zh-TW" dirty="0"/>
          </a:p>
          <a:p>
            <a:pPr lvl="1"/>
            <a:r>
              <a:rPr lang="zh-TW" altLang="en-US" dirty="0"/>
              <a:t>元件 至 外部</a:t>
            </a:r>
            <a:r>
              <a:rPr lang="en-US" altLang="zh-TW" dirty="0"/>
              <a:t>Frame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7725A34-CF29-6145-5698-3E49F0942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2806431"/>
            <a:ext cx="3960440" cy="1245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35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E24FBB-0C91-AA57-8EBD-40C08A6D5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Prototype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Interaction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3697534-EDE2-8046-904C-364FFE453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觸發種類</a:t>
            </a:r>
            <a:endParaRPr lang="en-US" altLang="zh-TW" dirty="0"/>
          </a:p>
          <a:p>
            <a:pPr lvl="1"/>
            <a:r>
              <a:rPr lang="zh-TW" altLang="en-US" dirty="0"/>
              <a:t>決定由何種事件來觸發動作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447E726-6E97-A2BE-B900-57C169D6E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152" y="1556792"/>
            <a:ext cx="2362248" cy="487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604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7A40CF-F393-B84D-2225-12FD3BB2E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Prototype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Interaction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102161-3B5B-8803-A2E3-A48BDEF96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動作種類</a:t>
            </a:r>
            <a:endParaRPr lang="en-US" altLang="zh-TW" dirty="0"/>
          </a:p>
          <a:p>
            <a:pPr lvl="1"/>
            <a:r>
              <a:rPr lang="zh-TW" altLang="en-US" dirty="0"/>
              <a:t>觸發後執行的動作</a:t>
            </a:r>
            <a:endParaRPr lang="en-US" altLang="zh-TW" dirty="0"/>
          </a:p>
          <a:p>
            <a:pPr lvl="1"/>
            <a:r>
              <a:rPr lang="zh-TW" altLang="en-US" dirty="0"/>
              <a:t>部分功能需付費使用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4B5AC3B-E0A7-BD32-CF60-F9B69E65F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20" y="1253449"/>
            <a:ext cx="2693888" cy="5299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227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B7EB24-B639-5A01-E7E4-764AFC678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運用</a:t>
            </a:r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0670798-DC9E-F13A-CD56-0B50C1366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OnTap</a:t>
            </a:r>
            <a:r>
              <a:rPr lang="en-US" altLang="zh-TW" dirty="0"/>
              <a:t> =&gt; Open Link</a:t>
            </a:r>
          </a:p>
          <a:p>
            <a:pPr lvl="1"/>
            <a:r>
              <a:rPr lang="zh-TW" altLang="en-US" dirty="0"/>
              <a:t>超連結概念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err="1"/>
              <a:t>OnTap</a:t>
            </a:r>
            <a:r>
              <a:rPr lang="en-US" altLang="zh-TW" dirty="0"/>
              <a:t> </a:t>
            </a:r>
            <a:r>
              <a:rPr lang="zh-TW" altLang="en-US" dirty="0"/>
              <a:t> </a:t>
            </a:r>
            <a:r>
              <a:rPr lang="en-US" altLang="zh-TW" dirty="0"/>
              <a:t>=&gt;</a:t>
            </a:r>
            <a:r>
              <a:rPr lang="zh-TW" altLang="en-US" dirty="0"/>
              <a:t> </a:t>
            </a:r>
            <a:r>
              <a:rPr lang="en-US" altLang="zh-TW" dirty="0"/>
              <a:t>Navigate to</a:t>
            </a:r>
          </a:p>
          <a:p>
            <a:pPr lvl="1"/>
            <a:r>
              <a:rPr lang="zh-TW" altLang="en-US" dirty="0"/>
              <a:t>換頁概念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err="1"/>
              <a:t>OnTap</a:t>
            </a:r>
            <a:r>
              <a:rPr lang="en-US" altLang="zh-TW" dirty="0"/>
              <a:t> =&gt; Scroll</a:t>
            </a:r>
            <a:r>
              <a:rPr lang="zh-TW" altLang="en-US" dirty="0"/>
              <a:t> </a:t>
            </a:r>
            <a:r>
              <a:rPr lang="en-US" altLang="zh-TW" dirty="0"/>
              <a:t>To</a:t>
            </a:r>
          </a:p>
          <a:p>
            <a:pPr lvl="1"/>
            <a:r>
              <a:rPr lang="zh-TW" altLang="en-US" dirty="0"/>
              <a:t>回到頁首</a:t>
            </a:r>
            <a:endParaRPr lang="en-US" altLang="zh-TW" dirty="0"/>
          </a:p>
          <a:p>
            <a:endParaRPr lang="en-US" altLang="zh-TW" dirty="0"/>
          </a:p>
          <a:p>
            <a:pPr marL="109728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931135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B7EB24-B639-5A01-E7E4-764AFC678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運用</a:t>
            </a:r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0670798-DC9E-F13A-CD56-0B50C1366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Overlay</a:t>
            </a:r>
          </a:p>
          <a:p>
            <a:pPr lvl="1"/>
            <a:r>
              <a:rPr lang="zh-TW" altLang="en-US" dirty="0"/>
              <a:t>開關覆蓋功能</a:t>
            </a:r>
            <a:endParaRPr lang="en-US" altLang="zh-TW" dirty="0"/>
          </a:p>
          <a:p>
            <a:pPr lvl="1"/>
            <a:r>
              <a:rPr lang="zh-TW" altLang="en-US" dirty="0"/>
              <a:t>用於額外選單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11973F4-52D2-8105-0923-0EC5C2B43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359206"/>
            <a:ext cx="5220072" cy="353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52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3098D9-74F1-E809-D725-112BA7240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匯出功能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ED6E7A-D4E2-43E9-4379-B173AFEDF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/>
              <a:t>Slice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Export</a:t>
            </a:r>
            <a:r>
              <a:rPr lang="zh-TW" altLang="en-US" dirty="0"/>
              <a:t>檔案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38E56A9-106C-2B52-309F-D737F4CDB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072" y="1904715"/>
            <a:ext cx="2584447" cy="155654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51B5E45D-4FF2-74C3-E72E-8730C788A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912" y="3643142"/>
            <a:ext cx="3791815" cy="284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302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AD3E44-ED90-7FA7-73F6-EC2388156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Figma</a:t>
            </a:r>
            <a:r>
              <a:rPr lang="zh-TW" altLang="en-US" dirty="0"/>
              <a:t>的使用與問題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6010F8-00F2-B272-6F57-7868E3385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優點</a:t>
            </a:r>
            <a:endParaRPr lang="en-US" altLang="zh-TW" dirty="0"/>
          </a:p>
          <a:p>
            <a:pPr lvl="1"/>
            <a:r>
              <a:rPr lang="zh-TW" altLang="en-US" dirty="0"/>
              <a:t>方便使用 </a:t>
            </a:r>
            <a:r>
              <a:rPr lang="en-US" altLang="zh-TW" dirty="0"/>
              <a:t>(</a:t>
            </a:r>
            <a:r>
              <a:rPr lang="zh-TW" altLang="en-US" dirty="0"/>
              <a:t>匯出圖檔方便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向量圖 </a:t>
            </a:r>
            <a:r>
              <a:rPr lang="en-US" altLang="zh-TW" dirty="0"/>
              <a:t>(</a:t>
            </a:r>
            <a:r>
              <a:rPr lang="zh-TW" altLang="en-US" dirty="0"/>
              <a:t>製作圖片也不錯</a:t>
            </a:r>
            <a:r>
              <a:rPr lang="en-US" altLang="zh-TW" dirty="0"/>
              <a:t>)</a:t>
            </a:r>
          </a:p>
          <a:p>
            <a:pPr lvl="1"/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缺點</a:t>
            </a:r>
            <a:endParaRPr lang="en-US" altLang="zh-TW" dirty="0"/>
          </a:p>
          <a:p>
            <a:pPr lvl="1"/>
            <a:r>
              <a:rPr lang="zh-TW" altLang="en-US" dirty="0"/>
              <a:t>可形成網頁，但無法細部修改</a:t>
            </a:r>
            <a:endParaRPr lang="en-US" altLang="zh-TW" dirty="0"/>
          </a:p>
          <a:p>
            <a:pPr lvl="1"/>
            <a:r>
              <a:rPr lang="zh-TW" altLang="en-US" dirty="0"/>
              <a:t>建議只當作</a:t>
            </a:r>
            <a:r>
              <a:rPr lang="en-US" altLang="zh-TW" dirty="0"/>
              <a:t>UI UX</a:t>
            </a:r>
            <a:r>
              <a:rPr lang="zh-TW" altLang="en-US" dirty="0"/>
              <a:t>規劃的工具</a:t>
            </a:r>
            <a:endParaRPr lang="en-US" altLang="zh-TW" dirty="0"/>
          </a:p>
          <a:p>
            <a:pPr lvl="1"/>
            <a:r>
              <a:rPr lang="zh-TW" altLang="en-US" dirty="0"/>
              <a:t>可攜帶但只能使用</a:t>
            </a:r>
            <a:r>
              <a:rPr lang="en-US" altLang="zh-TW" dirty="0"/>
              <a:t>Figma</a:t>
            </a:r>
            <a:r>
              <a:rPr lang="zh-TW" altLang="en-US" dirty="0"/>
              <a:t>格式</a:t>
            </a:r>
          </a:p>
        </p:txBody>
      </p:sp>
    </p:spTree>
    <p:extLst>
      <p:ext uri="{BB962C8B-B14F-4D97-AF65-F5344CB8AC3E}">
        <p14:creationId xmlns:p14="http://schemas.microsoft.com/office/powerpoint/2010/main" val="3720328635"/>
      </p:ext>
    </p:extLst>
  </p:cSld>
  <p:clrMapOvr>
    <a:masterClrMapping/>
  </p:clrMapOvr>
</p:sld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495</TotalTime>
  <Words>206</Words>
  <Application>Microsoft Office PowerPoint</Application>
  <PresentationFormat>如螢幕大小 (4:3)</PresentationFormat>
  <Paragraphs>67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Arial</vt:lpstr>
      <vt:lpstr>Georgia</vt:lpstr>
      <vt:lpstr>Times New Roman</vt:lpstr>
      <vt:lpstr>Wingdings 2</vt:lpstr>
      <vt:lpstr>都會</vt:lpstr>
      <vt:lpstr>Lesson 12 Figma 2</vt:lpstr>
      <vt:lpstr>Create Component</vt:lpstr>
      <vt:lpstr>Create Component</vt:lpstr>
      <vt:lpstr>預覽畫面</vt:lpstr>
      <vt:lpstr>Frame : Prototype</vt:lpstr>
      <vt:lpstr>Prototype : Interaction</vt:lpstr>
      <vt:lpstr>Prototype : Interaction</vt:lpstr>
      <vt:lpstr>Prototype : Interaction</vt:lpstr>
      <vt:lpstr>運用1</vt:lpstr>
      <vt:lpstr>運用2</vt:lpstr>
      <vt:lpstr>匯出功能</vt:lpstr>
      <vt:lpstr>Figma的使用與問題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60</cp:revision>
  <dcterms:created xsi:type="dcterms:W3CDTF">2024-11-18T05:57:07Z</dcterms:created>
  <dcterms:modified xsi:type="dcterms:W3CDTF">2025-04-08T06:34:02Z</dcterms:modified>
</cp:coreProperties>
</file>