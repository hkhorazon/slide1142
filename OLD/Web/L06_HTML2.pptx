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5" r:id="rId3"/>
    <p:sldId id="289" r:id="rId4"/>
    <p:sldId id="290" r:id="rId5"/>
    <p:sldId id="291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6</a:t>
            </a:r>
            <a:br>
              <a:rPr lang="en-US" altLang="zh-TW" dirty="0"/>
            </a:br>
            <a:r>
              <a:rPr lang="en-US" altLang="zh-TW" dirty="0"/>
              <a:t>HTML-2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</a:t>
            </a:r>
            <a:r>
              <a:rPr lang="en-US" altLang="zh-TW" dirty="0"/>
              <a:t>html</a:t>
            </a:r>
            <a:r>
              <a:rPr lang="zh-TW" altLang="en-US" dirty="0"/>
              <a:t>檔案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143248"/>
            <a:ext cx="8409312" cy="281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D396C-3013-8E0A-643B-7DE97B0B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DIV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F264E5-4508-B1A9-7BF0-F885DDCA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古老的網頁會使用隱藏式表格來做排版，但現在已經很少使用，而改用</a:t>
            </a:r>
            <a:r>
              <a:rPr lang="en-US" altLang="zh-TW" dirty="0"/>
              <a:t>&lt;div&gt;</a:t>
            </a:r>
            <a:r>
              <a:rPr lang="zh-TW" altLang="en-US" dirty="0"/>
              <a:t>，他只是一種容器，無任何展示內容。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我們接下來會使用</a:t>
            </a:r>
            <a:r>
              <a:rPr lang="en-US" altLang="zh-TW" dirty="0"/>
              <a:t>&lt;div&gt;</a:t>
            </a:r>
            <a:r>
              <a:rPr lang="zh-TW" altLang="en-US" dirty="0"/>
              <a:t>做排版，但有可能太多</a:t>
            </a:r>
            <a:r>
              <a:rPr lang="en-US" altLang="zh-TW" dirty="0"/>
              <a:t>&lt;div&gt;</a:t>
            </a:r>
            <a:r>
              <a:rPr lang="zh-TW" altLang="en-US" dirty="0"/>
              <a:t>，又需要給予</a:t>
            </a:r>
            <a:r>
              <a:rPr lang="en-US" altLang="zh-TW" dirty="0"/>
              <a:t>class</a:t>
            </a:r>
            <a:r>
              <a:rPr lang="zh-TW" altLang="en-US" dirty="0"/>
              <a:t>名，我們可以改為使用其他的容器來做排版。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6322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718F8-68C5-A7A6-A68E-544A4EC1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FBADE6-5D60-F489-C4E5-A0EE9C7AC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50D561-A637-644E-26E0-ECC3ED5D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548680"/>
            <a:ext cx="3062329" cy="61677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22144EE-8A52-9EFF-33F2-B50231943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656" y="537280"/>
            <a:ext cx="3081812" cy="618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9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A05C4A-1D82-F718-26CF-FE683374D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872" y="764704"/>
            <a:ext cx="5266928" cy="580983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&lt;header&gt; </a:t>
            </a:r>
            <a:r>
              <a:rPr lang="zh-TW" altLang="en-US" dirty="0"/>
              <a:t>通常為最上方，不是</a:t>
            </a:r>
            <a:r>
              <a:rPr lang="en-US" altLang="zh-TW" dirty="0"/>
              <a:t>&lt;head&gt;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&lt;nav&gt;</a:t>
            </a:r>
            <a:r>
              <a:rPr lang="zh-TW" altLang="en-US" dirty="0"/>
              <a:t> 導航列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dirty="0"/>
              <a:t>&lt;main&gt; </a:t>
            </a:r>
            <a:r>
              <a:rPr lang="zh-TW" altLang="en-US" dirty="0"/>
              <a:t>主要區域，一個網頁中只能有一個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dirty="0"/>
              <a:t>&lt;aside&gt; </a:t>
            </a:r>
            <a:r>
              <a:rPr lang="zh-TW" altLang="en-US" dirty="0"/>
              <a:t>側邊欄，公告資訊、文章連結、作者資訊等等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dirty="0"/>
              <a:t>&lt;footer&gt;</a:t>
            </a:r>
            <a:r>
              <a:rPr lang="zh-TW" altLang="en-US" dirty="0"/>
              <a:t> 網頁底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dirty="0"/>
              <a:t>&lt;address&gt;</a:t>
            </a:r>
            <a:r>
              <a:rPr lang="zh-TW" altLang="en-US" dirty="0"/>
              <a:t> 地址、聯繫資訊等</a:t>
            </a: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dirty="0"/>
              <a:t>&lt;section&gt; </a:t>
            </a:r>
            <a:r>
              <a:rPr lang="zh-TW" altLang="en-US" dirty="0"/>
              <a:t>段落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dirty="0"/>
              <a:t>&lt;article&gt;</a:t>
            </a:r>
            <a:r>
              <a:rPr lang="zh-TW" altLang="en-US" dirty="0"/>
              <a:t> 文章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0C280E-2989-891F-4126-BAD0518E4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0688"/>
            <a:ext cx="3081812" cy="618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77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631</TotalTime>
  <Words>150</Words>
  <Application>Microsoft Office PowerPoint</Application>
  <PresentationFormat>如螢幕大小 (4:3)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Georgia</vt:lpstr>
      <vt:lpstr>Times New Roman</vt:lpstr>
      <vt:lpstr>Wingdings 2</vt:lpstr>
      <vt:lpstr>都會</vt:lpstr>
      <vt:lpstr>Lesson 6 HTML-2</vt:lpstr>
      <vt:lpstr>新html檔案</vt:lpstr>
      <vt:lpstr>DIV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88</cp:revision>
  <dcterms:created xsi:type="dcterms:W3CDTF">2024-11-18T05:57:07Z</dcterms:created>
  <dcterms:modified xsi:type="dcterms:W3CDTF">2025-03-11T04:22:36Z</dcterms:modified>
</cp:coreProperties>
</file>