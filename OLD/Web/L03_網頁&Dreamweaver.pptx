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2" r:id="rId3"/>
    <p:sldId id="273" r:id="rId4"/>
    <p:sldId id="274" r:id="rId5"/>
    <p:sldId id="269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3</a:t>
            </a:r>
            <a:br>
              <a:rPr lang="en-US" altLang="zh-TW" dirty="0"/>
            </a:br>
            <a:r>
              <a:rPr lang="zh-TW" altLang="en-US" dirty="0"/>
              <a:t>網頁</a:t>
            </a:r>
            <a:r>
              <a:rPr lang="en-US" altLang="zh-TW" dirty="0"/>
              <a:t> &amp; Dreamweaver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超文本標記語言 </a:t>
            </a:r>
            <a:r>
              <a:rPr lang="en-US" altLang="zh-TW" dirty="0"/>
              <a:t>(</a:t>
            </a:r>
            <a:r>
              <a:rPr lang="en-US" altLang="zh-TW" dirty="0" err="1"/>
              <a:t>HyperText</a:t>
            </a:r>
            <a:r>
              <a:rPr lang="en-US" altLang="zh-TW" dirty="0"/>
              <a:t> Markup Language)</a:t>
            </a:r>
          </a:p>
          <a:p>
            <a:r>
              <a:rPr lang="zh-TW" altLang="en-US" dirty="0"/>
              <a:t>標記語言</a:t>
            </a:r>
            <a:r>
              <a:rPr lang="zh-TW" altLang="en-US" b="1" dirty="0">
                <a:solidFill>
                  <a:srgbClr val="FF0000"/>
                </a:solidFill>
              </a:rPr>
              <a:t>不是</a:t>
            </a:r>
            <a:r>
              <a:rPr lang="zh-TW" altLang="en-US" dirty="0"/>
              <a:t>程式語言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建立網頁的標準標記語言</a:t>
            </a:r>
            <a:endParaRPr lang="en-US" altLang="zh-TW" dirty="0"/>
          </a:p>
          <a:p>
            <a:r>
              <a:rPr lang="zh-TW" altLang="en-US" dirty="0"/>
              <a:t>目前為</a:t>
            </a:r>
            <a:r>
              <a:rPr lang="en-US" altLang="zh-TW" dirty="0"/>
              <a:t>HTML5</a:t>
            </a:r>
          </a:p>
          <a:p>
            <a:endParaRPr lang="en-US" altLang="zh-TW" dirty="0"/>
          </a:p>
          <a:p>
            <a:r>
              <a:rPr lang="zh-TW" altLang="en-US" dirty="0"/>
              <a:t>純文字檔案、副檔名為</a:t>
            </a:r>
            <a:r>
              <a:rPr lang="en-US" altLang="zh-TW" dirty="0"/>
              <a:t>.html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讀懂HTML、CSS，入門網頁程式設計- ALPHA Ca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3033697"/>
            <a:ext cx="3643306" cy="38861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CSS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階層式樣式表 </a:t>
            </a:r>
            <a:r>
              <a:rPr lang="en-US" altLang="zh-TW" dirty="0"/>
              <a:t>(Cascading Style Sheets)</a:t>
            </a:r>
          </a:p>
          <a:p>
            <a:r>
              <a:rPr lang="zh-TW" altLang="en-US" dirty="0"/>
              <a:t>為了結構化文件</a:t>
            </a:r>
            <a:r>
              <a:rPr lang="en-US" altLang="zh-TW" dirty="0"/>
              <a:t>(HTML)</a:t>
            </a:r>
            <a:r>
              <a:rPr lang="zh-TW" altLang="en-US" dirty="0"/>
              <a:t>增加樣式 </a:t>
            </a:r>
            <a:r>
              <a:rPr lang="en-US" altLang="zh-TW" dirty="0"/>
              <a:t>(</a:t>
            </a:r>
            <a:r>
              <a:rPr lang="zh-TW" altLang="en-US" dirty="0"/>
              <a:t>色彩、自型</a:t>
            </a:r>
            <a:r>
              <a:rPr lang="en-US" altLang="zh-TW" dirty="0"/>
              <a:t>)</a:t>
            </a:r>
          </a:p>
          <a:p>
            <a:r>
              <a:rPr lang="zh-TW" altLang="en-US" b="1" dirty="0">
                <a:solidFill>
                  <a:srgbClr val="FF0000"/>
                </a:solidFill>
              </a:rPr>
              <a:t>不是</a:t>
            </a:r>
            <a:r>
              <a:rPr lang="zh-TW" altLang="en-US" dirty="0"/>
              <a:t>程式語言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無法單獨使用</a:t>
            </a:r>
            <a:endParaRPr lang="en-US" altLang="zh-TW" dirty="0"/>
          </a:p>
          <a:p>
            <a:r>
              <a:rPr lang="zh-TW" altLang="en-US" dirty="0"/>
              <a:t>目前為</a:t>
            </a:r>
            <a:r>
              <a:rPr lang="en-US" altLang="zh-TW" dirty="0"/>
              <a:t>CSS3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JavaScript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直譯式程式語言</a:t>
            </a:r>
            <a:endParaRPr lang="en-US" altLang="zh-TW" dirty="0"/>
          </a:p>
          <a:p>
            <a:r>
              <a:rPr lang="zh-TW" altLang="en-US" dirty="0"/>
              <a:t>主要用於網頁的前端設計 </a:t>
            </a:r>
            <a:endParaRPr lang="en-US" altLang="zh-TW" dirty="0"/>
          </a:p>
          <a:p>
            <a:pPr lvl="1"/>
            <a:r>
              <a:rPr lang="zh-TW" altLang="en-US" dirty="0"/>
              <a:t>瀏覽器事件作回應 </a:t>
            </a:r>
            <a:r>
              <a:rPr lang="en-US" altLang="zh-TW" dirty="0"/>
              <a:t>(</a:t>
            </a:r>
            <a:r>
              <a:rPr lang="zh-TW" altLang="en-US" dirty="0"/>
              <a:t>按鈕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讀寫</a:t>
            </a:r>
            <a:r>
              <a:rPr lang="en-US" altLang="zh-TW" dirty="0"/>
              <a:t>HTML</a:t>
            </a:r>
            <a:r>
              <a:rPr lang="zh-TW" altLang="en-US" dirty="0"/>
              <a:t>元素</a:t>
            </a:r>
            <a:endParaRPr lang="en-US" altLang="zh-TW" dirty="0"/>
          </a:p>
          <a:p>
            <a:pPr lvl="1"/>
            <a:r>
              <a:rPr lang="zh-TW" altLang="en-US" dirty="0"/>
              <a:t>在前端做邏輯判斷 </a:t>
            </a:r>
            <a:r>
              <a:rPr lang="en-US" altLang="zh-TW" dirty="0"/>
              <a:t>(ex.</a:t>
            </a:r>
            <a:r>
              <a:rPr lang="zh-TW" altLang="en-US" dirty="0"/>
              <a:t>驗證身分證長度格式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目前也在其他範圍使用</a:t>
            </a:r>
            <a:endParaRPr lang="en-US" altLang="zh-TW" dirty="0"/>
          </a:p>
          <a:p>
            <a:pPr lvl="1"/>
            <a:r>
              <a:rPr lang="en-US" altLang="zh-TW"/>
              <a:t>AJAX </a:t>
            </a:r>
            <a:r>
              <a:rPr lang="zh-TW" altLang="en-US"/>
              <a:t>技術 </a:t>
            </a:r>
            <a:r>
              <a:rPr lang="en-US" altLang="zh-TW" dirty="0"/>
              <a:t>(</a:t>
            </a:r>
            <a:r>
              <a:rPr lang="en-US" altLang="zh-TW" dirty="0" err="1"/>
              <a:t>JQuery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後端：</a:t>
            </a:r>
            <a:r>
              <a:rPr lang="en-US" altLang="zh-TW" dirty="0"/>
              <a:t>Node.js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Dreamweaver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214554"/>
            <a:ext cx="8229600" cy="4325112"/>
          </a:xfrm>
        </p:spPr>
        <p:txBody>
          <a:bodyPr>
            <a:normAutofit/>
          </a:bodyPr>
          <a:lstStyle/>
          <a:p>
            <a:r>
              <a:rPr lang="zh-TW" altLang="en-US" dirty="0"/>
              <a:t>原先</a:t>
            </a:r>
            <a:r>
              <a:rPr lang="en-US" altLang="zh-TW" dirty="0"/>
              <a:t>(1997)</a:t>
            </a:r>
            <a:r>
              <a:rPr lang="zh-TW" altLang="en-US" dirty="0"/>
              <a:t>由</a:t>
            </a:r>
            <a:r>
              <a:rPr lang="en-US" altLang="zh-TW" dirty="0"/>
              <a:t>Macromedia</a:t>
            </a:r>
            <a:r>
              <a:rPr lang="zh-TW" altLang="en-US" dirty="0"/>
              <a:t>開發，而後</a:t>
            </a:r>
            <a:r>
              <a:rPr lang="en-US" altLang="zh-TW" dirty="0"/>
              <a:t>(2005)</a:t>
            </a:r>
            <a:r>
              <a:rPr lang="zh-TW" altLang="en-US" dirty="0"/>
              <a:t>由</a:t>
            </a:r>
            <a:r>
              <a:rPr lang="en-US" altLang="zh-TW" dirty="0"/>
              <a:t>Adobe</a:t>
            </a:r>
            <a:r>
              <a:rPr lang="zh-TW" altLang="en-US" dirty="0"/>
              <a:t>收購。</a:t>
            </a:r>
            <a:endParaRPr lang="en-US" altLang="zh-TW" dirty="0"/>
          </a:p>
          <a:p>
            <a:r>
              <a:rPr lang="zh-TW" altLang="en-US" dirty="0"/>
              <a:t>網頁製作工具 </a:t>
            </a:r>
            <a:r>
              <a:rPr lang="en-US" altLang="zh-TW" dirty="0"/>
              <a:t>(IDE</a:t>
            </a:r>
            <a:r>
              <a:rPr lang="zh-TW" altLang="en-US" dirty="0"/>
              <a:t> </a:t>
            </a:r>
            <a:r>
              <a:rPr lang="en-US" altLang="zh-TW" sz="1800" dirty="0"/>
              <a:t>Integrated Development </a:t>
            </a:r>
            <a:r>
              <a:rPr lang="en-US" altLang="zh-TW" sz="1800" dirty="0" err="1"/>
              <a:t>Enivroment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製作網頁 </a:t>
            </a:r>
            <a:r>
              <a:rPr lang="en-US" altLang="zh-TW" dirty="0"/>
              <a:t>(</a:t>
            </a:r>
            <a:r>
              <a:rPr lang="zh-TW" altLang="en-US" dirty="0"/>
              <a:t>所見即所得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可編輯</a:t>
            </a:r>
            <a:r>
              <a:rPr lang="en-US" altLang="zh-TW" dirty="0"/>
              <a:t>HTML</a:t>
            </a:r>
            <a:r>
              <a:rPr lang="zh-TW" altLang="en-US" dirty="0"/>
              <a:t>、</a:t>
            </a:r>
            <a:r>
              <a:rPr lang="en-US" altLang="zh-TW" dirty="0"/>
              <a:t>CSS</a:t>
            </a:r>
          </a:p>
          <a:p>
            <a:r>
              <a:rPr lang="zh-TW" altLang="en-US" dirty="0"/>
              <a:t>亦支援多種語法的顯示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安裝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211</TotalTime>
  <Words>178</Words>
  <Application>Microsoft Office PowerPoint</Application>
  <PresentationFormat>如螢幕大小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Georgia</vt:lpstr>
      <vt:lpstr>Times New Roman</vt:lpstr>
      <vt:lpstr>Wingdings 2</vt:lpstr>
      <vt:lpstr>都會</vt:lpstr>
      <vt:lpstr>Lesson 3 網頁 &amp; Dreamweaver</vt:lpstr>
      <vt:lpstr>HTML</vt:lpstr>
      <vt:lpstr>CSS</vt:lpstr>
      <vt:lpstr>JavaScript</vt:lpstr>
      <vt:lpstr>Dreamweaver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50</cp:revision>
  <dcterms:created xsi:type="dcterms:W3CDTF">2024-11-18T05:57:07Z</dcterms:created>
  <dcterms:modified xsi:type="dcterms:W3CDTF">2025-02-14T01:33:14Z</dcterms:modified>
</cp:coreProperties>
</file>