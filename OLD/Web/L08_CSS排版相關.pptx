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65" r:id="rId4"/>
    <p:sldId id="267" r:id="rId5"/>
    <p:sldId id="266" r:id="rId6"/>
    <p:sldId id="268" r:id="rId7"/>
    <p:sldId id="269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47" autoAdjust="0"/>
  </p:normalViewPr>
  <p:slideViewPr>
    <p:cSldViewPr>
      <p:cViewPr varScale="1">
        <p:scale>
          <a:sx n="105" d="100"/>
          <a:sy n="105" d="100"/>
        </p:scale>
        <p:origin x="179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2025/3/25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2025/3/25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2025/3/25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8</a:t>
            </a:r>
            <a:br>
              <a:rPr lang="en-US" altLang="zh-TW" dirty="0"/>
            </a:br>
            <a:r>
              <a:rPr lang="en-US" altLang="zh-TW" dirty="0"/>
              <a:t>CSS </a:t>
            </a:r>
            <a:r>
              <a:rPr lang="zh-TW" altLang="en-US" dirty="0"/>
              <a:t>排版相關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互動媒體製作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C9C6C8-2534-E4D7-7685-81FB0318C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632" y="2924944"/>
            <a:ext cx="6768752" cy="3649592"/>
          </a:xfrm>
        </p:spPr>
        <p:txBody>
          <a:bodyPr/>
          <a:lstStyle/>
          <a:p>
            <a:pPr marL="109728" indent="0">
              <a:buNone/>
            </a:pPr>
            <a:r>
              <a:rPr lang="en-US" altLang="zh-TW" dirty="0"/>
              <a:t>p</a:t>
            </a:r>
            <a:r>
              <a:rPr lang="zh-TW" altLang="en-US" dirty="0"/>
              <a:t> </a:t>
            </a:r>
            <a:r>
              <a:rPr lang="en-US" altLang="zh-TW" dirty="0"/>
              <a:t>{</a:t>
            </a:r>
          </a:p>
          <a:p>
            <a:pPr marL="109728" indent="0">
              <a:buNone/>
            </a:pPr>
            <a:r>
              <a:rPr lang="en-US" altLang="zh-TW" dirty="0"/>
              <a:t>	color : red ;</a:t>
            </a:r>
          </a:p>
          <a:p>
            <a:pPr marL="109728" indent="0">
              <a:buNone/>
            </a:pPr>
            <a:r>
              <a:rPr lang="en-US" altLang="zh-TW" dirty="0"/>
              <a:t>	background-color : </a:t>
            </a:r>
            <a:r>
              <a:rPr lang="en-US" altLang="zh-TW" dirty="0" err="1"/>
              <a:t>darkorchid</a:t>
            </a:r>
            <a:r>
              <a:rPr lang="en-US" altLang="zh-TW" dirty="0"/>
              <a:t> ;</a:t>
            </a:r>
          </a:p>
          <a:p>
            <a:pPr marL="109728" indent="0">
              <a:buNone/>
            </a:pPr>
            <a:r>
              <a:rPr lang="en-US" altLang="zh-TW" dirty="0"/>
              <a:t>}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45BD1D-8D15-B427-0F7D-F56E4B61E5D6}"/>
              </a:ext>
            </a:extLst>
          </p:cNvPr>
          <p:cNvSpPr/>
          <p:nvPr/>
        </p:nvSpPr>
        <p:spPr>
          <a:xfrm>
            <a:off x="1331640" y="3026672"/>
            <a:ext cx="432048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317A2C7-BAE8-CF31-54A4-E653958DC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CSS</a:t>
            </a:r>
            <a:r>
              <a:rPr lang="zh-TW" altLang="en-US" dirty="0"/>
              <a:t>基本結構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7DD4198-DEC1-A023-D935-2BCB61946CC5}"/>
              </a:ext>
            </a:extLst>
          </p:cNvPr>
          <p:cNvSpPr txBox="1"/>
          <p:nvPr/>
        </p:nvSpPr>
        <p:spPr>
          <a:xfrm>
            <a:off x="683568" y="2470343"/>
            <a:ext cx="266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  <a:highlight>
                  <a:srgbClr val="000000"/>
                </a:highlight>
              </a:rPr>
              <a:t>Selector </a:t>
            </a:r>
            <a:r>
              <a:rPr lang="zh-TW" altLang="en-US" sz="2400" dirty="0">
                <a:solidFill>
                  <a:srgbClr val="FF0000"/>
                </a:solidFill>
                <a:highlight>
                  <a:srgbClr val="000000"/>
                </a:highlight>
              </a:rPr>
              <a:t>選擇器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BAADC8-3F60-5F27-9C9E-FA88CA30E0BC}"/>
              </a:ext>
            </a:extLst>
          </p:cNvPr>
          <p:cNvSpPr/>
          <p:nvPr/>
        </p:nvSpPr>
        <p:spPr>
          <a:xfrm>
            <a:off x="2199192" y="3453000"/>
            <a:ext cx="860640" cy="43204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EF7A47-FCAF-18DB-8B28-01669FEA83D4}"/>
              </a:ext>
            </a:extLst>
          </p:cNvPr>
          <p:cNvSpPr/>
          <p:nvPr/>
        </p:nvSpPr>
        <p:spPr>
          <a:xfrm>
            <a:off x="2199192" y="3925992"/>
            <a:ext cx="2876864" cy="43204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46592EF-8F7A-D87E-5415-EA2242BF8AFE}"/>
              </a:ext>
            </a:extLst>
          </p:cNvPr>
          <p:cNvSpPr txBox="1"/>
          <p:nvPr/>
        </p:nvSpPr>
        <p:spPr>
          <a:xfrm>
            <a:off x="2123728" y="4731143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C000"/>
                </a:solidFill>
                <a:highlight>
                  <a:srgbClr val="000000"/>
                </a:highlight>
              </a:rPr>
              <a:t>Attribute </a:t>
            </a:r>
            <a:r>
              <a:rPr lang="zh-TW" altLang="en-US" sz="2400" dirty="0">
                <a:solidFill>
                  <a:srgbClr val="FFC000"/>
                </a:solidFill>
                <a:highlight>
                  <a:srgbClr val="000000"/>
                </a:highlight>
              </a:rPr>
              <a:t>屬性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DF55C7-F007-1777-8F1F-235C7F15F248}"/>
              </a:ext>
            </a:extLst>
          </p:cNvPr>
          <p:cNvSpPr/>
          <p:nvPr/>
        </p:nvSpPr>
        <p:spPr>
          <a:xfrm>
            <a:off x="3234738" y="3439272"/>
            <a:ext cx="689190" cy="43204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92D050"/>
              </a:solidFill>
              <a:highlight>
                <a:srgbClr val="00FF00"/>
              </a:highlight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6EE3884-AE29-14E5-CFCD-FF2FF9A3F17E}"/>
              </a:ext>
            </a:extLst>
          </p:cNvPr>
          <p:cNvSpPr/>
          <p:nvPr/>
        </p:nvSpPr>
        <p:spPr>
          <a:xfrm>
            <a:off x="5292080" y="3925992"/>
            <a:ext cx="1728192" cy="43204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92D050"/>
              </a:solidFill>
              <a:highlight>
                <a:srgbClr val="00FF00"/>
              </a:highlight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B897A1A-A6BF-64ED-D683-F73A043A52F9}"/>
              </a:ext>
            </a:extLst>
          </p:cNvPr>
          <p:cNvSpPr txBox="1"/>
          <p:nvPr/>
        </p:nvSpPr>
        <p:spPr>
          <a:xfrm>
            <a:off x="5076056" y="4731142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92D050"/>
                </a:solidFill>
                <a:highlight>
                  <a:srgbClr val="000000"/>
                </a:highlight>
              </a:rPr>
              <a:t>Value </a:t>
            </a:r>
            <a:r>
              <a:rPr lang="zh-TW" altLang="en-US" sz="2400" dirty="0">
                <a:solidFill>
                  <a:srgbClr val="92D050"/>
                </a:solidFill>
                <a:highlight>
                  <a:srgbClr val="000000"/>
                </a:highlight>
              </a:rPr>
              <a:t>值</a:t>
            </a:r>
          </a:p>
        </p:txBody>
      </p:sp>
    </p:spTree>
    <p:extLst>
      <p:ext uri="{BB962C8B-B14F-4D97-AF65-F5344CB8AC3E}">
        <p14:creationId xmlns:p14="http://schemas.microsoft.com/office/powerpoint/2010/main" val="647964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1072D5-CC50-727C-C964-965DF941D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屬性</a:t>
            </a:r>
            <a:r>
              <a:rPr lang="en-US" altLang="zh-TW" dirty="0"/>
              <a:t>&amp;</a:t>
            </a:r>
            <a:r>
              <a:rPr lang="zh-TW" altLang="en-US" dirty="0"/>
              <a:t>值 </a:t>
            </a:r>
            <a:r>
              <a:rPr lang="en-US" altLang="zh-TW" dirty="0"/>
              <a:t>(</a:t>
            </a:r>
            <a:r>
              <a:rPr lang="zh-TW" altLang="en-US" dirty="0"/>
              <a:t>控制位置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C6094E-E904-8348-B87E-4D8CEEE11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position</a:t>
            </a:r>
          </a:p>
          <a:p>
            <a:pPr lvl="1"/>
            <a:r>
              <a:rPr lang="en-US" altLang="zh-TW" sz="2400" dirty="0"/>
              <a:t>static (</a:t>
            </a:r>
            <a:r>
              <a:rPr lang="zh-TW" altLang="en-US" sz="2400" dirty="0"/>
              <a:t>類似於</a:t>
            </a:r>
            <a:r>
              <a:rPr lang="en-US" altLang="zh-TW" sz="2400" dirty="0"/>
              <a:t>relative</a:t>
            </a:r>
            <a:r>
              <a:rPr lang="zh-TW" altLang="en-US" sz="2400" dirty="0"/>
              <a:t>，但不可用</a:t>
            </a:r>
            <a:r>
              <a:rPr lang="en-US" altLang="zh-TW" sz="2400" dirty="0"/>
              <a:t>top/left</a:t>
            </a:r>
            <a:r>
              <a:rPr lang="zh-TW" altLang="en-US" sz="2400" dirty="0"/>
              <a:t>等</a:t>
            </a:r>
            <a:r>
              <a:rPr lang="en-US" altLang="zh-TW" sz="2400" dirty="0"/>
              <a:t>)</a:t>
            </a:r>
          </a:p>
          <a:p>
            <a:pPr lvl="1"/>
            <a:r>
              <a:rPr lang="en-US" altLang="zh-TW" sz="2400" dirty="0"/>
              <a:t>relative</a:t>
            </a:r>
            <a:r>
              <a:rPr lang="zh-TW" altLang="en-US" sz="2400" dirty="0"/>
              <a:t>  </a:t>
            </a:r>
            <a:r>
              <a:rPr lang="en-US" altLang="zh-TW" sz="2400" dirty="0"/>
              <a:t>(</a:t>
            </a:r>
            <a:r>
              <a:rPr lang="zh-TW" altLang="en-US" sz="2400" dirty="0"/>
              <a:t>相對，相對於上層元素的位置</a:t>
            </a:r>
            <a:r>
              <a:rPr lang="en-US" altLang="zh-TW" sz="2400" dirty="0"/>
              <a:t>) </a:t>
            </a:r>
          </a:p>
          <a:p>
            <a:pPr lvl="1"/>
            <a:r>
              <a:rPr lang="en-US" altLang="zh-TW" sz="2400" dirty="0"/>
              <a:t>absolute</a:t>
            </a:r>
            <a:r>
              <a:rPr lang="zh-TW" altLang="en-US" sz="2400" dirty="0"/>
              <a:t> </a:t>
            </a:r>
            <a:r>
              <a:rPr lang="en-US" altLang="zh-TW" sz="2400" dirty="0"/>
              <a:t>(</a:t>
            </a:r>
            <a:r>
              <a:rPr lang="zh-TW" altLang="en-US" sz="2400" dirty="0"/>
              <a:t>絕對，上層必須為</a:t>
            </a:r>
            <a:r>
              <a:rPr lang="en-US" altLang="zh-TW" sz="2400" dirty="0"/>
              <a:t>relative)</a:t>
            </a:r>
          </a:p>
          <a:p>
            <a:pPr lvl="1"/>
            <a:r>
              <a:rPr lang="en-US" altLang="zh-TW" sz="2400" dirty="0"/>
              <a:t>fixed (</a:t>
            </a:r>
            <a:r>
              <a:rPr lang="zh-TW" altLang="en-US" sz="2400" dirty="0"/>
              <a:t>固定，永遠在固定位置，不會因捲動改變</a:t>
            </a:r>
            <a:r>
              <a:rPr lang="en-US" altLang="zh-TW" sz="2400" dirty="0"/>
              <a:t>)</a:t>
            </a:r>
          </a:p>
          <a:p>
            <a:pPr lvl="1"/>
            <a:r>
              <a:rPr lang="en-US" altLang="zh-TW" sz="2400" dirty="0"/>
              <a:t>sticky (</a:t>
            </a:r>
            <a:r>
              <a:rPr lang="zh-TW" altLang="en-US" sz="2400" dirty="0"/>
              <a:t>便利貼模式，只能設置</a:t>
            </a:r>
            <a:r>
              <a:rPr lang="en-US" altLang="zh-TW" sz="2400" dirty="0"/>
              <a:t>top)</a:t>
            </a:r>
          </a:p>
        </p:txBody>
      </p:sp>
    </p:spTree>
    <p:extLst>
      <p:ext uri="{BB962C8B-B14F-4D97-AF65-F5344CB8AC3E}">
        <p14:creationId xmlns:p14="http://schemas.microsoft.com/office/powerpoint/2010/main" val="3841960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4AC9A8-B6FE-CA13-72B1-D6ACDDAB1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CSS</a:t>
            </a:r>
            <a:r>
              <a:rPr lang="zh-TW" altLang="en-US" dirty="0"/>
              <a:t>排版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294D7C-0305-6CCF-C7ED-70A360418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重新認識排版</a:t>
            </a:r>
            <a:endParaRPr lang="en-US" altLang="zh-TW" dirty="0"/>
          </a:p>
          <a:p>
            <a:pPr lvl="1"/>
            <a:r>
              <a:rPr lang="zh-TW" altLang="en-US" dirty="0"/>
              <a:t>在</a:t>
            </a:r>
            <a:r>
              <a:rPr lang="en-US" altLang="zh-TW" dirty="0"/>
              <a:t>html</a:t>
            </a:r>
            <a:r>
              <a:rPr lang="zh-TW" altLang="en-US" dirty="0"/>
              <a:t>中，每個元素都視為一個盒子 </a:t>
            </a:r>
            <a:r>
              <a:rPr lang="en-US" altLang="zh-TW" dirty="0"/>
              <a:t>(Box Model)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不同盒子間的距離稱為</a:t>
            </a:r>
            <a:r>
              <a:rPr lang="zh-TW" altLang="en-US" b="1" dirty="0"/>
              <a:t>邊</a:t>
            </a:r>
            <a:r>
              <a:rPr lang="en-US" altLang="zh-TW" b="1" dirty="0"/>
              <a:t>margin</a:t>
            </a:r>
          </a:p>
          <a:p>
            <a:r>
              <a:rPr lang="zh-TW" altLang="en-US" dirty="0"/>
              <a:t>盒子內中心為</a:t>
            </a:r>
            <a:r>
              <a:rPr lang="zh-TW" altLang="en-US" b="1" dirty="0"/>
              <a:t>內容</a:t>
            </a:r>
            <a:r>
              <a:rPr lang="en-US" altLang="zh-TW" b="1" dirty="0"/>
              <a:t>content</a:t>
            </a:r>
            <a:r>
              <a:rPr lang="zh-TW" altLang="en-US" dirty="0"/>
              <a:t>、有</a:t>
            </a:r>
            <a:r>
              <a:rPr lang="zh-TW" altLang="en-US" b="1" dirty="0"/>
              <a:t>外框</a:t>
            </a:r>
            <a:r>
              <a:rPr lang="en-US" altLang="zh-TW" b="1" dirty="0"/>
              <a:t>border</a:t>
            </a:r>
            <a:r>
              <a:rPr lang="zh-TW" altLang="en-US" dirty="0"/>
              <a:t>，外框與內容間可以額外設定</a:t>
            </a:r>
            <a:r>
              <a:rPr lang="zh-TW" altLang="en-US" b="1" dirty="0"/>
              <a:t>填充</a:t>
            </a:r>
            <a:r>
              <a:rPr lang="en-US" altLang="zh-TW" b="1" dirty="0"/>
              <a:t>padding</a:t>
            </a:r>
          </a:p>
          <a:p>
            <a:pPr lvl="1"/>
            <a:r>
              <a:rPr lang="zh-TW" altLang="en-US" dirty="0"/>
              <a:t>盒子的大小為</a:t>
            </a:r>
            <a:r>
              <a:rPr lang="en-US" altLang="zh-TW" dirty="0"/>
              <a:t>content + padding + border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25367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2628B6-957E-10A6-B4D8-0B929E0D8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8CC53D4B-C22F-EBD5-BCF9-6B829314A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27CA29D-B533-96DF-4470-5911EE179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548680"/>
            <a:ext cx="5616624" cy="6178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8232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B6B051-03DE-C076-BC23-721273E52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CSS</a:t>
            </a:r>
            <a:r>
              <a:rPr lang="zh-TW" altLang="en-US" dirty="0"/>
              <a:t>排版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FA351E-3AF9-4530-68A1-5F07CBBAE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由於盒子的大小為</a:t>
            </a:r>
            <a:r>
              <a:rPr lang="en-US" altLang="zh-TW" dirty="0"/>
              <a:t>content + padding + border</a:t>
            </a:r>
            <a:endParaRPr lang="zh-TW" altLang="en-US" dirty="0"/>
          </a:p>
          <a:p>
            <a:endParaRPr lang="en-US" altLang="zh-TW" dirty="0"/>
          </a:p>
          <a:p>
            <a:r>
              <a:rPr lang="zh-TW" altLang="en-US" dirty="0"/>
              <a:t>當你設定</a:t>
            </a:r>
            <a:r>
              <a:rPr lang="en-US" altLang="zh-TW" dirty="0"/>
              <a:t>width/height</a:t>
            </a:r>
            <a:r>
              <a:rPr lang="zh-TW" altLang="en-US" dirty="0"/>
              <a:t>時，實際只設定</a:t>
            </a:r>
            <a:r>
              <a:rPr lang="en-US" altLang="zh-TW" dirty="0"/>
              <a:t>content</a:t>
            </a:r>
            <a:r>
              <a:rPr lang="zh-TW" altLang="en-US" dirty="0"/>
              <a:t>的大小，此時可以使用</a:t>
            </a:r>
            <a:r>
              <a:rPr lang="en-US" altLang="zh-TW" dirty="0"/>
              <a:t>box-sizing</a:t>
            </a:r>
            <a:r>
              <a:rPr lang="zh-TW" altLang="en-US" dirty="0"/>
              <a:t>來指定此計算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b="0" i="0" dirty="0" err="1">
                <a:solidFill>
                  <a:srgbClr val="4C4C4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box-sizing:content-box</a:t>
            </a:r>
            <a:endParaRPr lang="en-US" altLang="zh-TW" b="0" i="0" dirty="0">
              <a:solidFill>
                <a:srgbClr val="4C4C4C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solidFill>
                  <a:srgbClr val="4C4C4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預設，實際寬高要加上</a:t>
            </a:r>
            <a:r>
              <a:rPr lang="en-US" altLang="zh-TW" dirty="0">
                <a:solidFill>
                  <a:srgbClr val="4C4C4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border &amp; padding</a:t>
            </a:r>
          </a:p>
          <a:p>
            <a:r>
              <a:rPr lang="en-US" altLang="zh-TW" b="0" i="0" dirty="0" err="1">
                <a:solidFill>
                  <a:srgbClr val="4C4C4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box-sizing:border-box</a:t>
            </a:r>
            <a:endParaRPr lang="en-US" altLang="zh-TW" b="0" i="0" dirty="0">
              <a:solidFill>
                <a:srgbClr val="4C4C4C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b="0" i="0" dirty="0">
                <a:solidFill>
                  <a:srgbClr val="4C4C4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實際寬高等於設定數值 </a:t>
            </a:r>
            <a:r>
              <a:rPr lang="en-US" altLang="zh-TW" b="0" i="0" dirty="0">
                <a:solidFill>
                  <a:srgbClr val="4C4C4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0" i="0" dirty="0">
                <a:solidFill>
                  <a:srgbClr val="4C4C4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已包含</a:t>
            </a:r>
            <a:r>
              <a:rPr lang="en-US" altLang="zh-TW" b="0" i="0" dirty="0">
                <a:solidFill>
                  <a:srgbClr val="4C4C4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border</a:t>
            </a:r>
            <a:r>
              <a:rPr lang="zh-TW" altLang="en-US" b="0" i="0" dirty="0">
                <a:solidFill>
                  <a:srgbClr val="4C4C4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0" i="0" dirty="0">
                <a:solidFill>
                  <a:srgbClr val="4C4C4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b="0" i="0" dirty="0">
                <a:solidFill>
                  <a:srgbClr val="4C4C4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solidFill>
                  <a:srgbClr val="4C4C4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padding)</a:t>
            </a:r>
            <a:endParaRPr lang="en-US" altLang="zh-TW" b="0" i="0" dirty="0">
              <a:solidFill>
                <a:srgbClr val="4C4C4C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08851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6B57DB-13B0-2C39-6055-418FC97B2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CSS</a:t>
            </a:r>
            <a:r>
              <a:rPr lang="zh-TW" altLang="en-US" dirty="0"/>
              <a:t>排版的設定方式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73BA19-1495-2B78-FF01-8D1488644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1~4</a:t>
            </a:r>
            <a:r>
              <a:rPr lang="zh-TW" altLang="en-US" dirty="0"/>
              <a:t>個數值的設定方式</a:t>
            </a:r>
            <a:endParaRPr lang="en-US" altLang="zh-TW" dirty="0"/>
          </a:p>
          <a:p>
            <a:pPr lvl="1"/>
            <a:r>
              <a:rPr lang="en-US" altLang="zh-TW" dirty="0"/>
              <a:t>margin:</a:t>
            </a:r>
            <a:r>
              <a:rPr lang="zh-TW" altLang="en-US" dirty="0"/>
              <a:t> 所有邊</a:t>
            </a:r>
            <a:r>
              <a:rPr lang="en-US" altLang="zh-TW" dirty="0"/>
              <a:t>;</a:t>
            </a:r>
          </a:p>
          <a:p>
            <a:pPr lvl="1"/>
            <a:r>
              <a:rPr lang="en-US" altLang="zh-TW" dirty="0"/>
              <a:t>margin:</a:t>
            </a:r>
            <a:r>
              <a:rPr lang="zh-TW" altLang="en-US" dirty="0"/>
              <a:t> 上下邊 左右邊</a:t>
            </a:r>
            <a:r>
              <a:rPr lang="en-US" altLang="zh-TW" dirty="0"/>
              <a:t>;</a:t>
            </a:r>
          </a:p>
          <a:p>
            <a:pPr lvl="1"/>
            <a:r>
              <a:rPr lang="en-US" altLang="zh-TW" dirty="0"/>
              <a:t>margin:</a:t>
            </a:r>
            <a:r>
              <a:rPr lang="zh-TW" altLang="en-US" dirty="0"/>
              <a:t> 上邊 左右邊 下邊</a:t>
            </a:r>
            <a:r>
              <a:rPr lang="en-US" altLang="zh-TW" dirty="0"/>
              <a:t>;</a:t>
            </a:r>
          </a:p>
          <a:p>
            <a:pPr lvl="1"/>
            <a:r>
              <a:rPr lang="en-US" altLang="zh-TW" dirty="0"/>
              <a:t>margin:</a:t>
            </a:r>
            <a:r>
              <a:rPr lang="zh-TW" altLang="en-US" dirty="0"/>
              <a:t> 上邊 右邊 下邊 左邊</a:t>
            </a:r>
            <a:r>
              <a:rPr lang="en-US" altLang="zh-TW" dirty="0"/>
              <a:t>;</a:t>
            </a:r>
          </a:p>
          <a:p>
            <a:r>
              <a:rPr lang="zh-TW" altLang="en-US" dirty="0"/>
              <a:t>可接受值</a:t>
            </a:r>
            <a:endParaRPr lang="en-US" altLang="zh-TW" dirty="0"/>
          </a:p>
          <a:p>
            <a:pPr lvl="1"/>
            <a:r>
              <a:rPr lang="zh-TW" altLang="en-US" dirty="0"/>
              <a:t>數值</a:t>
            </a:r>
            <a:r>
              <a:rPr lang="en-US" altLang="zh-TW" dirty="0" err="1"/>
              <a:t>px</a:t>
            </a:r>
            <a:endParaRPr lang="en-US" altLang="zh-TW" dirty="0"/>
          </a:p>
          <a:p>
            <a:pPr lvl="1"/>
            <a:r>
              <a:rPr lang="zh-TW" altLang="en-US" dirty="0"/>
              <a:t>數值</a:t>
            </a:r>
            <a:r>
              <a:rPr lang="en-US" altLang="zh-TW" dirty="0"/>
              <a:t>%</a:t>
            </a:r>
          </a:p>
          <a:p>
            <a:pPr lvl="1"/>
            <a:r>
              <a:rPr lang="zh-TW" altLang="en-US" dirty="0"/>
              <a:t>數值</a:t>
            </a:r>
            <a:r>
              <a:rPr lang="en-US" altLang="zh-TW" dirty="0" err="1"/>
              <a:t>em</a:t>
            </a:r>
            <a:r>
              <a:rPr lang="en-US" altLang="zh-TW" dirty="0"/>
              <a:t>,</a:t>
            </a:r>
            <a:r>
              <a:rPr lang="zh-TW" altLang="en-US" dirty="0"/>
              <a:t> 數值</a:t>
            </a:r>
            <a:r>
              <a:rPr lang="en-US" altLang="zh-TW" dirty="0"/>
              <a:t>rem</a:t>
            </a:r>
          </a:p>
          <a:p>
            <a:pPr lvl="1"/>
            <a:r>
              <a:rPr lang="en-US" altLang="zh-TW" dirty="0"/>
              <a:t>auto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841289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808</TotalTime>
  <Words>272</Words>
  <Application>Microsoft Office PowerPoint</Application>
  <PresentationFormat>如螢幕大小 (4:3)</PresentationFormat>
  <Paragraphs>46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Arial</vt:lpstr>
      <vt:lpstr>Georgia</vt:lpstr>
      <vt:lpstr>Times New Roman</vt:lpstr>
      <vt:lpstr>Wingdings 2</vt:lpstr>
      <vt:lpstr>都會</vt:lpstr>
      <vt:lpstr>Lesson 8 CSS 排版相關</vt:lpstr>
      <vt:lpstr>CSS基本結構</vt:lpstr>
      <vt:lpstr>屬性&amp;值 (控制位置)</vt:lpstr>
      <vt:lpstr>CSS排版</vt:lpstr>
      <vt:lpstr>PowerPoint 簡報</vt:lpstr>
      <vt:lpstr>CSS排版</vt:lpstr>
      <vt:lpstr>CSS排版的設定方式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115</cp:revision>
  <dcterms:created xsi:type="dcterms:W3CDTF">2024-11-18T05:57:07Z</dcterms:created>
  <dcterms:modified xsi:type="dcterms:W3CDTF">2025-03-25T03:42:15Z</dcterms:modified>
</cp:coreProperties>
</file>