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9" r:id="rId10"/>
    <p:sldId id="264" r:id="rId11"/>
    <p:sldId id="267" r:id="rId12"/>
    <p:sldId id="265" r:id="rId13"/>
    <p:sldId id="266" r:id="rId14"/>
    <p:sldId id="268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1159" autoAdjust="0"/>
    <p:restoredTop sz="94660"/>
  </p:normalViewPr>
  <p:slideViewPr>
    <p:cSldViewPr>
      <p:cViewPr>
        <p:scale>
          <a:sx n="50" d="100"/>
          <a:sy n="50" d="100"/>
        </p:scale>
        <p:origin x="-3778" y="-15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13</a:t>
            </a:r>
            <a:br>
              <a:rPr lang="en-US" altLang="zh-TW" dirty="0"/>
            </a:br>
            <a:r>
              <a:rPr lang="en-US" altLang="zh-TW" dirty="0" err="1"/>
              <a:t>Wix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Wix</a:t>
            </a:r>
            <a:r>
              <a:rPr lang="zh-TW" altLang="en-US" dirty="0" smtClean="0"/>
              <a:t>是甚麼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Wix.com</a:t>
            </a:r>
            <a:r>
              <a:rPr lang="zh-TW" altLang="en-US" dirty="0" smtClean="0"/>
              <a:t>是</a:t>
            </a:r>
            <a:r>
              <a:rPr lang="zh-TW" altLang="en-US" dirty="0" smtClean="0"/>
              <a:t>一個線上網站建立服務（線上建站服務，</a:t>
            </a:r>
            <a:r>
              <a:rPr lang="en-US" altLang="zh-TW" dirty="0" smtClean="0"/>
              <a:t>website builder</a:t>
            </a:r>
            <a:r>
              <a:rPr lang="zh-TW" altLang="en-US" dirty="0" smtClean="0"/>
              <a:t>），能讓使用者在其網路上網站編輯器中拖放工具建立</a:t>
            </a:r>
            <a:r>
              <a:rPr lang="en-US" altLang="zh-TW" dirty="0" smtClean="0"/>
              <a:t>HTML5</a:t>
            </a:r>
            <a:r>
              <a:rPr lang="zh-TW" altLang="en-US" dirty="0" smtClean="0"/>
              <a:t>網站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優點：簡單易用</a:t>
            </a:r>
            <a:endParaRPr lang="en-US" altLang="zh-TW" dirty="0" smtClean="0"/>
          </a:p>
          <a:p>
            <a:r>
              <a:rPr lang="zh-TW" altLang="en-US" dirty="0" smtClean="0"/>
              <a:t>缺點：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網站無法搬家</a:t>
            </a:r>
          </a:p>
          <a:p>
            <a:pPr lvl="1"/>
            <a:r>
              <a:rPr lang="zh-TW" altLang="en-US" dirty="0" smtClean="0"/>
              <a:t>網站下載速度慢</a:t>
            </a:r>
          </a:p>
          <a:p>
            <a:pPr lvl="1"/>
            <a:r>
              <a:rPr lang="en-US" altLang="zh-TW" dirty="0" smtClean="0"/>
              <a:t>SEO</a:t>
            </a:r>
            <a:r>
              <a:rPr lang="zh-TW" altLang="en-US" dirty="0" smtClean="0"/>
              <a:t>操作性不夠友善</a:t>
            </a:r>
          </a:p>
          <a:p>
            <a:pPr lvl="1"/>
            <a:r>
              <a:rPr lang="zh-TW" altLang="en-US" dirty="0" smtClean="0"/>
              <a:t>網站掌控性</a:t>
            </a:r>
            <a:r>
              <a:rPr lang="zh-TW" altLang="en-US" dirty="0" smtClean="0"/>
              <a:t>不夠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C7BD08-8CF0-41A0-A2DF-F589A478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登入與註冊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C1B48F33-12D1-400F-BDD1-C87736103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https://zh.wix.com/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9" y="3429000"/>
            <a:ext cx="8886841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42931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</a:t>
            </a:r>
            <a:r>
              <a:rPr lang="en-US" altLang="zh-TW" dirty="0" smtClean="0"/>
              <a:t>AI</a:t>
            </a:r>
            <a:r>
              <a:rPr lang="zh-TW" altLang="en-US" dirty="0" smtClean="0"/>
              <a:t>建立網站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962400" cy="4325112"/>
          </a:xfrm>
        </p:spPr>
        <p:txBody>
          <a:bodyPr/>
          <a:lstStyle/>
          <a:p>
            <a:r>
              <a:rPr lang="zh-TW" altLang="en-US" dirty="0" smtClean="0"/>
              <a:t>你可以以對話方式，讓</a:t>
            </a:r>
            <a:r>
              <a:rPr lang="en-US" altLang="zh-TW" dirty="0" smtClean="0"/>
              <a:t>AI</a:t>
            </a:r>
            <a:r>
              <a:rPr lang="zh-TW" altLang="en-US" dirty="0" smtClean="0"/>
              <a:t>協助你選擇網站的模板。</a:t>
            </a:r>
            <a:endParaRPr lang="en-US" altLang="zh-TW" dirty="0" smtClean="0"/>
          </a:p>
          <a:p>
            <a:r>
              <a:rPr lang="zh-TW" altLang="en-US" dirty="0" smtClean="0"/>
              <a:t>並幫你建立部分網站</a:t>
            </a:r>
            <a:r>
              <a:rPr lang="zh-TW" altLang="en-US" dirty="0" smtClean="0"/>
              <a:t>內容。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2831" y="1341437"/>
            <a:ext cx="4081169" cy="551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手動選擇網站內容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你也可以直接使用搜尋方式建立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5342" y="2743201"/>
            <a:ext cx="6121596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基本設定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依照網站種類不同，可能選項略有不同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819400"/>
            <a:ext cx="6733971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連結自訂網域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124200" cy="4325112"/>
          </a:xfrm>
        </p:spPr>
        <p:txBody>
          <a:bodyPr/>
          <a:lstStyle/>
          <a:p>
            <a:r>
              <a:rPr lang="zh-TW" altLang="en-US" dirty="0" smtClean="0"/>
              <a:t>但這邊網域必須</a:t>
            </a:r>
            <a:r>
              <a:rPr lang="zh-TW" altLang="en-US" dirty="0" smtClean="0"/>
              <a:t>訂閱或付費購買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也可以連結你在其他地方購買的網域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3080" y="1600200"/>
            <a:ext cx="534092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設計網站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我們可以使用範本或</a:t>
            </a:r>
            <a:r>
              <a:rPr lang="en-US" altLang="zh-TW" dirty="0" smtClean="0"/>
              <a:t>AI</a:t>
            </a:r>
            <a:r>
              <a:rPr lang="zh-TW" altLang="en-US" dirty="0" smtClean="0"/>
              <a:t>產生設計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124200"/>
            <a:ext cx="621272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基本</a:t>
            </a:r>
            <a:r>
              <a:rPr lang="zh-TW" altLang="en-US" dirty="0" smtClean="0"/>
              <a:t>使用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450336"/>
          </a:xfrm>
        </p:spPr>
        <p:txBody>
          <a:bodyPr/>
          <a:lstStyle/>
          <a:p>
            <a:r>
              <a:rPr lang="zh-TW" altLang="en-US" dirty="0" smtClean="0"/>
              <a:t>上方工具列可以</a:t>
            </a:r>
            <a:r>
              <a:rPr lang="zh-TW" altLang="en-US" dirty="0" smtClean="0"/>
              <a:t>切換</a:t>
            </a:r>
            <a:r>
              <a:rPr lang="zh-TW" altLang="en-US" dirty="0" smtClean="0"/>
              <a:t>頁</a:t>
            </a:r>
            <a:r>
              <a:rPr lang="zh-TW" altLang="en-US" dirty="0" smtClean="0"/>
              <a:t>面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並且</a:t>
            </a:r>
            <a:r>
              <a:rPr lang="zh-TW" altLang="en-US" dirty="0" smtClean="0"/>
              <a:t>可以切換電腦 </a:t>
            </a:r>
            <a:r>
              <a:rPr lang="en-US" altLang="zh-TW" dirty="0" smtClean="0"/>
              <a:t>/ </a:t>
            </a:r>
            <a:r>
              <a:rPr lang="zh-TW" altLang="en-US" dirty="0" smtClean="0"/>
              <a:t>手機模式</a:t>
            </a:r>
            <a:endParaRPr lang="zh-TW" alt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133600"/>
            <a:ext cx="5697537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連結免費網域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使用設計</a:t>
            </a:r>
            <a:r>
              <a:rPr lang="zh-TW" altLang="en-US" dirty="0" smtClean="0"/>
              <a:t>網站，建立基本模板後，你可以使用發佈網站，即可選擇免費的網域來使用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但這</a:t>
            </a:r>
            <a:r>
              <a:rPr lang="zh-TW" altLang="en-US" dirty="0" smtClean="0"/>
              <a:t>是</a:t>
            </a:r>
            <a:r>
              <a:rPr lang="en-US" altLang="zh-TW" dirty="0" err="1" smtClean="0"/>
              <a:t>Wix</a:t>
            </a:r>
            <a:r>
              <a:rPr lang="zh-TW" altLang="en-US" dirty="0" smtClean="0"/>
              <a:t>的子網域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3581400"/>
            <a:ext cx="4419600" cy="3166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4800600"/>
            <a:ext cx="340995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區段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495800" cy="4325112"/>
          </a:xfrm>
        </p:spPr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err="1" smtClean="0"/>
              <a:t>wix</a:t>
            </a:r>
            <a:r>
              <a:rPr lang="zh-TW" altLang="en-US" dirty="0" smtClean="0"/>
              <a:t>中，每一個部分視為一個區段。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你可以從中選擇適合自己的模板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1" y="-18367"/>
            <a:ext cx="3810000" cy="6876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581400" cy="4325112"/>
          </a:xfrm>
        </p:spPr>
        <p:txBody>
          <a:bodyPr/>
          <a:lstStyle/>
          <a:p>
            <a:r>
              <a:rPr lang="en-US" altLang="zh-TW" dirty="0" err="1" smtClean="0"/>
              <a:t>Wix</a:t>
            </a:r>
            <a:r>
              <a:rPr lang="zh-TW" altLang="en-US" dirty="0" smtClean="0"/>
              <a:t>提供了遠比</a:t>
            </a:r>
            <a:r>
              <a:rPr lang="en-US" altLang="zh-TW" dirty="0" smtClean="0"/>
              <a:t>Google Site</a:t>
            </a:r>
            <a:r>
              <a:rPr lang="zh-TW" altLang="en-US" dirty="0" smtClean="0"/>
              <a:t>豐富的元件可使用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5396" y="531812"/>
            <a:ext cx="4428604" cy="632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頁面與選單</a:t>
            </a:r>
            <a:r>
              <a:rPr lang="en-US" altLang="zh-TW" dirty="0" smtClean="0"/>
              <a:t>	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267200" cy="4325112"/>
          </a:xfrm>
        </p:spPr>
        <p:txBody>
          <a:bodyPr/>
          <a:lstStyle/>
          <a:p>
            <a:r>
              <a:rPr lang="zh-TW" altLang="en-US" dirty="0" smtClean="0"/>
              <a:t>這個分頁可以瀏覽你的網站內容，也可增減網頁數量與網頁配置。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110044"/>
            <a:ext cx="3886486" cy="674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媒體</a:t>
            </a:r>
            <a:r>
              <a:rPr lang="en-US" altLang="zh-TW" dirty="0" smtClean="0"/>
              <a:t>	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257800" cy="4325112"/>
          </a:xfrm>
        </p:spPr>
        <p:txBody>
          <a:bodyPr/>
          <a:lstStyle/>
          <a:p>
            <a:r>
              <a:rPr lang="zh-TW" altLang="en-US" dirty="0" smtClean="0"/>
              <a:t>這邊可以上傳圖片、影片等檔案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也可以從</a:t>
            </a:r>
            <a:r>
              <a:rPr lang="en-US" altLang="zh-TW" dirty="0" err="1" smtClean="0"/>
              <a:t>Wix</a:t>
            </a:r>
            <a:r>
              <a:rPr lang="zh-TW" altLang="en-US" dirty="0" smtClean="0"/>
              <a:t>取得免費圖片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-134569"/>
            <a:ext cx="3086100" cy="699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523</TotalTime>
  <Words>278</Words>
  <Application>Microsoft Office PowerPoint</Application>
  <PresentationFormat>如螢幕大小 (4:3)</PresentationFormat>
  <Paragraphs>47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都會</vt:lpstr>
      <vt:lpstr>Lesson 13 Wix</vt:lpstr>
      <vt:lpstr>Wix是甚麼</vt:lpstr>
      <vt:lpstr>登入與註冊</vt:lpstr>
      <vt:lpstr>使用AI建立網站</vt:lpstr>
      <vt:lpstr>手動選擇網站內容</vt:lpstr>
      <vt:lpstr>基本設定</vt:lpstr>
      <vt:lpstr>連結自訂網域</vt:lpstr>
      <vt:lpstr>設計網站</vt:lpstr>
      <vt:lpstr>基本使用</vt:lpstr>
      <vt:lpstr>連結免費網域</vt:lpstr>
      <vt:lpstr>區段</vt:lpstr>
      <vt:lpstr>元件</vt:lpstr>
      <vt:lpstr>頁面與選單 </vt:lpstr>
      <vt:lpstr>媒體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67</cp:revision>
  <dcterms:created xsi:type="dcterms:W3CDTF">2024-11-18T05:57:07Z</dcterms:created>
  <dcterms:modified xsi:type="dcterms:W3CDTF">2025-04-11T16:49:51Z</dcterms:modified>
</cp:coreProperties>
</file>