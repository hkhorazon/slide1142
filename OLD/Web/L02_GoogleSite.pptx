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hyperlink" Target="https://www.iconfind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Lesson 2</a:t>
            </a:r>
            <a:br>
              <a:rPr lang="en-US" altLang="zh-TW" dirty="0"/>
            </a:br>
            <a:r>
              <a:rPr lang="en-US" altLang="zh-TW" dirty="0"/>
              <a:t>Google</a:t>
            </a:r>
            <a:r>
              <a:rPr lang="zh-TW" altLang="en-US" dirty="0"/>
              <a:t> </a:t>
            </a:r>
            <a:r>
              <a:rPr lang="en-US" altLang="zh-TW" dirty="0"/>
              <a:t>Site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4A3D46-C245-7890-9A8B-D9A254B6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57FAF2-CED4-2EDA-A635-CB4832524F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https://sites.google.com/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Google</a:t>
            </a:r>
            <a:r>
              <a:rPr lang="zh-TW" altLang="en-US" dirty="0"/>
              <a:t>協作平台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Google</a:t>
            </a:r>
            <a:r>
              <a:rPr lang="zh-TW" altLang="en-US" dirty="0"/>
              <a:t> </a:t>
            </a:r>
            <a:r>
              <a:rPr lang="en-US" altLang="zh-TW" dirty="0"/>
              <a:t>Drive</a:t>
            </a:r>
          </a:p>
          <a:p>
            <a:pPr lvl="1"/>
            <a:r>
              <a:rPr lang="zh-TW" altLang="en-US" dirty="0"/>
              <a:t>可以多人協作</a:t>
            </a:r>
            <a:endParaRPr lang="en-US" altLang="zh-TW" dirty="0"/>
          </a:p>
          <a:p>
            <a:pPr lvl="1"/>
            <a:r>
              <a:rPr lang="zh-TW" altLang="en-US" dirty="0"/>
              <a:t>免費</a:t>
            </a:r>
            <a:endParaRPr lang="en-US" altLang="zh-TW" dirty="0"/>
          </a:p>
          <a:p>
            <a:pPr lvl="1"/>
            <a:r>
              <a:rPr lang="zh-TW" altLang="en-US" dirty="0"/>
              <a:t>不需寫程式，但也可寫一些放入</a:t>
            </a:r>
            <a:endParaRPr lang="en-US" altLang="zh-TW" dirty="0"/>
          </a:p>
          <a:p>
            <a:pPr lvl="1"/>
            <a:r>
              <a:rPr lang="zh-TW" altLang="en-US" dirty="0"/>
              <a:t>響應式</a:t>
            </a:r>
            <a:r>
              <a:rPr lang="en-US" altLang="zh-TW" dirty="0"/>
              <a:t>/</a:t>
            </a:r>
            <a:r>
              <a:rPr lang="zh-TW" altLang="en-US"/>
              <a:t>自適應網站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7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8557C9-ACC6-9841-FB64-784F3A71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B48AB3-CEB1-3759-CD74-C4B0AE57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缺點</a:t>
            </a:r>
            <a:endParaRPr lang="en-US" altLang="zh-TW" dirty="0"/>
          </a:p>
          <a:p>
            <a:pPr lvl="1"/>
            <a:r>
              <a:rPr lang="zh-TW" altLang="en-US" dirty="0"/>
              <a:t>模板太少且陽春</a:t>
            </a:r>
            <a:endParaRPr lang="en-US" altLang="zh-TW" dirty="0"/>
          </a:p>
          <a:p>
            <a:pPr lvl="1"/>
            <a:r>
              <a:rPr lang="zh-TW" altLang="en-US" dirty="0"/>
              <a:t>無法做太多功能擴張</a:t>
            </a:r>
            <a:endParaRPr lang="en-US" altLang="zh-TW" dirty="0"/>
          </a:p>
          <a:p>
            <a:pPr lvl="1"/>
            <a:r>
              <a:rPr lang="zh-TW" altLang="en-US" dirty="0"/>
              <a:t>無法做「動態網頁」或較複雜的網站</a:t>
            </a:r>
            <a:endParaRPr lang="en-US" altLang="zh-TW" dirty="0"/>
          </a:p>
          <a:p>
            <a:pPr lvl="1"/>
            <a:r>
              <a:rPr lang="zh-TW" altLang="en-US" dirty="0"/>
              <a:t>只能在</a:t>
            </a:r>
            <a:r>
              <a:rPr lang="en-US" altLang="zh-TW" dirty="0"/>
              <a:t>Google Site</a:t>
            </a:r>
            <a:r>
              <a:rPr lang="zh-TW" altLang="en-US" dirty="0"/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2649903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1DEA55-2479-0B12-F571-ACFF6823D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免費素材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63150-EAE3-F59A-45CE-12CB8311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https://www.iconfinder.com/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3"/>
              </a:rPr>
              <a:t>https://www.irasutoya.com/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2777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269</TotalTime>
  <Words>93</Words>
  <Application>Microsoft Office PowerPoint</Application>
  <PresentationFormat>如螢幕大小 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Arial</vt:lpstr>
      <vt:lpstr>Georgia</vt:lpstr>
      <vt:lpstr>Times New Roman</vt:lpstr>
      <vt:lpstr>Wingdings 2</vt:lpstr>
      <vt:lpstr>都會</vt:lpstr>
      <vt:lpstr>Lesson 2 Google Site</vt:lpstr>
      <vt:lpstr>簡介</vt:lpstr>
      <vt:lpstr>簡介</vt:lpstr>
      <vt:lpstr>免費素材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55</cp:revision>
  <dcterms:created xsi:type="dcterms:W3CDTF">2024-11-18T05:57:07Z</dcterms:created>
  <dcterms:modified xsi:type="dcterms:W3CDTF">2025-02-20T09:10:11Z</dcterms:modified>
</cp:coreProperties>
</file>