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70" r:id="rId4"/>
    <p:sldId id="258" r:id="rId5"/>
    <p:sldId id="271" r:id="rId6"/>
    <p:sldId id="266" r:id="rId7"/>
    <p:sldId id="259" r:id="rId8"/>
    <p:sldId id="260" r:id="rId9"/>
    <p:sldId id="264" r:id="rId10"/>
    <p:sldId id="268" r:id="rId11"/>
    <p:sldId id="267" r:id="rId12"/>
    <p:sldId id="265" r:id="rId13"/>
    <p:sldId id="269" r:id="rId14"/>
    <p:sldId id="263" r:id="rId15"/>
    <p:sldId id="261" r:id="rId16"/>
    <p:sldId id="262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0376" autoAdjust="0"/>
    <p:restoredTop sz="94660"/>
  </p:normalViewPr>
  <p:slideViewPr>
    <p:cSldViewPr>
      <p:cViewPr varScale="1">
        <p:scale>
          <a:sx n="104" d="100"/>
          <a:sy n="104" d="100"/>
        </p:scale>
        <p:origin x="141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2025/5/27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2025/5/27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2025/5/27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etbootstrap.com/docs/5.3/components/navbar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14</a:t>
            </a:r>
            <a:br>
              <a:rPr lang="en-US" altLang="zh-TW" dirty="0"/>
            </a:br>
            <a:r>
              <a:rPr lang="en-US" altLang="zh-TW" dirty="0"/>
              <a:t>Bootstrap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Bootstrap</a:t>
            </a:r>
            <a:r>
              <a:rPr lang="zh-TW" altLang="en-US" dirty="0"/>
              <a:t>是什麼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Bootstrap </a:t>
            </a:r>
            <a:r>
              <a:rPr lang="zh-TW" altLang="en-US" dirty="0"/>
              <a:t>是一個由 </a:t>
            </a:r>
            <a:r>
              <a:rPr lang="en-US" altLang="zh-TW" dirty="0"/>
              <a:t>HTML</a:t>
            </a:r>
            <a:r>
              <a:rPr lang="zh-TW" altLang="en-US" dirty="0"/>
              <a:t>、</a:t>
            </a:r>
            <a:r>
              <a:rPr lang="en-US" altLang="zh-TW" dirty="0"/>
              <a:t>CSS </a:t>
            </a:r>
            <a:r>
              <a:rPr lang="zh-TW" altLang="en-US" dirty="0"/>
              <a:t>和 </a:t>
            </a:r>
            <a:r>
              <a:rPr lang="en-US" altLang="zh-TW" dirty="0"/>
              <a:t>JavaScript </a:t>
            </a:r>
            <a:r>
              <a:rPr lang="zh-TW" altLang="en-US" dirty="0"/>
              <a:t>寫成的前端框架，核心的設計目標是達成</a:t>
            </a:r>
            <a:r>
              <a:rPr lang="en-US" altLang="zh-TW" dirty="0"/>
              <a:t>RWD</a:t>
            </a:r>
            <a:r>
              <a:rPr lang="zh-TW" altLang="en-US" dirty="0"/>
              <a:t>響應式與行動優先，也就是讓你的網站排版可以自動適應螢幕大小。它預先做好一套網站的基礎建設，讓你能在框架的基礎上進行開發，不需要再去煩惱瑣碎的設定。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大量降低寫</a:t>
            </a:r>
            <a:r>
              <a:rPr lang="en-US" altLang="zh-TW" dirty="0"/>
              <a:t>CSS</a:t>
            </a:r>
            <a:r>
              <a:rPr lang="zh-TW" altLang="en-US" dirty="0"/>
              <a:t>的需求</a:t>
            </a:r>
            <a:endParaRPr lang="en-US" altLang="zh-TW" dirty="0"/>
          </a:p>
          <a:p>
            <a:pPr lvl="1"/>
            <a:r>
              <a:rPr lang="zh-TW" altLang="en-US" dirty="0"/>
              <a:t>主要寫</a:t>
            </a:r>
            <a:r>
              <a:rPr lang="en-US" altLang="zh-TW" dirty="0"/>
              <a:t>html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重置 </a:t>
            </a:r>
            <a:r>
              <a:rPr lang="en-US" altLang="zh-TW" dirty="0"/>
              <a:t>Reboot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重置指的是套件對原版</a:t>
            </a:r>
            <a:r>
              <a:rPr lang="en-US" altLang="zh-TW" dirty="0"/>
              <a:t>html</a:t>
            </a:r>
            <a:r>
              <a:rPr lang="zh-TW" altLang="en-US" dirty="0"/>
              <a:t>做重新設定。</a:t>
            </a:r>
            <a:r>
              <a:rPr lang="en-US" altLang="zh-TW" dirty="0"/>
              <a:t>Bootstrap</a:t>
            </a:r>
            <a:r>
              <a:rPr lang="zh-TW" altLang="en-US" dirty="0"/>
              <a:t>至少包含以下：</a:t>
            </a:r>
            <a:endParaRPr lang="en-US" altLang="zh-TW" dirty="0"/>
          </a:p>
          <a:p>
            <a:pPr lvl="1" latinLnBrk="1"/>
            <a:r>
              <a:rPr lang="zh-TW" altLang="en-US" dirty="0"/>
              <a:t>空間單位一律採用 </a:t>
            </a:r>
            <a:r>
              <a:rPr lang="en-US" altLang="zh-TW" dirty="0" err="1"/>
              <a:t>rem</a:t>
            </a:r>
            <a:r>
              <a:rPr lang="en-US" altLang="zh-TW" dirty="0"/>
              <a:t> </a:t>
            </a:r>
            <a:r>
              <a:rPr lang="zh-TW" altLang="en-US" dirty="0"/>
              <a:t>為主</a:t>
            </a:r>
          </a:p>
          <a:p>
            <a:pPr lvl="1" latinLnBrk="1"/>
            <a:r>
              <a:rPr lang="zh-TW" altLang="en-US" dirty="0"/>
              <a:t>元素都改用 </a:t>
            </a:r>
            <a:r>
              <a:rPr lang="en-US" altLang="zh-TW" dirty="0"/>
              <a:t>box-sizing </a:t>
            </a:r>
            <a:r>
              <a:rPr lang="zh-TW" altLang="en-US" dirty="0"/>
              <a:t>為 </a:t>
            </a:r>
            <a:r>
              <a:rPr lang="en-US" altLang="zh-TW" dirty="0"/>
              <a:t>border-box</a:t>
            </a:r>
          </a:p>
          <a:p>
            <a:pPr lvl="1" latinLnBrk="1"/>
            <a:r>
              <a:rPr lang="zh-TW" altLang="en-US" dirty="0"/>
              <a:t>原生字型</a:t>
            </a:r>
            <a:endParaRPr lang="en-US" altLang="zh-TW" dirty="0"/>
          </a:p>
          <a:p>
            <a:pPr lvl="1" latinLnBrk="1"/>
            <a:r>
              <a:rPr lang="zh-TW" altLang="en-US" dirty="0"/>
              <a:t>文字排版</a:t>
            </a:r>
            <a:endParaRPr lang="en-US" altLang="zh-TW" dirty="0"/>
          </a:p>
          <a:p>
            <a:pPr lvl="1" latinLnBrk="1"/>
            <a:r>
              <a:rPr lang="zh-TW" altLang="en-US" dirty="0"/>
              <a:t>圖片</a:t>
            </a:r>
            <a:endParaRPr lang="en-US" altLang="zh-TW" dirty="0"/>
          </a:p>
          <a:p>
            <a:pPr lvl="1" latinLnBrk="1"/>
            <a:r>
              <a:rPr lang="zh-TW" altLang="en-US" dirty="0"/>
              <a:t>表格</a:t>
            </a:r>
          </a:p>
          <a:p>
            <a:pPr lvl="1" latinLnBrk="1"/>
            <a:endParaRPr lang="en-US" altLang="zh-TW" dirty="0"/>
          </a:p>
          <a:p>
            <a:pPr latinLnBrk="1"/>
            <a:endParaRPr lang="zh-TW" altLang="en-US" dirty="0"/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引入</a:t>
            </a:r>
            <a:r>
              <a:rPr lang="en-US" altLang="zh-TW" dirty="0"/>
              <a:t>CSS</a:t>
            </a:r>
            <a:r>
              <a:rPr lang="zh-TW" altLang="en-US" dirty="0"/>
              <a:t>與</a:t>
            </a:r>
            <a:r>
              <a:rPr lang="en-US" altLang="zh-TW" dirty="0"/>
              <a:t>JS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https://getbootstrap.com/docs/4.1/getting-started/introduction/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505200"/>
            <a:ext cx="8164513" cy="297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0DC187-D24C-0A86-E98D-10206832E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或從</a:t>
            </a:r>
            <a:r>
              <a:rPr lang="en-US" altLang="zh-TW" dirty="0" err="1"/>
              <a:t>DreamWeaver</a:t>
            </a:r>
            <a:r>
              <a:rPr lang="zh-TW" altLang="en-US" dirty="0"/>
              <a:t>開始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3F388A-7790-A93D-3F1F-F60C2E4B5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初學者範本 </a:t>
            </a:r>
            <a:r>
              <a:rPr lang="en-US" altLang="zh-TW" dirty="0"/>
              <a:t>– Bootstrap</a:t>
            </a:r>
          </a:p>
          <a:p>
            <a:endParaRPr lang="en-US" altLang="zh-TW" dirty="0"/>
          </a:p>
          <a:p>
            <a:r>
              <a:rPr lang="zh-TW" altLang="en-US" dirty="0"/>
              <a:t>空白</a:t>
            </a:r>
            <a:r>
              <a:rPr lang="en-US" altLang="zh-TW" dirty="0" err="1"/>
              <a:t>HTML+Bootstrap</a:t>
            </a:r>
            <a:endParaRPr lang="en-US" altLang="zh-TW" dirty="0"/>
          </a:p>
          <a:p>
            <a:pPr lvl="1"/>
            <a:r>
              <a:rPr lang="zh-TW" altLang="en-US" dirty="0"/>
              <a:t>包含預先建立的版面</a:t>
            </a:r>
          </a:p>
        </p:txBody>
      </p:sp>
    </p:spTree>
    <p:extLst>
      <p:ext uri="{BB962C8B-B14F-4D97-AF65-F5344CB8AC3E}">
        <p14:creationId xmlns:p14="http://schemas.microsoft.com/office/powerpoint/2010/main" val="191222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斷點 </a:t>
            </a:r>
            <a:r>
              <a:rPr lang="en-US" altLang="zh-TW" dirty="0"/>
              <a:t>breakpoint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手機優先</a:t>
            </a:r>
            <a:endParaRPr lang="en-US" altLang="zh-TW" dirty="0"/>
          </a:p>
          <a:p>
            <a:r>
              <a:rPr lang="zh-TW" altLang="en-US" dirty="0"/>
              <a:t>判斷順序為由大到小  </a:t>
            </a:r>
            <a:r>
              <a:rPr lang="en-US" altLang="zh-TW" dirty="0"/>
              <a:t>(</a:t>
            </a:r>
            <a:r>
              <a:rPr lang="zh-TW" altLang="en-US" dirty="0"/>
              <a:t>下到上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685" y="3429000"/>
            <a:ext cx="8476630" cy="261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Grid</a:t>
            </a:r>
            <a:r>
              <a:rPr lang="zh-TW" altLang="en-US" dirty="0"/>
              <a:t>系統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t="16035"/>
          <a:stretch>
            <a:fillRect/>
          </a:stretch>
        </p:blipFill>
        <p:spPr bwMode="auto">
          <a:xfrm>
            <a:off x="533400" y="2209800"/>
            <a:ext cx="789305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Grid</a:t>
            </a:r>
            <a:r>
              <a:rPr lang="zh-TW" altLang="en-US" dirty="0"/>
              <a:t>系統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長度為</a:t>
            </a:r>
            <a:r>
              <a:rPr lang="en-US" altLang="zh-TW" dirty="0"/>
              <a:t>12</a:t>
            </a:r>
          </a:p>
          <a:p>
            <a:r>
              <a:rPr lang="zh-TW" altLang="en-US" dirty="0"/>
              <a:t>必須放在 </a:t>
            </a:r>
            <a:r>
              <a:rPr lang="en-US" altLang="zh-TW" dirty="0"/>
              <a:t>&lt;div class=“container”&gt; &lt;/div&gt;</a:t>
            </a:r>
            <a:r>
              <a:rPr lang="zh-TW" altLang="en-US" dirty="0"/>
              <a:t>中</a:t>
            </a:r>
            <a:endParaRPr lang="en-US" altLang="zh-TW" dirty="0"/>
          </a:p>
          <a:p>
            <a:r>
              <a:rPr lang="zh-TW" altLang="en-US" dirty="0"/>
              <a:t>而且必須放在</a:t>
            </a:r>
            <a:r>
              <a:rPr lang="en-US" altLang="zh-TW" dirty="0"/>
              <a:t>&lt;div class=“row”&gt;&lt;/div&gt;</a:t>
            </a:r>
            <a:r>
              <a:rPr lang="zh-TW" altLang="en-US" dirty="0"/>
              <a:t>中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&lt;div class=“col-md-12&gt;&lt;/div&gt;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7400" y="4038600"/>
            <a:ext cx="2590800" cy="26972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Grid</a:t>
            </a:r>
            <a:r>
              <a:rPr lang="zh-TW" altLang="en-US" dirty="0"/>
              <a:t>系統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嘗試一下以下的值</a:t>
            </a:r>
            <a:endParaRPr lang="en-US" altLang="zh-TW" dirty="0"/>
          </a:p>
          <a:p>
            <a:pPr lvl="1"/>
            <a:r>
              <a:rPr lang="en-US" altLang="zh-TW" dirty="0"/>
              <a:t>&lt;div class=“col-sm-2”&gt;A&lt;/div&gt;</a:t>
            </a:r>
          </a:p>
          <a:p>
            <a:pPr lvl="1"/>
            <a:r>
              <a:rPr lang="en-US" altLang="zh-TW" dirty="0"/>
              <a:t>&lt;div class=“col-sm-10”&gt;B&lt;/div&gt;</a:t>
            </a:r>
          </a:p>
          <a:p>
            <a:pPr lvl="2"/>
            <a:r>
              <a:rPr lang="zh-TW" altLang="en-US" dirty="0"/>
              <a:t>在</a:t>
            </a:r>
            <a:r>
              <a:rPr lang="en-US" altLang="zh-TW" dirty="0" err="1"/>
              <a:t>sm</a:t>
            </a:r>
            <a:r>
              <a:rPr lang="zh-TW" altLang="en-US" dirty="0"/>
              <a:t>以下，則垂直排版</a:t>
            </a:r>
            <a:endParaRPr lang="en-US" altLang="zh-TW" dirty="0"/>
          </a:p>
          <a:p>
            <a:pPr lvl="2"/>
            <a:endParaRPr lang="en-US" altLang="zh-TW" dirty="0"/>
          </a:p>
          <a:p>
            <a:pPr lvl="1"/>
            <a:r>
              <a:rPr lang="en-US" altLang="zh-TW" dirty="0"/>
              <a:t>&lt;div class=“col-sm-2 col-lg-2”&gt;A&lt;/div&gt;</a:t>
            </a:r>
          </a:p>
          <a:p>
            <a:pPr lvl="1"/>
            <a:r>
              <a:rPr lang="en-US" altLang="zh-TW" dirty="0"/>
              <a:t>&lt;div class=“col-sm-2 col-lg-10”&gt;A&lt;/div&gt;</a:t>
            </a:r>
          </a:p>
          <a:p>
            <a:pPr lvl="2"/>
            <a:r>
              <a:rPr lang="zh-TW" altLang="en-US" dirty="0"/>
              <a:t>注意螢幕調整時，它們橫跨的狀況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Row </a:t>
            </a:r>
            <a:r>
              <a:rPr lang="zh-TW" altLang="en-US" dirty="0"/>
              <a:t>排版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438400"/>
            <a:ext cx="8077200" cy="3968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Col </a:t>
            </a:r>
            <a:r>
              <a:rPr lang="zh-TW" altLang="en-US" dirty="0"/>
              <a:t>排版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047" y="2895600"/>
            <a:ext cx="9049953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Grid</a:t>
            </a:r>
            <a:r>
              <a:rPr lang="zh-TW" altLang="en-US" dirty="0"/>
              <a:t>系統 </a:t>
            </a:r>
            <a:r>
              <a:rPr lang="en-US" altLang="zh-TW" dirty="0"/>
              <a:t>Margin/Padding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我們可以使用</a:t>
            </a:r>
            <a:r>
              <a:rPr lang="en-US" altLang="zh-TW" dirty="0"/>
              <a:t>m-sm-2, p-lg-3 </a:t>
            </a:r>
            <a:r>
              <a:rPr lang="zh-TW" altLang="en-US" dirty="0"/>
              <a:t>這樣的</a:t>
            </a:r>
            <a:r>
              <a:rPr lang="en-US" altLang="zh-TW" dirty="0"/>
              <a:t>class</a:t>
            </a:r>
            <a:r>
              <a:rPr lang="zh-TW" altLang="en-US" dirty="0"/>
              <a:t>來定義</a:t>
            </a:r>
            <a:r>
              <a:rPr lang="en-US" altLang="zh-TW" dirty="0"/>
              <a:t>margin, padding</a:t>
            </a:r>
          </a:p>
          <a:p>
            <a:r>
              <a:rPr lang="zh-TW" altLang="en-US" dirty="0"/>
              <a:t>一樣擁有</a:t>
            </a:r>
            <a:r>
              <a:rPr lang="en-US" altLang="zh-TW" dirty="0"/>
              <a:t>RWD</a:t>
            </a:r>
            <a:r>
              <a:rPr lang="zh-TW" altLang="en-US" dirty="0"/>
              <a:t>的效果，詳細數值部分如下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5200" y="3886200"/>
            <a:ext cx="548640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Grid</a:t>
            </a:r>
            <a:r>
              <a:rPr lang="zh-TW" altLang="en-US" dirty="0"/>
              <a:t>系統 </a:t>
            </a:r>
            <a:r>
              <a:rPr lang="en-US" altLang="zh-TW" dirty="0" err="1"/>
              <a:t>Glutter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垂直間隔，在</a:t>
            </a:r>
            <a:r>
              <a:rPr lang="en-US" altLang="zh-TW" dirty="0"/>
              <a:t>row</a:t>
            </a:r>
            <a:r>
              <a:rPr lang="zh-TW" altLang="en-US" dirty="0"/>
              <a:t>中新增</a:t>
            </a:r>
            <a:r>
              <a:rPr lang="en-US" altLang="zh-TW" dirty="0"/>
              <a:t>.</a:t>
            </a:r>
            <a:r>
              <a:rPr lang="en-US" altLang="zh-TW" dirty="0" err="1"/>
              <a:t>gy</a:t>
            </a:r>
            <a:r>
              <a:rPr lang="en-US" altLang="zh-TW" dirty="0"/>
              <a:t>-*</a:t>
            </a:r>
          </a:p>
          <a:p>
            <a:endParaRPr lang="en-US" altLang="zh-TW" dirty="0"/>
          </a:p>
          <a:p>
            <a:r>
              <a:rPr lang="zh-TW" altLang="en-US" dirty="0"/>
              <a:t>水平間隔，在</a:t>
            </a:r>
            <a:r>
              <a:rPr lang="en-US" altLang="zh-TW" dirty="0"/>
              <a:t>row</a:t>
            </a:r>
            <a:r>
              <a:rPr lang="zh-TW" altLang="en-US" dirty="0"/>
              <a:t>中新增</a:t>
            </a:r>
            <a:r>
              <a:rPr lang="en-US" altLang="zh-TW" dirty="0"/>
              <a:t>.g-*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4267200"/>
            <a:ext cx="548640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Html5</a:t>
            </a:r>
            <a:r>
              <a:rPr lang="zh-TW" altLang="en-US" dirty="0"/>
              <a:t>新標籤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4572000" cy="4325112"/>
          </a:xfrm>
        </p:spPr>
        <p:txBody>
          <a:bodyPr/>
          <a:lstStyle/>
          <a:p>
            <a:r>
              <a:rPr lang="zh-TW" altLang="en-US" dirty="0"/>
              <a:t>記住這些標籤，在</a:t>
            </a:r>
            <a:r>
              <a:rPr lang="en-US" altLang="zh-TW" dirty="0"/>
              <a:t>bootstrap</a:t>
            </a:r>
            <a:r>
              <a:rPr lang="zh-TW" altLang="en-US" dirty="0"/>
              <a:t>中會使用這些標籤來完成內容。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Bootstrap</a:t>
            </a:r>
            <a:r>
              <a:rPr lang="zh-TW" altLang="en-US" dirty="0"/>
              <a:t>已經對大部分的內容設置好了基本的</a:t>
            </a:r>
            <a:r>
              <a:rPr lang="en-US" altLang="zh-TW" dirty="0"/>
              <a:t>CSS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22144EE-8A52-9EFF-33F2-B50231943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457200"/>
            <a:ext cx="3081812" cy="61803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NavBar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https://getbootstrap.com/docs/5.3/components/navbar/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從這邊挑選適合模板複製修改</a:t>
            </a:r>
            <a:endParaRPr lang="en-US" altLang="zh-TW" dirty="0"/>
          </a:p>
          <a:p>
            <a:r>
              <a:rPr lang="zh-TW" altLang="en-US" dirty="0"/>
              <a:t>記得</a:t>
            </a:r>
            <a:r>
              <a:rPr lang="en-US" altLang="zh-TW" dirty="0"/>
              <a:t>container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4600" y="5562600"/>
            <a:ext cx="6096000" cy="517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z-index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Bootstrap </a:t>
            </a:r>
            <a:r>
              <a:rPr lang="zh-TW" altLang="en-US" dirty="0"/>
              <a:t>部分元件會利用 </a:t>
            </a:r>
            <a:r>
              <a:rPr lang="en-US" altLang="zh-TW" dirty="0"/>
              <a:t>z-index </a:t>
            </a:r>
            <a:r>
              <a:rPr lang="zh-TW" altLang="en-US" dirty="0"/>
              <a:t>來呈現最佳的層級效果，各自持有標準的影響公式已設計好不宜異動。你不應該去異動這些 </a:t>
            </a:r>
            <a:r>
              <a:rPr lang="en-US" altLang="zh-TW" dirty="0"/>
              <a:t>z-index </a:t>
            </a:r>
            <a:r>
              <a:rPr lang="zh-TW" altLang="en-US" dirty="0"/>
              <a:t>數據避免影響到所有 </a:t>
            </a:r>
            <a:r>
              <a:rPr lang="en-US" altLang="zh-TW" dirty="0"/>
              <a:t>Bootstrap </a:t>
            </a:r>
            <a:r>
              <a:rPr lang="zh-TW" altLang="en-US" dirty="0"/>
              <a:t>在組合上的視覺邏輯。。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539</TotalTime>
  <Words>445</Words>
  <Application>Microsoft Office PowerPoint</Application>
  <PresentationFormat>如螢幕大小 (4:3)</PresentationFormat>
  <Paragraphs>64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Arial</vt:lpstr>
      <vt:lpstr>Georgia</vt:lpstr>
      <vt:lpstr>Times New Roman</vt:lpstr>
      <vt:lpstr>Wingdings 2</vt:lpstr>
      <vt:lpstr>都會</vt:lpstr>
      <vt:lpstr>Lesson 14 Bootstrap</vt:lpstr>
      <vt:lpstr>Bootstrap是什麼</vt:lpstr>
      <vt:lpstr>重置 Reboot</vt:lpstr>
      <vt:lpstr>引入CSS與JS</vt:lpstr>
      <vt:lpstr>或從DreamWeaver開始</vt:lpstr>
      <vt:lpstr>斷點 breakpoint</vt:lpstr>
      <vt:lpstr>Grid系統</vt:lpstr>
      <vt:lpstr>Grid系統</vt:lpstr>
      <vt:lpstr>Grid系統</vt:lpstr>
      <vt:lpstr>Row 排版 </vt:lpstr>
      <vt:lpstr>Col 排版</vt:lpstr>
      <vt:lpstr>Grid系統 Margin/Padding</vt:lpstr>
      <vt:lpstr>Grid系統 Glutter</vt:lpstr>
      <vt:lpstr>Html5新標籤</vt:lpstr>
      <vt:lpstr>NavBar</vt:lpstr>
      <vt:lpstr>z-index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73</cp:revision>
  <dcterms:created xsi:type="dcterms:W3CDTF">2024-11-18T05:57:07Z</dcterms:created>
  <dcterms:modified xsi:type="dcterms:W3CDTF">2025-05-27T01:37:06Z</dcterms:modified>
</cp:coreProperties>
</file>