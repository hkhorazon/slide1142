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79" r:id="rId3"/>
    <p:sldId id="281" r:id="rId4"/>
    <p:sldId id="273" r:id="rId5"/>
    <p:sldId id="271" r:id="rId6"/>
    <p:sldId id="282" r:id="rId7"/>
    <p:sldId id="268" r:id="rId8"/>
    <p:sldId id="272" r:id="rId9"/>
    <p:sldId id="274" r:id="rId10"/>
    <p:sldId id="275" r:id="rId11"/>
    <p:sldId id="278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-1786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izzard.com/zh-tw/" TargetMode="External"/><Relationship Id="rId2" Type="http://schemas.openxmlformats.org/officeDocument/2006/relationships/hyperlink" Target="https://frieren-anime.jp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1</a:t>
            </a:r>
            <a:br>
              <a:rPr lang="en-US" altLang="zh-TW" dirty="0"/>
            </a:br>
            <a:r>
              <a:rPr lang="zh-TW" altLang="en-US" dirty="0"/>
              <a:t>網頁設計概論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網站類型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形象式網站</a:t>
            </a:r>
            <a:endParaRPr lang="en-US" altLang="zh-TW" dirty="0"/>
          </a:p>
          <a:p>
            <a:pPr lvl="1"/>
            <a:r>
              <a:rPr lang="zh-TW" altLang="en-US" dirty="0"/>
              <a:t>產品：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https://frieren-anime.jp/</a:t>
            </a:r>
            <a:endParaRPr lang="en-US" altLang="zh-TW" dirty="0"/>
          </a:p>
          <a:p>
            <a:pPr lvl="1"/>
            <a:r>
              <a:rPr lang="zh-TW" altLang="en-US" dirty="0"/>
              <a:t>公司：</a:t>
            </a:r>
            <a:r>
              <a:rPr lang="en-US" altLang="zh-TW" dirty="0"/>
              <a:t> </a:t>
            </a:r>
            <a:r>
              <a:rPr lang="en-US" altLang="zh-TW" dirty="0">
                <a:hlinkClick r:id="rId3"/>
              </a:rPr>
              <a:t>https://www.blizzard.com/zh-tw/</a:t>
            </a:r>
            <a:endParaRPr lang="en-US" altLang="zh-TW" dirty="0"/>
          </a:p>
          <a:p>
            <a:pPr lvl="1"/>
            <a:r>
              <a:rPr lang="zh-TW" altLang="en-US" dirty="0"/>
              <a:t>個人部落格</a:t>
            </a:r>
            <a:endParaRPr lang="en-US" altLang="zh-TW" dirty="0"/>
          </a:p>
          <a:p>
            <a:r>
              <a:rPr lang="zh-TW" altLang="en-US" dirty="0"/>
              <a:t>購物網站</a:t>
            </a:r>
            <a:endParaRPr lang="en-US" altLang="zh-TW" dirty="0"/>
          </a:p>
          <a:p>
            <a:r>
              <a:rPr lang="zh-TW" altLang="en-US" dirty="0"/>
              <a:t>平台式網站 </a:t>
            </a:r>
            <a:r>
              <a:rPr lang="en-US" altLang="zh-TW" dirty="0"/>
              <a:t>(</a:t>
            </a:r>
            <a:r>
              <a:rPr lang="en-US" altLang="zh-TW" dirty="0" err="1"/>
              <a:t>Youtube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論壇</a:t>
            </a:r>
            <a:endParaRPr lang="en-US" altLang="zh-TW" dirty="0"/>
          </a:p>
          <a:p>
            <a:r>
              <a:rPr lang="zh-TW" altLang="en-US" dirty="0"/>
              <a:t>搜尋引擎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網站製作步驟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需求、合約</a:t>
            </a:r>
            <a:endParaRPr lang="en-US" altLang="zh-TW" dirty="0"/>
          </a:p>
          <a:p>
            <a:r>
              <a:rPr lang="zh-TW" altLang="en-US" dirty="0"/>
              <a:t>企劃</a:t>
            </a:r>
            <a:endParaRPr lang="en-US" altLang="zh-TW" dirty="0"/>
          </a:p>
          <a:p>
            <a:r>
              <a:rPr lang="zh-TW" altLang="en-US" dirty="0"/>
              <a:t>原型製作</a:t>
            </a:r>
            <a:endParaRPr lang="en-US" altLang="zh-TW" dirty="0"/>
          </a:p>
          <a:p>
            <a:r>
              <a:rPr lang="zh-TW" altLang="en-US" dirty="0"/>
              <a:t>網站設計</a:t>
            </a:r>
            <a:endParaRPr lang="en-US" altLang="zh-TW" dirty="0"/>
          </a:p>
          <a:p>
            <a:r>
              <a:rPr lang="zh-TW" altLang="en-US" dirty="0"/>
              <a:t>開發</a:t>
            </a:r>
            <a:endParaRPr lang="en-US" altLang="zh-TW" dirty="0"/>
          </a:p>
          <a:p>
            <a:pPr lvl="1"/>
            <a:r>
              <a:rPr lang="zh-TW" altLang="en-US" dirty="0"/>
              <a:t>前端</a:t>
            </a:r>
            <a:endParaRPr lang="en-US" altLang="zh-TW" dirty="0"/>
          </a:p>
          <a:p>
            <a:pPr lvl="1"/>
            <a:r>
              <a:rPr lang="zh-TW" altLang="en-US" dirty="0"/>
              <a:t>後端</a:t>
            </a:r>
            <a:endParaRPr lang="en-US" altLang="zh-TW" dirty="0"/>
          </a:p>
          <a:p>
            <a:r>
              <a:rPr lang="zh-TW" altLang="en-US" dirty="0"/>
              <a:t>驗收、測試</a:t>
            </a:r>
            <a:endParaRPr lang="en-US" altLang="zh-TW" dirty="0"/>
          </a:p>
          <a:p>
            <a:r>
              <a:rPr lang="zh-TW" altLang="en-US" dirty="0"/>
              <a:t>後續維護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網頁設計</a:t>
            </a:r>
            <a:r>
              <a:rPr lang="en-US" altLang="zh-TW" dirty="0"/>
              <a:t>-</a:t>
            </a:r>
            <a:r>
              <a:rPr lang="zh-TW" altLang="en-US" dirty="0"/>
              <a:t>靜態與動態網頁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靜態網頁</a:t>
            </a:r>
            <a:endParaRPr lang="en-US" altLang="zh-TW" dirty="0"/>
          </a:p>
          <a:p>
            <a:pPr lvl="1"/>
            <a:r>
              <a:rPr lang="zh-TW" altLang="en-US" dirty="0"/>
              <a:t>向伺服器每次請求該頁面時，都會返回相同的內容。</a:t>
            </a:r>
            <a:endParaRPr lang="en-US" altLang="zh-TW" dirty="0"/>
          </a:p>
          <a:p>
            <a:r>
              <a:rPr lang="zh-TW" altLang="en-US" dirty="0"/>
              <a:t>動態網頁</a:t>
            </a:r>
            <a:endParaRPr lang="en-US" altLang="zh-TW" dirty="0"/>
          </a:p>
          <a:p>
            <a:pPr lvl="1"/>
            <a:r>
              <a:rPr lang="zh-TW" altLang="en-US" dirty="0"/>
              <a:t>透過伺服器或資料庫查詢所產生的網頁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4429132"/>
            <a:ext cx="5849927" cy="2259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網站製作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UI / UX</a:t>
            </a:r>
            <a:r>
              <a:rPr lang="zh-TW" altLang="en-US" dirty="0"/>
              <a:t> 設計師</a:t>
            </a:r>
            <a:endParaRPr lang="en-US" altLang="zh-TW" dirty="0"/>
          </a:p>
          <a:p>
            <a:pPr lvl="1"/>
            <a:r>
              <a:rPr lang="en-US" altLang="zh-TW" dirty="0"/>
              <a:t>UI</a:t>
            </a:r>
            <a:r>
              <a:rPr lang="zh-TW" altLang="en-US" dirty="0"/>
              <a:t>介面設計 </a:t>
            </a:r>
            <a:r>
              <a:rPr lang="en-US" altLang="zh-TW" dirty="0"/>
              <a:t>(User Interface)</a:t>
            </a:r>
          </a:p>
          <a:p>
            <a:pPr lvl="1"/>
            <a:r>
              <a:rPr lang="en-US" altLang="zh-TW" dirty="0"/>
              <a:t>UX</a:t>
            </a:r>
            <a:r>
              <a:rPr lang="zh-TW" altLang="en-US" dirty="0"/>
              <a:t>使用者體驗設計</a:t>
            </a:r>
            <a:r>
              <a:rPr lang="en-US" altLang="zh-TW" dirty="0"/>
              <a:t>(User Experience)</a:t>
            </a:r>
          </a:p>
          <a:p>
            <a:pPr lvl="1"/>
            <a:r>
              <a:rPr lang="zh-TW" altLang="en-US" dirty="0"/>
              <a:t>原型製作 </a:t>
            </a:r>
            <a:r>
              <a:rPr lang="en-US" altLang="zh-TW" dirty="0"/>
              <a:t>(prototype)</a:t>
            </a:r>
          </a:p>
          <a:p>
            <a:r>
              <a:rPr lang="zh-TW" altLang="en-US" dirty="0"/>
              <a:t>前端工程師 </a:t>
            </a:r>
            <a:r>
              <a:rPr lang="en-US" altLang="zh-TW" dirty="0"/>
              <a:t>(Front-end</a:t>
            </a:r>
            <a:r>
              <a:rPr lang="zh-TW" altLang="en-US" dirty="0"/>
              <a:t> </a:t>
            </a:r>
            <a:r>
              <a:rPr lang="en-US" altLang="zh-TW" dirty="0"/>
              <a:t>developer)</a:t>
            </a:r>
          </a:p>
          <a:p>
            <a:pPr lvl="1"/>
            <a:r>
              <a:rPr lang="zh-TW" altLang="en-US" dirty="0"/>
              <a:t>將設計的內容轉換為可運行的網站</a:t>
            </a:r>
            <a:endParaRPr lang="en-US" altLang="zh-TW" dirty="0"/>
          </a:p>
          <a:p>
            <a:pPr lvl="1"/>
            <a:r>
              <a:rPr lang="zh-TW" altLang="en-US" dirty="0"/>
              <a:t>與後端做資料溝通</a:t>
            </a:r>
            <a:endParaRPr lang="en-US" altLang="zh-TW" dirty="0"/>
          </a:p>
          <a:p>
            <a:pPr lvl="1"/>
            <a:r>
              <a:rPr lang="zh-TW" altLang="en-US" dirty="0"/>
              <a:t>最佳化</a:t>
            </a:r>
            <a:endParaRPr lang="en-US" altLang="zh-TW" dirty="0"/>
          </a:p>
          <a:p>
            <a:pPr lvl="2"/>
            <a:r>
              <a:rPr lang="zh-TW" altLang="en-US" dirty="0"/>
              <a:t>運行速度、不同平台、互動體驗</a:t>
            </a:r>
            <a:endParaRPr lang="en-US" altLang="zh-TW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網站製作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後端工程師 </a:t>
            </a:r>
            <a:r>
              <a:rPr lang="en-US" altLang="zh-TW" dirty="0"/>
              <a:t>(Back-end</a:t>
            </a:r>
            <a:r>
              <a:rPr lang="zh-TW" altLang="en-US" dirty="0"/>
              <a:t> </a:t>
            </a:r>
            <a:r>
              <a:rPr lang="en-US" altLang="zh-TW" dirty="0"/>
              <a:t>developer)</a:t>
            </a:r>
          </a:p>
          <a:p>
            <a:pPr lvl="1"/>
            <a:r>
              <a:rPr lang="zh-TW" altLang="en-US" dirty="0"/>
              <a:t>伺服器</a:t>
            </a:r>
            <a:endParaRPr lang="en-US" altLang="zh-TW" dirty="0"/>
          </a:p>
          <a:p>
            <a:pPr lvl="1"/>
            <a:r>
              <a:rPr lang="zh-TW" altLang="en-US" dirty="0"/>
              <a:t>資料庫</a:t>
            </a:r>
            <a:endParaRPr lang="en-US" altLang="zh-TW" dirty="0"/>
          </a:p>
          <a:p>
            <a:pPr lvl="1"/>
            <a:r>
              <a:rPr lang="zh-TW" altLang="en-US" dirty="0"/>
              <a:t>商業邏輯</a:t>
            </a:r>
            <a:endParaRPr lang="en-US" altLang="zh-TW" dirty="0"/>
          </a:p>
          <a:p>
            <a:pPr lvl="1"/>
            <a:r>
              <a:rPr lang="zh-TW" altLang="en-US" dirty="0"/>
              <a:t>與前端做資料溝通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全端工程師 </a:t>
            </a:r>
            <a:r>
              <a:rPr lang="en-US" altLang="zh-TW" dirty="0"/>
              <a:t>(Full-stack developer)</a:t>
            </a:r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網頁設計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Wiki</a:t>
            </a:r>
          </a:p>
          <a:p>
            <a:pPr lvl="1"/>
            <a:r>
              <a:rPr lang="zh-TW" altLang="en-US" dirty="0"/>
              <a:t>網頁設計（英語：</a:t>
            </a:r>
            <a:r>
              <a:rPr lang="en-US" altLang="zh-TW" dirty="0"/>
              <a:t>Web design</a:t>
            </a:r>
            <a:r>
              <a:rPr lang="zh-TW" altLang="en-US" dirty="0"/>
              <a:t>）涵蓋了製作和維護網站的許多不同的技能和學科。</a:t>
            </a:r>
            <a:r>
              <a:rPr lang="zh-TW" altLang="en-US" dirty="0">
                <a:solidFill>
                  <a:srgbClr val="FF0000"/>
                </a:solidFill>
              </a:rPr>
              <a:t>它包含了</a:t>
            </a:r>
            <a:r>
              <a:rPr lang="zh-TW" altLang="en-US" b="1" dirty="0">
                <a:solidFill>
                  <a:srgbClr val="FF0000"/>
                </a:solidFill>
              </a:rPr>
              <a:t>網頁圖形設計、介面設計、編寫標準化的代碼和專有軟體、使用者經驗設計</a:t>
            </a:r>
            <a:r>
              <a:rPr lang="zh-TW" altLang="en-US" dirty="0">
                <a:solidFill>
                  <a:srgbClr val="FF0000"/>
                </a:solidFill>
              </a:rPr>
              <a:t>，以及</a:t>
            </a:r>
            <a:r>
              <a:rPr lang="zh-TW" altLang="en-US" b="1" dirty="0">
                <a:solidFill>
                  <a:srgbClr val="FF0000"/>
                </a:solidFill>
              </a:rPr>
              <a:t>搜尋引擎最佳化</a:t>
            </a:r>
            <a:r>
              <a:rPr lang="zh-TW" altLang="en-US" dirty="0"/>
              <a:t>。通常許多人以團隊協作的方式來工作，各自參與設計過程的各個方面；但有些設計師會參與到任何方面。</a:t>
            </a:r>
            <a:r>
              <a:rPr lang="en-US" altLang="zh-TW" dirty="0"/>
              <a:t>[1] </a:t>
            </a:r>
            <a:r>
              <a:rPr lang="zh-TW" altLang="en-US" dirty="0"/>
              <a:t>網頁設計這個術語通常用來描述與網站前端（客戶端）設計相關的設計過程，包括編寫標記式語言。在更廣泛的</a:t>
            </a:r>
            <a:r>
              <a:rPr lang="en-US" altLang="zh-TW" dirty="0"/>
              <a:t>Web</a:t>
            </a:r>
            <a:r>
              <a:rPr lang="zh-TW" altLang="en-US" dirty="0"/>
              <a:t>開發領域，網頁設計與網路工程存在交集。網頁設計師應該對網路可用性有一定的認識。如果他們的工作涉及到編寫標記式語言，那麼他們也應該遵循網頁親和力的最新指引。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網頁設計</a:t>
            </a:r>
            <a:r>
              <a:rPr lang="en-US" altLang="zh-TW" dirty="0"/>
              <a:t>-</a:t>
            </a:r>
            <a:r>
              <a:rPr lang="zh-TW" altLang="en-US" dirty="0"/>
              <a:t>前端技術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HTML</a:t>
            </a:r>
          </a:p>
          <a:p>
            <a:pPr lvl="1"/>
            <a:r>
              <a:rPr lang="en-US" dirty="0" err="1"/>
              <a:t>HyperText</a:t>
            </a:r>
            <a:r>
              <a:rPr lang="en-US" dirty="0"/>
              <a:t> Markup Language</a:t>
            </a:r>
            <a:endParaRPr lang="en-US" altLang="zh-TW" dirty="0"/>
          </a:p>
          <a:p>
            <a:pPr lvl="1"/>
            <a:r>
              <a:rPr lang="zh-TW" altLang="en-US" dirty="0"/>
              <a:t>超文本標記語言</a:t>
            </a:r>
            <a:endParaRPr lang="en-US" altLang="zh-TW" dirty="0"/>
          </a:p>
          <a:p>
            <a:r>
              <a:rPr lang="en-US" altLang="zh-TW" dirty="0"/>
              <a:t>CSS</a:t>
            </a:r>
          </a:p>
          <a:p>
            <a:pPr lvl="1"/>
            <a:r>
              <a:rPr lang="en-US" altLang="en-US" dirty="0"/>
              <a:t>Cascading Style Sheets</a:t>
            </a:r>
          </a:p>
          <a:p>
            <a:pPr lvl="1"/>
            <a:r>
              <a:rPr lang="zh-TW" altLang="en-US" dirty="0"/>
              <a:t>串接樣式表</a:t>
            </a:r>
            <a:endParaRPr lang="en-US" altLang="zh-TW" dirty="0"/>
          </a:p>
          <a:p>
            <a:r>
              <a:rPr lang="en-US" altLang="zh-TW" dirty="0"/>
              <a:t>JavaScript</a:t>
            </a:r>
          </a:p>
          <a:p>
            <a:pPr lvl="1"/>
            <a:r>
              <a:rPr lang="zh-TW" altLang="en-US" dirty="0"/>
              <a:t>不是</a:t>
            </a:r>
            <a:r>
              <a:rPr lang="en-US" altLang="zh-TW" dirty="0"/>
              <a:t>Java</a:t>
            </a:r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網頁設計</a:t>
            </a:r>
            <a:r>
              <a:rPr lang="en-US" altLang="zh-TW" dirty="0"/>
              <a:t>-</a:t>
            </a:r>
            <a:r>
              <a:rPr lang="zh-TW" altLang="en-US" dirty="0"/>
              <a:t>後端技術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伺服器語言</a:t>
            </a:r>
            <a:endParaRPr lang="en-US" altLang="zh-TW" dirty="0"/>
          </a:p>
          <a:p>
            <a:pPr lvl="1"/>
            <a:r>
              <a:rPr lang="en-US" altLang="zh-TW" dirty="0"/>
              <a:t>PHP</a:t>
            </a:r>
          </a:p>
          <a:p>
            <a:pPr lvl="1"/>
            <a:r>
              <a:rPr lang="en-US" altLang="zh-TW" dirty="0"/>
              <a:t>C#</a:t>
            </a:r>
          </a:p>
          <a:p>
            <a:pPr lvl="1"/>
            <a:r>
              <a:rPr lang="en-US" altLang="zh-TW" dirty="0"/>
              <a:t>Java</a:t>
            </a:r>
          </a:p>
          <a:p>
            <a:pPr lvl="1"/>
            <a:r>
              <a:rPr lang="en-US" altLang="zh-TW" dirty="0"/>
              <a:t>Ruby</a:t>
            </a:r>
          </a:p>
          <a:p>
            <a:pPr lvl="1"/>
            <a:r>
              <a:rPr lang="en-US" altLang="zh-TW" dirty="0"/>
              <a:t>Python</a:t>
            </a:r>
          </a:p>
          <a:p>
            <a:pPr lvl="1"/>
            <a:r>
              <a:rPr lang="en-US" altLang="zh-TW" dirty="0"/>
              <a:t>Go</a:t>
            </a:r>
          </a:p>
          <a:p>
            <a:pPr lvl="1"/>
            <a:r>
              <a:rPr lang="en-US" altLang="zh-TW" dirty="0"/>
              <a:t>Node.js (JavaScript)</a:t>
            </a:r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網頁設計</a:t>
            </a:r>
            <a:r>
              <a:rPr lang="en-US" altLang="zh-TW" dirty="0"/>
              <a:t>-</a:t>
            </a:r>
            <a:r>
              <a:rPr lang="zh-TW" altLang="en-US" dirty="0"/>
              <a:t>後端技術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關聯式資料庫 與 </a:t>
            </a:r>
            <a:r>
              <a:rPr lang="en-US" altLang="zh-TW" dirty="0"/>
              <a:t>SQL</a:t>
            </a:r>
            <a:r>
              <a:rPr lang="zh-TW" altLang="en-US" dirty="0"/>
              <a:t>程式語言</a:t>
            </a:r>
            <a:endParaRPr lang="en-US" altLang="zh-TW" dirty="0"/>
          </a:p>
          <a:p>
            <a:pPr lvl="1"/>
            <a:r>
              <a:rPr lang="en-US" altLang="zh-TW" dirty="0" err="1"/>
              <a:t>MySQL</a:t>
            </a:r>
            <a:endParaRPr lang="en-US" altLang="zh-TW" dirty="0"/>
          </a:p>
          <a:p>
            <a:pPr lvl="1"/>
            <a:r>
              <a:rPr lang="en-US" altLang="zh-TW" dirty="0"/>
              <a:t>MS</a:t>
            </a:r>
            <a:r>
              <a:rPr lang="zh-TW" altLang="en-US" dirty="0"/>
              <a:t> </a:t>
            </a:r>
            <a:r>
              <a:rPr lang="en-US" altLang="zh-TW" dirty="0"/>
              <a:t>SQL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其他資料庫系統 </a:t>
            </a:r>
            <a:r>
              <a:rPr lang="en-US" altLang="zh-TW" dirty="0"/>
              <a:t>(</a:t>
            </a:r>
            <a:r>
              <a:rPr lang="zh-TW" altLang="en-US" dirty="0"/>
              <a:t>包含非關聯式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網頁設計</a:t>
            </a:r>
            <a:r>
              <a:rPr lang="en-US" altLang="zh-TW" dirty="0"/>
              <a:t>-</a:t>
            </a:r>
            <a:r>
              <a:rPr lang="zh-TW" altLang="en-US" dirty="0"/>
              <a:t>框架</a:t>
            </a:r>
            <a:r>
              <a:rPr lang="en-US" altLang="zh-TW" dirty="0"/>
              <a:t>(framework)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前端框架</a:t>
            </a:r>
            <a:endParaRPr lang="en-US" altLang="zh-TW" dirty="0"/>
          </a:p>
          <a:p>
            <a:pPr lvl="1"/>
            <a:r>
              <a:rPr lang="en-US" altLang="zh-TW" dirty="0"/>
              <a:t>Angular</a:t>
            </a:r>
          </a:p>
          <a:p>
            <a:pPr lvl="1"/>
            <a:r>
              <a:rPr lang="en-US" altLang="zh-TW" dirty="0"/>
              <a:t>React</a:t>
            </a:r>
          </a:p>
          <a:p>
            <a:pPr lvl="1"/>
            <a:r>
              <a:rPr lang="en-US" altLang="zh-TW" dirty="0" err="1"/>
              <a:t>Vue</a:t>
            </a:r>
            <a:endParaRPr lang="en-US" altLang="zh-TW" dirty="0"/>
          </a:p>
          <a:p>
            <a:r>
              <a:rPr lang="zh-TW" altLang="en-US" dirty="0"/>
              <a:t>後端框架</a:t>
            </a:r>
            <a:endParaRPr lang="en-US" altLang="zh-TW" dirty="0"/>
          </a:p>
          <a:p>
            <a:pPr lvl="1"/>
            <a:r>
              <a:rPr lang="en-US" altLang="zh-TW" dirty="0" err="1"/>
              <a:t>Django</a:t>
            </a:r>
            <a:r>
              <a:rPr lang="zh-TW" altLang="en-US" dirty="0"/>
              <a:t> </a:t>
            </a:r>
            <a:r>
              <a:rPr lang="en-US" altLang="zh-TW" dirty="0"/>
              <a:t>(Python)</a:t>
            </a:r>
          </a:p>
          <a:p>
            <a:pPr lvl="1"/>
            <a:r>
              <a:rPr lang="en-US" altLang="zh-TW" dirty="0"/>
              <a:t>Ruby on Rails (Ruby)</a:t>
            </a:r>
          </a:p>
          <a:p>
            <a:pPr lvl="1"/>
            <a:r>
              <a:rPr lang="en-US" altLang="zh-TW" dirty="0"/>
              <a:t>Flask</a:t>
            </a:r>
            <a:r>
              <a:rPr lang="zh-TW" altLang="en-US" dirty="0"/>
              <a:t> </a:t>
            </a:r>
            <a:r>
              <a:rPr lang="en-US" altLang="zh-TW" dirty="0"/>
              <a:t>(Python)</a:t>
            </a:r>
          </a:p>
          <a:p>
            <a:pPr lvl="1"/>
            <a:r>
              <a:rPr lang="en-US" altLang="zh-TW" dirty="0"/>
              <a:t>ASP.NET (C#)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210</TotalTime>
  <Words>429</Words>
  <Application>Microsoft Office PowerPoint</Application>
  <PresentationFormat>如螢幕大小 (4:3)</PresentationFormat>
  <Paragraphs>84</Paragraphs>
  <Slides>11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都會</vt:lpstr>
      <vt:lpstr>Lesson 1 網頁設計概論</vt:lpstr>
      <vt:lpstr>網站類型</vt:lpstr>
      <vt:lpstr>網站製作步驟</vt:lpstr>
      <vt:lpstr>網頁設計-靜態與動態網頁</vt:lpstr>
      <vt:lpstr>網站製作</vt:lpstr>
      <vt:lpstr>網站製作</vt:lpstr>
      <vt:lpstr>網頁設計</vt:lpstr>
      <vt:lpstr>網頁設計-前端技術</vt:lpstr>
      <vt:lpstr>網頁設計-後端技術</vt:lpstr>
      <vt:lpstr>網頁設計-後端技術</vt:lpstr>
      <vt:lpstr>網頁設計-框架(framework)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51</cp:revision>
  <dcterms:created xsi:type="dcterms:W3CDTF">2024-11-18T05:57:07Z</dcterms:created>
  <dcterms:modified xsi:type="dcterms:W3CDTF">2025-04-13T14:53:23Z</dcterms:modified>
</cp:coreProperties>
</file>