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5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56" r:id="rId10"/>
    <p:sldId id="262" r:id="rId11"/>
    <p:sldId id="266" r:id="rId12"/>
    <p:sldId id="270" r:id="rId13"/>
    <p:sldId id="267" r:id="rId14"/>
    <p:sldId id="268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9</a:t>
            </a:r>
            <a:br>
              <a:rPr lang="en-US" altLang="zh-TW" dirty="0"/>
            </a:br>
            <a:r>
              <a:rPr lang="en-US" altLang="zh-TW" dirty="0"/>
              <a:t>HTML-3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773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8D894-C7C1-BE50-14BC-B098FFE7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最後一些</a:t>
            </a:r>
            <a:r>
              <a:rPr lang="en-US" altLang="zh-TW" dirty="0"/>
              <a:t>HTML</a:t>
            </a:r>
            <a:r>
              <a:rPr lang="zh-TW" altLang="en-US" dirty="0"/>
              <a:t>元件</a:t>
            </a:r>
            <a:r>
              <a:rPr lang="en-US" altLang="zh-TW" dirty="0"/>
              <a:t>/</a:t>
            </a:r>
            <a:r>
              <a:rPr lang="zh-TW" altLang="en-US" dirty="0"/>
              <a:t>標籤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2BE1F-6B81-7813-B801-6F38C502E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&lt;form&gt;</a:t>
            </a:r>
          </a:p>
          <a:p>
            <a:r>
              <a:rPr lang="en-US" altLang="zh-TW" dirty="0"/>
              <a:t>&lt;input&gt;</a:t>
            </a:r>
          </a:p>
          <a:p>
            <a:r>
              <a:rPr lang="en-US" altLang="zh-TW" dirty="0"/>
              <a:t>&lt;button&gt;</a:t>
            </a:r>
          </a:p>
          <a:p>
            <a:r>
              <a:rPr lang="en-US" altLang="zh-TW" dirty="0"/>
              <a:t>&lt;</a:t>
            </a:r>
            <a:r>
              <a:rPr lang="en-US" altLang="zh-TW" dirty="0" err="1"/>
              <a:t>textarea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&lt;select&gt;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這些元件在</a:t>
            </a:r>
            <a:r>
              <a:rPr lang="en-US" altLang="zh-TW" dirty="0"/>
              <a:t>html</a:t>
            </a:r>
            <a:r>
              <a:rPr lang="zh-TW" altLang="en-US" dirty="0"/>
              <a:t>中算是蠻重要的部分，主要為處理使用者的輸入，但由於目前課程以前端為主，可能使用率較低。</a:t>
            </a:r>
          </a:p>
        </p:txBody>
      </p:sp>
    </p:spTree>
    <p:extLst>
      <p:ext uri="{BB962C8B-B14F-4D97-AF65-F5344CB8AC3E}">
        <p14:creationId xmlns:p14="http://schemas.microsoft.com/office/powerpoint/2010/main" val="276256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F5035-3F74-5994-64EB-713ADC5F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&lt;form&gt;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916D46-779D-CC95-EB35-588CEDF0E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建立一個表單區域，放入前面提的其他輸入元件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&lt;button&gt;)</a:t>
            </a:r>
          </a:p>
          <a:p>
            <a:endParaRPr lang="en-US" altLang="zh-TW" dirty="0"/>
          </a:p>
          <a:p>
            <a:r>
              <a:rPr lang="zh-TW" altLang="en-US" sz="2400" dirty="0"/>
              <a:t>其中有個屬性</a:t>
            </a:r>
            <a:r>
              <a:rPr lang="en-US" altLang="zh-TW" sz="2400" dirty="0"/>
              <a:t>method</a:t>
            </a:r>
            <a:r>
              <a:rPr lang="zh-TW" altLang="en-US" sz="2400" dirty="0"/>
              <a:t>為送出資料的方法，可設定為</a:t>
            </a:r>
            <a:endParaRPr lang="en-US" altLang="zh-TW" sz="2400" dirty="0"/>
          </a:p>
          <a:p>
            <a:pPr lvl="1"/>
            <a:r>
              <a:rPr lang="en-US" altLang="zh-TW" dirty="0"/>
              <a:t>get : </a:t>
            </a:r>
            <a:r>
              <a:rPr lang="zh-TW" altLang="en-US" dirty="0"/>
              <a:t>會讓資料用網址的方式攜帶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/>
              <a:t>?name=</a:t>
            </a:r>
            <a:r>
              <a:rPr lang="en-US" altLang="zh-TW" dirty="0" err="1"/>
              <a:t>xxx&amp;url</a:t>
            </a:r>
            <a:r>
              <a:rPr lang="en-US" altLang="zh-TW" dirty="0"/>
              <a:t>=</a:t>
            </a:r>
            <a:r>
              <a:rPr lang="en-US" altLang="zh-TW" dirty="0" err="1"/>
              <a:t>yyy</a:t>
            </a:r>
            <a:endParaRPr lang="en-US" altLang="zh-TW" dirty="0"/>
          </a:p>
          <a:p>
            <a:pPr lvl="1"/>
            <a:r>
              <a:rPr lang="en-US" altLang="zh-TW" dirty="0"/>
              <a:t>post</a:t>
            </a:r>
            <a:r>
              <a:rPr lang="zh-TW" altLang="en-US" dirty="0"/>
              <a:t>：會以</a:t>
            </a:r>
            <a:r>
              <a:rPr lang="en-US" altLang="zh-TW" dirty="0"/>
              <a:t>html</a:t>
            </a:r>
            <a:r>
              <a:rPr lang="zh-TW" altLang="en-US" dirty="0"/>
              <a:t>方式傳輸，適用於較大或有隱私考量的資料</a:t>
            </a:r>
            <a:endParaRPr lang="en-US" altLang="zh-TW" dirty="0"/>
          </a:p>
          <a:p>
            <a:r>
              <a:rPr lang="zh-TW" altLang="en-US" dirty="0"/>
              <a:t>由於</a:t>
            </a:r>
            <a:r>
              <a:rPr lang="en-US" altLang="zh-TW" dirty="0" err="1"/>
              <a:t>Javascript</a:t>
            </a:r>
            <a:r>
              <a:rPr lang="en-US" altLang="zh-TW" dirty="0"/>
              <a:t> + </a:t>
            </a:r>
            <a:r>
              <a:rPr lang="en-US" altLang="zh-TW" dirty="0" err="1"/>
              <a:t>JQuery</a:t>
            </a:r>
            <a:r>
              <a:rPr lang="en-US" altLang="zh-TW" dirty="0"/>
              <a:t> </a:t>
            </a:r>
            <a:r>
              <a:rPr lang="zh-TW" altLang="en-US" dirty="0"/>
              <a:t>的興起，目前使用</a:t>
            </a:r>
            <a:r>
              <a:rPr lang="en-US" altLang="zh-TW" dirty="0"/>
              <a:t>&lt;form&gt;</a:t>
            </a:r>
            <a:r>
              <a:rPr lang="zh-TW" altLang="en-US" dirty="0"/>
              <a:t>的機會相對較低。</a:t>
            </a:r>
          </a:p>
        </p:txBody>
      </p:sp>
    </p:spTree>
    <p:extLst>
      <p:ext uri="{BB962C8B-B14F-4D97-AF65-F5344CB8AC3E}">
        <p14:creationId xmlns:p14="http://schemas.microsoft.com/office/powerpoint/2010/main" val="401033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27EEE6-F007-C88E-3FB0-C3B06F04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&lt;input&gt;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353828-C88D-6F8C-5236-11FC1609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常用</a:t>
            </a:r>
            <a:r>
              <a:rPr lang="en-US" altLang="zh-TW" dirty="0"/>
              <a:t>type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2709159-3783-7EC5-0BE6-D86C796E3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45874"/>
              </p:ext>
            </p:extLst>
          </p:nvPr>
        </p:nvGraphicFramePr>
        <p:xfrm>
          <a:off x="1403648" y="2780928"/>
          <a:ext cx="6703442" cy="3728085"/>
        </p:xfrm>
        <a:graphic>
          <a:graphicData uri="http://schemas.openxmlformats.org/drawingml/2006/table">
            <a:tbl>
              <a:tblPr/>
              <a:tblGrid>
                <a:gridCol w="1473284">
                  <a:extLst>
                    <a:ext uri="{9D8B030D-6E8A-4147-A177-3AD203B41FA5}">
                      <a16:colId xmlns:a16="http://schemas.microsoft.com/office/drawing/2014/main" val="1131116229"/>
                    </a:ext>
                  </a:extLst>
                </a:gridCol>
                <a:gridCol w="5230158">
                  <a:extLst>
                    <a:ext uri="{9D8B030D-6E8A-4147-A177-3AD203B41FA5}">
                      <a16:colId xmlns:a16="http://schemas.microsoft.com/office/drawing/2014/main" val="381632199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b="0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說明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3401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text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文字輸入欄位 </a:t>
                      </a:r>
                      <a:r>
                        <a:rPr kumimoji="0" lang="en-US" altLang="zh-TW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預設值 </a:t>
                      </a:r>
                      <a:r>
                        <a:rPr kumimoji="0" lang="en-US" altLang="zh-TW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9506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password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密碼輸入欄位，輸入的文字會隱藏不顯示。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422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number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數字輸入欄位 </a:t>
                      </a:r>
                      <a:r>
                        <a:rPr kumimoji="0" lang="en-US" altLang="zh-TW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只能輸入數字 </a:t>
                      </a:r>
                      <a:r>
                        <a:rPr kumimoji="0" lang="en-US" altLang="zh-TW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7301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email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en-US" altLang="zh-TW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email 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輸入欄位 </a:t>
                      </a:r>
                      <a:r>
                        <a:rPr kumimoji="0" lang="en-US" altLang="zh-TW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只能輸入 </a:t>
                      </a:r>
                      <a:r>
                        <a:rPr kumimoji="0" lang="en-US" altLang="zh-TW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email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，送出時自動檢查格式 </a:t>
                      </a:r>
                      <a:r>
                        <a:rPr kumimoji="0" lang="en-US" altLang="zh-TW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319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button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按鈕，等同 </a:t>
                      </a:r>
                      <a:r>
                        <a:rPr kumimoji="0" 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type 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為 </a:t>
                      </a:r>
                      <a:r>
                        <a:rPr kumimoji="0" 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button </a:t>
                      </a:r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的 </a:t>
                      </a:r>
                      <a:r>
                        <a:rPr kumimoji="0" lang="en-US" altLang="zh-TW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button&gt;。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4487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reset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重設按鈕，等同 </a:t>
                      </a: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</a:t>
                      </a:r>
                      <a:r>
                        <a:rPr kumimoji="0" lang="zh-TW" alt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為 </a:t>
                      </a: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 </a:t>
                      </a:r>
                      <a:r>
                        <a:rPr kumimoji="0" lang="zh-TW" alt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 </a:t>
                      </a:r>
                      <a:r>
                        <a:rPr lang="en-US" altLang="zh-TW" dirty="0"/>
                        <a:t>&lt;button&gt;</a:t>
                      </a:r>
                      <a:r>
                        <a:rPr kumimoji="0" lang="zh-TW" altLang="en-US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963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submit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送出按鈕，等同 </a:t>
                      </a:r>
                      <a:r>
                        <a:rPr kumimoji="0" 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type 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為 </a:t>
                      </a:r>
                      <a:r>
                        <a:rPr kumimoji="0" 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submit </a:t>
                      </a:r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的 </a:t>
                      </a:r>
                      <a:r>
                        <a:rPr kumimoji="0" lang="en-US" altLang="zh-TW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button&gt;。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6545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image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圖片按鈕。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7196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file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檔案選擇器。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1695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hidden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kumimoji="0" lang="zh-TW" altLang="en-US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隱藏資料欄位。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3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51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27EEE6-F007-C88E-3FB0-C3B06F04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&lt;input&gt;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353828-C88D-6F8C-5236-11FC1609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不需要</a:t>
            </a:r>
            <a:r>
              <a:rPr lang="en-US" altLang="zh-TW" dirty="0"/>
              <a:t>&lt;/input&gt;</a:t>
            </a:r>
          </a:p>
          <a:p>
            <a:endParaRPr lang="en-US" altLang="zh-TW" dirty="0"/>
          </a:p>
          <a:p>
            <a:r>
              <a:rPr lang="zh-TW" altLang="en-US" dirty="0"/>
              <a:t>依照</a:t>
            </a:r>
            <a:r>
              <a:rPr lang="en-US" altLang="zh-TW" dirty="0"/>
              <a:t>type</a:t>
            </a:r>
            <a:r>
              <a:rPr lang="zh-TW" altLang="en-US" dirty="0"/>
              <a:t>不同，會顯示不同的樣貌與可輸入之內容。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執行</a:t>
            </a:r>
            <a:r>
              <a:rPr lang="en-US" altLang="zh-TW" dirty="0"/>
              <a:t>type=submit</a:t>
            </a:r>
            <a:r>
              <a:rPr lang="zh-TW" altLang="en-US" dirty="0"/>
              <a:t>按鈕時，會送出所屬</a:t>
            </a:r>
            <a:r>
              <a:rPr lang="en-US" altLang="zh-TW" dirty="0"/>
              <a:t>&lt;form&gt;</a:t>
            </a:r>
            <a:r>
              <a:rPr lang="zh-TW" altLang="en-US" dirty="0"/>
              <a:t>的資料</a:t>
            </a:r>
            <a:endParaRPr lang="en-US" altLang="zh-TW" dirty="0"/>
          </a:p>
          <a:p>
            <a:r>
              <a:rPr lang="zh-TW" altLang="en-US" dirty="0"/>
              <a:t>前端也可以使用</a:t>
            </a:r>
            <a:r>
              <a:rPr lang="en-US" altLang="zh-TW" dirty="0" err="1"/>
              <a:t>javascript</a:t>
            </a:r>
            <a:r>
              <a:rPr lang="zh-TW" altLang="en-US" dirty="0"/>
              <a:t>來讀取值</a:t>
            </a:r>
            <a:endParaRPr lang="en-US" altLang="zh-TW" dirty="0"/>
          </a:p>
          <a:p>
            <a:r>
              <a:rPr lang="zh-TW" altLang="en-US" dirty="0"/>
              <a:t>通常會設定</a:t>
            </a:r>
            <a:r>
              <a:rPr lang="en-US" altLang="zh-TW" dirty="0"/>
              <a:t>ID</a:t>
            </a:r>
            <a:r>
              <a:rPr lang="zh-TW" altLang="en-US" dirty="0"/>
              <a:t>方便使用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836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4B26E3-114F-B68C-4B3E-D1EC3058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&lt;button&gt;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F01CEE-65FB-D6CD-CB6C-926394AC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type = button, submit, reset(</a:t>
            </a:r>
            <a:r>
              <a:rPr lang="zh-TW" altLang="en-US" dirty="0"/>
              <a:t>清空</a:t>
            </a:r>
            <a:r>
              <a:rPr lang="en-US" altLang="zh-TW" dirty="0"/>
              <a:t>&lt;form&gt;)</a:t>
            </a:r>
          </a:p>
          <a:p>
            <a:pPr lvl="1"/>
            <a:r>
              <a:rPr lang="zh-TW" altLang="en-US" dirty="0"/>
              <a:t>也可使用</a:t>
            </a:r>
            <a:r>
              <a:rPr lang="en-US" altLang="zh-TW" dirty="0"/>
              <a:t>&lt;input&gt;</a:t>
            </a:r>
            <a:r>
              <a:rPr lang="zh-TW" altLang="en-US" dirty="0"/>
              <a:t>取代</a:t>
            </a:r>
            <a:r>
              <a:rPr lang="en-US" altLang="zh-TW" dirty="0"/>
              <a:t>&lt;button&gt;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&lt;button&gt;</a:t>
            </a:r>
            <a:r>
              <a:rPr lang="zh-TW" altLang="en-US" dirty="0"/>
              <a:t>與按鈕型的</a:t>
            </a:r>
            <a:r>
              <a:rPr lang="en-US" altLang="zh-TW" dirty="0"/>
              <a:t>&lt;input&gt;</a:t>
            </a:r>
            <a:r>
              <a:rPr lang="zh-TW" altLang="en-US" dirty="0"/>
              <a:t>的最重要功能是可以寫按下按鈕的事件 </a:t>
            </a:r>
            <a:r>
              <a:rPr lang="en-US" altLang="zh-TW" dirty="0"/>
              <a:t>(</a:t>
            </a:r>
            <a:r>
              <a:rPr lang="zh-TW" altLang="en-US" dirty="0"/>
              <a:t>通常是</a:t>
            </a:r>
            <a:r>
              <a:rPr lang="en-US" altLang="zh-TW" dirty="0" err="1"/>
              <a:t>onClick</a:t>
            </a:r>
            <a:r>
              <a:rPr lang="zh-TW" altLang="en-US" dirty="0"/>
              <a:t>，其他元件其實也可以寫，但通常會選擇按鈕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72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C4D3A-7598-C719-2012-6437B551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&lt;</a:t>
            </a:r>
            <a:r>
              <a:rPr lang="en-US" altLang="zh-TW" dirty="0" err="1"/>
              <a:t>textarea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824B86-9EBE-5982-44F3-5C7719F7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多行文字輸入</a:t>
            </a:r>
            <a:endParaRPr lang="en-US" altLang="zh-TW" dirty="0"/>
          </a:p>
          <a:p>
            <a:r>
              <a:rPr lang="en-US" altLang="zh-TW" dirty="0" err="1"/>
              <a:t>minlength</a:t>
            </a:r>
            <a:r>
              <a:rPr lang="en-US" altLang="zh-TW" dirty="0"/>
              <a:t> / </a:t>
            </a:r>
            <a:r>
              <a:rPr lang="en-US" altLang="zh-TW" dirty="0" err="1"/>
              <a:t>maxlength</a:t>
            </a:r>
            <a:r>
              <a:rPr lang="zh-TW" altLang="en-US" dirty="0"/>
              <a:t>等屬性可用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使用時，通常不要讓使用者調整尺寸，避免破壞排版</a:t>
            </a:r>
            <a:endParaRPr lang="en-US" altLang="zh-TW" dirty="0"/>
          </a:p>
          <a:p>
            <a:pPr lvl="1"/>
            <a:r>
              <a:rPr lang="en-US" altLang="zh-TW" dirty="0"/>
              <a:t>CSS:</a:t>
            </a:r>
            <a:r>
              <a:rPr lang="zh-TW" altLang="en-US" dirty="0"/>
              <a:t> </a:t>
            </a:r>
            <a:r>
              <a:rPr lang="en-US" altLang="zh-TW" dirty="0" err="1"/>
              <a:t>resize:none</a:t>
            </a:r>
            <a:r>
              <a:rPr lang="en-US" altLang="zh-TW" dirty="0"/>
              <a:t>;   (</a:t>
            </a:r>
            <a:r>
              <a:rPr lang="zh-TW" altLang="en-US" dirty="0"/>
              <a:t>亦可選擇只開放垂直</a:t>
            </a:r>
            <a:r>
              <a:rPr lang="en-US" altLang="zh-TW" dirty="0"/>
              <a:t>/</a:t>
            </a:r>
            <a:r>
              <a:rPr lang="zh-TW" altLang="en-US" dirty="0"/>
              <a:t>水平等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062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8800E-F438-3179-2980-90C7899B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&lt;select&gt;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8F53E0-A0F2-2765-4776-93B2FD08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042792" cy="4325112"/>
          </a:xfrm>
        </p:spPr>
        <p:txBody>
          <a:bodyPr/>
          <a:lstStyle/>
          <a:p>
            <a:r>
              <a:rPr lang="zh-TW" altLang="en-US" dirty="0"/>
              <a:t>下拉式選單，讓使用者可選擇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必須與</a:t>
            </a:r>
            <a:r>
              <a:rPr lang="en-US" altLang="zh-TW" dirty="0"/>
              <a:t>&lt;option&gt;</a:t>
            </a:r>
            <a:r>
              <a:rPr lang="zh-TW" altLang="en-US" dirty="0"/>
              <a:t>與</a:t>
            </a:r>
            <a:r>
              <a:rPr lang="en-US" altLang="zh-TW" dirty="0"/>
              <a:t>&lt;</a:t>
            </a:r>
            <a:r>
              <a:rPr lang="en-US" altLang="zh-TW" dirty="0" err="1"/>
              <a:t>optgroup</a:t>
            </a:r>
            <a:r>
              <a:rPr lang="en-US" altLang="zh-TW" dirty="0"/>
              <a:t>&gt;</a:t>
            </a:r>
            <a:r>
              <a:rPr lang="zh-TW" altLang="en-US" dirty="0"/>
              <a:t>搭配使用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7041BB-8E15-AFE3-9C05-A988BB72A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750200"/>
            <a:ext cx="4307605" cy="281175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44225F1-FB93-E6E4-5E51-FC466D417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521" y="1412776"/>
            <a:ext cx="1848108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6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9.2</a:t>
            </a:r>
            <a:br>
              <a:rPr lang="en-US" altLang="zh-TW" dirty="0"/>
            </a:br>
            <a:r>
              <a:rPr lang="zh-TW" altLang="en-US" dirty="0"/>
              <a:t>簡易互動說明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CF82A-0B1A-CCA5-1D06-D78947DB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表單送出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24B6BB-26D2-AC31-0D6B-67BE0F8AA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form</a:t>
            </a:r>
            <a:r>
              <a:rPr lang="zh-TW" altLang="en-US" dirty="0"/>
              <a:t>包含的內容，當按下</a:t>
            </a:r>
            <a:r>
              <a:rPr lang="en-US" altLang="zh-TW" dirty="0"/>
              <a:t>submit </a:t>
            </a:r>
            <a:r>
              <a:rPr lang="zh-TW" altLang="en-US" dirty="0"/>
              <a:t>時，會執行</a:t>
            </a:r>
            <a:r>
              <a:rPr lang="en-US" altLang="zh-TW" dirty="0"/>
              <a:t>form</a:t>
            </a:r>
            <a:r>
              <a:rPr lang="zh-TW" altLang="en-US" dirty="0"/>
              <a:t>的</a:t>
            </a:r>
            <a:r>
              <a:rPr lang="en-US" altLang="zh-TW" dirty="0"/>
              <a:t>action (</a:t>
            </a:r>
            <a:r>
              <a:rPr lang="zh-TW" altLang="en-US" dirty="0"/>
              <a:t>前往該網頁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1E1F561-22DA-4366-527D-7B12B336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501008"/>
            <a:ext cx="6744637" cy="172019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BA92CFE-CDDF-4C2F-3042-F43567994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275043"/>
            <a:ext cx="2871990" cy="129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3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C3FB6-052E-159D-3D2B-F8929E3AE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Get/Post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8AE5B2-27EA-216C-28E9-BD5BDF7F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altLang="zh-TW" dirty="0"/>
          </a:p>
          <a:p>
            <a:r>
              <a:rPr lang="en-US" altLang="zh-TW" dirty="0"/>
              <a:t>Get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en-US" altLang="zh-TW" dirty="0"/>
              <a:t>Post</a:t>
            </a:r>
          </a:p>
          <a:p>
            <a:pPr lvl="1"/>
            <a:r>
              <a:rPr lang="zh-TW" altLang="en-US" dirty="0"/>
              <a:t>網址無變化，但仍然能獲取資訊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表單內容必須依賴其他程式語言讀取</a:t>
            </a:r>
            <a:endParaRPr lang="en-US" altLang="zh-TW" dirty="0"/>
          </a:p>
          <a:p>
            <a:pPr lvl="1"/>
            <a:r>
              <a:rPr lang="en-US" altLang="zh-TW" dirty="0"/>
              <a:t>JS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document.write</a:t>
            </a:r>
            <a:r>
              <a:rPr lang="en-US" altLang="zh-TW" dirty="0"/>
              <a:t>(</a:t>
            </a:r>
            <a:r>
              <a:rPr lang="en-US" altLang="zh-TW" dirty="0" err="1"/>
              <a:t>window.location.search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EA5BC4-2388-9ACF-987D-1341FE0FD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772816"/>
            <a:ext cx="2808312" cy="12693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F5ECB0-05EB-74B8-A6F1-74229938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226285"/>
            <a:ext cx="3359273" cy="4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C3FB6-052E-159D-3D2B-F8929E3AE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Get/Post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8AE5B2-27EA-216C-28E9-BD5BDF7F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dirty="0"/>
              <a:t>表單內容必須依賴其他程式語言讀取</a:t>
            </a:r>
            <a:endParaRPr lang="en-US" altLang="zh-TW" dirty="0"/>
          </a:p>
          <a:p>
            <a:pPr lvl="1"/>
            <a:r>
              <a:rPr lang="en-US" altLang="zh-TW" dirty="0"/>
              <a:t>JS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document.write</a:t>
            </a:r>
            <a:r>
              <a:rPr lang="en-US" altLang="zh-TW" dirty="0"/>
              <a:t>(</a:t>
            </a:r>
            <a:r>
              <a:rPr lang="en-US" altLang="zh-TW" dirty="0" err="1"/>
              <a:t>window.location.search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PHP</a:t>
            </a:r>
            <a:r>
              <a:rPr lang="zh-TW" altLang="en-US" dirty="0"/>
              <a:t>：</a:t>
            </a:r>
            <a:r>
              <a:rPr lang="en-US" altLang="zh-TW" dirty="0"/>
              <a:t>#_GET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在依照狀況決定做回應或與後端溝通，如：</a:t>
            </a:r>
            <a:endParaRPr lang="en-US" altLang="zh-TW" dirty="0"/>
          </a:p>
          <a:p>
            <a:pPr lvl="1"/>
            <a:r>
              <a:rPr lang="zh-TW" altLang="en-US" dirty="0"/>
              <a:t>顯示特定的漫畫頁數</a:t>
            </a:r>
            <a:endParaRPr lang="en-US" altLang="zh-TW" dirty="0"/>
          </a:p>
          <a:p>
            <a:pPr lvl="1"/>
            <a:r>
              <a:rPr lang="zh-TW" altLang="en-US" dirty="0"/>
              <a:t>將帳號密碼拿去資料庫查詢，並且登入</a:t>
            </a:r>
            <a:endParaRPr lang="en-US" altLang="zh-TW" dirty="0"/>
          </a:p>
          <a:p>
            <a:pPr lvl="1"/>
            <a:r>
              <a:rPr lang="zh-TW" altLang="en-US" dirty="0"/>
              <a:t>讓使用者註冊並寄出驗證</a:t>
            </a:r>
            <a:r>
              <a:rPr lang="en-US" altLang="zh-TW"/>
              <a:t>email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EA5BC4-2388-9ACF-987D-1341FE0FD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041721"/>
            <a:ext cx="2808312" cy="12693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F5ECB0-05EB-74B8-A6F1-74229938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300790"/>
            <a:ext cx="3359273" cy="4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98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A5AAD-A747-28A7-7BDE-14437F2F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Javascript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4996A0-A9FE-3C6E-9E8A-4A6A35F58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是一種程式語言，通常為網頁使用</a:t>
            </a:r>
            <a:endParaRPr lang="en-US" altLang="zh-TW" dirty="0"/>
          </a:p>
          <a:p>
            <a:pPr lvl="1"/>
            <a:r>
              <a:rPr lang="zh-TW" altLang="en-US" dirty="0"/>
              <a:t>網頁中必須包含在</a:t>
            </a:r>
            <a:r>
              <a:rPr lang="en-US" altLang="zh-TW" dirty="0"/>
              <a:t>&lt;script&gt; &lt;/script&gt;</a:t>
            </a:r>
            <a:r>
              <a:rPr lang="zh-TW" altLang="en-US" dirty="0"/>
              <a:t>中</a:t>
            </a:r>
            <a:endParaRPr lang="en-US" altLang="zh-TW" dirty="0"/>
          </a:p>
          <a:p>
            <a:pPr lvl="1"/>
            <a:r>
              <a:rPr lang="zh-TW" altLang="en-US" dirty="0"/>
              <a:t>但也可以包含在按鈕</a:t>
            </a:r>
            <a:r>
              <a:rPr lang="en-US" altLang="zh-TW" dirty="0" err="1"/>
              <a:t>onClick</a:t>
            </a:r>
            <a:r>
              <a:rPr lang="zh-TW" altLang="en-US" dirty="0"/>
              <a:t>中使用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範例展示</a:t>
            </a:r>
            <a:endParaRPr lang="en-US" altLang="zh-TW" dirty="0"/>
          </a:p>
          <a:p>
            <a:pPr lvl="1"/>
            <a:r>
              <a:rPr lang="en-US" altLang="zh-TW" dirty="0"/>
              <a:t>https://www.w3schools.com/js/js_examples.asp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9736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A420C-E759-833D-B13A-98A7782D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AJAX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768AA0-6B01-618D-76CA-3555205E3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Asynchronous JavaScript and XML</a:t>
            </a:r>
          </a:p>
          <a:p>
            <a:pPr lvl="1"/>
            <a:r>
              <a:rPr lang="zh-TW" altLang="en-US" dirty="0"/>
              <a:t>由於前面教學中，讓使用者輸入資訊必須使用表單，而每次表單都是一份全新的</a:t>
            </a:r>
            <a:r>
              <a:rPr lang="en-US" altLang="zh-TW" dirty="0"/>
              <a:t>html</a:t>
            </a:r>
            <a:r>
              <a:rPr lang="zh-TW" altLang="en-US" dirty="0"/>
              <a:t>傳回使用者。</a:t>
            </a:r>
            <a:endParaRPr lang="en-US" altLang="zh-TW" dirty="0"/>
          </a:p>
          <a:p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當按鈕按出時，藉由</a:t>
            </a:r>
            <a:r>
              <a:rPr lang="en-US" altLang="zh-TW" dirty="0"/>
              <a:t>JS</a:t>
            </a:r>
            <a:r>
              <a:rPr lang="zh-TW" altLang="en-US" dirty="0"/>
              <a:t>讀取並傳出資訊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伺服器收到資訊，處理後回傳資訊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運用</a:t>
            </a:r>
            <a:r>
              <a:rPr lang="en-US" altLang="zh-TW" dirty="0"/>
              <a:t>JS</a:t>
            </a:r>
            <a:r>
              <a:rPr lang="zh-TW" altLang="en-US" dirty="0"/>
              <a:t>來修改</a:t>
            </a:r>
            <a:r>
              <a:rPr lang="en-US" altLang="zh-TW" dirty="0"/>
              <a:t>DOM(html</a:t>
            </a:r>
            <a:r>
              <a:rPr lang="zh-TW" altLang="en-US" dirty="0"/>
              <a:t>等</a:t>
            </a:r>
            <a:r>
              <a:rPr lang="en-US" altLang="zh-TW" dirty="0"/>
              <a:t>)</a:t>
            </a:r>
            <a:r>
              <a:rPr lang="zh-TW" altLang="en-US" dirty="0"/>
              <a:t>來回饋使用者系統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19416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743</TotalTime>
  <Words>684</Words>
  <Application>Microsoft Office PowerPoint</Application>
  <PresentationFormat>如螢幕大小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MS Gothic</vt:lpstr>
      <vt:lpstr>Arial</vt:lpstr>
      <vt:lpstr>Georgia</vt:lpstr>
      <vt:lpstr>Times New Roman</vt:lpstr>
      <vt:lpstr>Wingdings 2</vt:lpstr>
      <vt:lpstr>都會</vt:lpstr>
      <vt:lpstr>Lesson 9 HTML-3</vt:lpstr>
      <vt:lpstr>最後一些HTML元件/標籤</vt:lpstr>
      <vt:lpstr>&lt;form&gt;</vt:lpstr>
      <vt:lpstr>&lt;input&gt;</vt:lpstr>
      <vt:lpstr>&lt;input&gt;</vt:lpstr>
      <vt:lpstr>&lt;button&gt;</vt:lpstr>
      <vt:lpstr>&lt;textarea&gt;</vt:lpstr>
      <vt:lpstr>&lt;select&gt;</vt:lpstr>
      <vt:lpstr>Lesson 9.2 簡易互動說明</vt:lpstr>
      <vt:lpstr>表單送出</vt:lpstr>
      <vt:lpstr>Get/Post</vt:lpstr>
      <vt:lpstr>Get/Post</vt:lpstr>
      <vt:lpstr>Javascript</vt:lpstr>
      <vt:lpstr>AJAX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111</cp:revision>
  <dcterms:created xsi:type="dcterms:W3CDTF">2024-11-18T05:57:07Z</dcterms:created>
  <dcterms:modified xsi:type="dcterms:W3CDTF">2025-03-27T03:44:25Z</dcterms:modified>
</cp:coreProperties>
</file>