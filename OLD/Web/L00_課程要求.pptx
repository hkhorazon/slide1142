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85" r:id="rId2"/>
    <p:sldId id="277" r:id="rId3"/>
    <p:sldId id="286" r:id="rId4"/>
    <p:sldId id="283" r:id="rId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-1834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1</a:t>
            </a:r>
            <a:br>
              <a:rPr lang="en-US" altLang="zh-TW" dirty="0"/>
            </a:br>
            <a:r>
              <a:rPr lang="zh-TW" altLang="en-US" dirty="0"/>
              <a:t>課程要求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互動媒體製作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57946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課程內容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前期學習</a:t>
            </a:r>
            <a:endParaRPr lang="en-US" altLang="zh-TW" dirty="0"/>
          </a:p>
          <a:p>
            <a:pPr lvl="1"/>
            <a:r>
              <a:rPr lang="zh-TW" altLang="en-US" dirty="0"/>
              <a:t>使用</a:t>
            </a:r>
            <a:r>
              <a:rPr lang="en-US" altLang="zh-TW" dirty="0"/>
              <a:t>Google Site</a:t>
            </a:r>
            <a:r>
              <a:rPr lang="zh-TW" altLang="en-US" dirty="0"/>
              <a:t>做網頁</a:t>
            </a:r>
            <a:endParaRPr lang="en-US" altLang="zh-TW" dirty="0"/>
          </a:p>
          <a:p>
            <a:r>
              <a:rPr lang="zh-TW" altLang="en-US" dirty="0"/>
              <a:t>建立靜態網頁</a:t>
            </a:r>
            <a:endParaRPr lang="en-US" altLang="zh-TW" dirty="0"/>
          </a:p>
          <a:p>
            <a:pPr lvl="1"/>
            <a:r>
              <a:rPr lang="zh-TW" altLang="en-US" dirty="0"/>
              <a:t>使用 </a:t>
            </a:r>
            <a:r>
              <a:rPr lang="en-US" altLang="zh-TW" dirty="0" err="1"/>
              <a:t>DreamWeaver</a:t>
            </a:r>
            <a:endParaRPr lang="en-US" altLang="zh-TW" dirty="0"/>
          </a:p>
          <a:p>
            <a:pPr lvl="1"/>
            <a:r>
              <a:rPr lang="zh-TW" altLang="en-US" dirty="0"/>
              <a:t>學習 </a:t>
            </a:r>
            <a:r>
              <a:rPr lang="en-US" altLang="zh-TW" dirty="0"/>
              <a:t>html</a:t>
            </a:r>
            <a:r>
              <a:rPr lang="zh-TW" altLang="en-US" dirty="0"/>
              <a:t>、</a:t>
            </a:r>
            <a:r>
              <a:rPr lang="en-US" altLang="zh-TW" dirty="0"/>
              <a:t>CSS</a:t>
            </a:r>
            <a:r>
              <a:rPr lang="zh-TW" altLang="en-US" dirty="0"/>
              <a:t>、</a:t>
            </a:r>
            <a:r>
              <a:rPr lang="en-US" altLang="zh-TW" dirty="0"/>
              <a:t>JavaScript</a:t>
            </a:r>
          </a:p>
          <a:p>
            <a:pPr lvl="1"/>
            <a:r>
              <a:rPr lang="zh-TW" altLang="en-US" dirty="0"/>
              <a:t>其他前端框架</a:t>
            </a:r>
            <a:endParaRPr lang="en-US" altLang="zh-TW" dirty="0"/>
          </a:p>
          <a:p>
            <a:r>
              <a:rPr lang="zh-TW" altLang="en-US" dirty="0"/>
              <a:t>製作原形</a:t>
            </a:r>
            <a:r>
              <a:rPr lang="en-US" altLang="zh-TW" dirty="0"/>
              <a:t>(prototype)</a:t>
            </a:r>
            <a:r>
              <a:rPr lang="zh-TW" altLang="en-US" dirty="0"/>
              <a:t>以展示</a:t>
            </a:r>
            <a:r>
              <a:rPr lang="en-US" altLang="zh-TW" dirty="0"/>
              <a:t>UI</a:t>
            </a:r>
            <a:r>
              <a:rPr lang="zh-TW" altLang="en-US" dirty="0"/>
              <a:t>、</a:t>
            </a:r>
            <a:r>
              <a:rPr lang="en-US" altLang="zh-TW" dirty="0"/>
              <a:t>UX</a:t>
            </a:r>
            <a:r>
              <a:rPr lang="zh-TW" altLang="en-US" dirty="0"/>
              <a:t>設計</a:t>
            </a:r>
            <a:endParaRPr lang="en-US" altLang="zh-TW" dirty="0"/>
          </a:p>
          <a:p>
            <a:pPr lvl="1"/>
            <a:r>
              <a:rPr lang="zh-TW" altLang="en-US" dirty="0"/>
              <a:t>使用</a:t>
            </a:r>
            <a:r>
              <a:rPr lang="en-US" altLang="zh-TW" dirty="0"/>
              <a:t>Figma</a:t>
            </a:r>
            <a:r>
              <a:rPr lang="zh-TW" altLang="en-US" dirty="0"/>
              <a:t>製作</a:t>
            </a:r>
            <a:endParaRPr lang="en-US" altLang="zh-TW" dirty="0"/>
          </a:p>
          <a:p>
            <a:r>
              <a:rPr lang="zh-TW" altLang="en-US" dirty="0"/>
              <a:t>架站</a:t>
            </a:r>
            <a:endParaRPr lang="en-US" altLang="zh-TW" dirty="0"/>
          </a:p>
          <a:p>
            <a:pPr lvl="1"/>
            <a:r>
              <a:rPr lang="en-US" altLang="zh-TW" dirty="0"/>
              <a:t>XAMPP</a:t>
            </a:r>
            <a:r>
              <a:rPr lang="zh-TW" altLang="en-US" dirty="0"/>
              <a:t> </a:t>
            </a:r>
            <a:r>
              <a:rPr lang="en-US" altLang="zh-TW" dirty="0"/>
              <a:t>/ </a:t>
            </a:r>
            <a:r>
              <a:rPr lang="en-US" altLang="zh-TW" dirty="0" err="1"/>
              <a:t>Wix</a:t>
            </a:r>
            <a:endParaRPr lang="en-US" altLang="zh-TW" dirty="0"/>
          </a:p>
          <a:p>
            <a:pPr lvl="1"/>
            <a:endParaRPr lang="en-US" altLang="zh-TW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課程大綱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976878"/>
            <a:ext cx="5124450" cy="5585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4836EE0-5A40-6967-F026-B93DC5CB6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課程要求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6F769EED-61C1-D64E-84B3-629E52834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課堂參與 </a:t>
            </a:r>
            <a:r>
              <a:rPr lang="en-US" altLang="zh-TW" dirty="0"/>
              <a:t>30%</a:t>
            </a:r>
          </a:p>
          <a:p>
            <a:r>
              <a:rPr lang="zh-TW" altLang="en-US" dirty="0"/>
              <a:t>期中報告</a:t>
            </a:r>
            <a:r>
              <a:rPr lang="en-US" altLang="zh-TW" dirty="0"/>
              <a:t> 30%</a:t>
            </a:r>
          </a:p>
          <a:p>
            <a:pPr lvl="1"/>
            <a:r>
              <a:rPr lang="zh-TW" altLang="en-US" dirty="0"/>
              <a:t>單</a:t>
            </a:r>
            <a:r>
              <a:rPr lang="zh-TW" altLang="en-US" dirty="0" smtClean="0"/>
              <a:t>人</a:t>
            </a:r>
            <a:r>
              <a:rPr lang="en-US" altLang="zh-TW" dirty="0" smtClean="0"/>
              <a:t> </a:t>
            </a:r>
            <a:r>
              <a:rPr lang="zh-TW" altLang="en-US" dirty="0" smtClean="0"/>
              <a:t>以</a:t>
            </a:r>
            <a:r>
              <a:rPr lang="en-US" altLang="zh-TW" dirty="0"/>
              <a:t>Google Site</a:t>
            </a:r>
            <a:r>
              <a:rPr lang="zh-TW" altLang="en-US" dirty="0"/>
              <a:t>為主製作網頁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期末報告 </a:t>
            </a:r>
            <a:r>
              <a:rPr lang="en-US" altLang="zh-TW" dirty="0"/>
              <a:t>40%</a:t>
            </a:r>
          </a:p>
          <a:p>
            <a:pPr lvl="1"/>
            <a:r>
              <a:rPr lang="zh-TW" altLang="en-US" dirty="0" smtClean="0"/>
              <a:t>單人 製作網站 </a:t>
            </a:r>
            <a:r>
              <a:rPr lang="en-US" altLang="zh-TW" dirty="0" smtClean="0"/>
              <a:t>(</a:t>
            </a:r>
            <a:r>
              <a:rPr lang="zh-TW" altLang="en-US" dirty="0" smtClean="0"/>
              <a:t>進階方法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題材可自選但不可為爭議、政治、成人等題材</a:t>
            </a:r>
            <a:endParaRPr lang="en-US" altLang="zh-TW" dirty="0"/>
          </a:p>
          <a:p>
            <a:r>
              <a:rPr lang="zh-TW" altLang="en-US" dirty="0"/>
              <a:t>素材可從網路上尋找，網站不會公開僅做作業使用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xmlns="" val="32228431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212</TotalTime>
  <Words>109</Words>
  <Application>Microsoft Office PowerPoint</Application>
  <PresentationFormat>如螢幕大小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都會</vt:lpstr>
      <vt:lpstr>Lesson 1 課程要求</vt:lpstr>
      <vt:lpstr>課程內容</vt:lpstr>
      <vt:lpstr>課程大綱</vt:lpstr>
      <vt:lpstr>課程要求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52</cp:revision>
  <dcterms:created xsi:type="dcterms:W3CDTF">2024-11-18T05:57:07Z</dcterms:created>
  <dcterms:modified xsi:type="dcterms:W3CDTF">2025-04-13T14:55:55Z</dcterms:modified>
</cp:coreProperties>
</file>