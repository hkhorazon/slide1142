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2" r:id="rId9"/>
    <p:sldId id="265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47" autoAdjust="0"/>
  </p:normalViewPr>
  <p:slideViewPr>
    <p:cSldViewPr>
      <p:cViewPr varScale="1">
        <p:scale>
          <a:sx n="105" d="100"/>
          <a:sy n="105" d="100"/>
        </p:scale>
        <p:origin x="179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7</a:t>
            </a:r>
            <a:br>
              <a:rPr lang="en-US" altLang="zh-TW" dirty="0"/>
            </a:br>
            <a:r>
              <a:rPr lang="en-US" altLang="zh-TW" dirty="0"/>
              <a:t>RWD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D53819-5FFE-21BB-8A11-12771C08C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再看一次</a:t>
            </a:r>
            <a:r>
              <a:rPr lang="en-US" altLang="zh-TW" dirty="0"/>
              <a:t>Google</a:t>
            </a:r>
            <a:r>
              <a:rPr lang="zh-TW" altLang="en-US" dirty="0"/>
              <a:t> </a:t>
            </a:r>
            <a:r>
              <a:rPr lang="en-US" altLang="zh-TW" dirty="0"/>
              <a:t>Site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A2E9AE-A287-2444-A92F-63321D695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和</a:t>
            </a:r>
            <a:r>
              <a:rPr lang="en-US" altLang="zh-TW" dirty="0"/>
              <a:t>Google Site</a:t>
            </a:r>
            <a:r>
              <a:rPr lang="zh-TW" altLang="en-US" dirty="0"/>
              <a:t>比較，我們使用</a:t>
            </a:r>
            <a:r>
              <a:rPr lang="en-US" altLang="zh-TW" dirty="0"/>
              <a:t>HTML &amp; CSS</a:t>
            </a:r>
            <a:r>
              <a:rPr lang="zh-TW" altLang="en-US" dirty="0"/>
              <a:t>刻出來網頁除了還是不夠美觀以外 </a:t>
            </a:r>
            <a:r>
              <a:rPr lang="en-US" altLang="zh-TW" dirty="0"/>
              <a:t>(</a:t>
            </a:r>
            <a:r>
              <a:rPr lang="zh-TW" altLang="en-US" dirty="0"/>
              <a:t>但其實認真製作還是可以達成和</a:t>
            </a:r>
            <a:r>
              <a:rPr lang="en-US" altLang="zh-TW" dirty="0"/>
              <a:t>Google</a:t>
            </a:r>
            <a:r>
              <a:rPr lang="zh-TW" altLang="en-US" dirty="0"/>
              <a:t> </a:t>
            </a:r>
            <a:r>
              <a:rPr lang="en-US" altLang="zh-TW" dirty="0"/>
              <a:t>Site</a:t>
            </a:r>
            <a:r>
              <a:rPr lang="zh-TW" altLang="en-US" dirty="0"/>
              <a:t>一樣的效果，但很花時間，且要學習更多</a:t>
            </a:r>
            <a:r>
              <a:rPr lang="en-US" altLang="zh-TW" dirty="0"/>
              <a:t>CSS</a:t>
            </a:r>
            <a:r>
              <a:rPr lang="zh-TW" altLang="en-US" dirty="0"/>
              <a:t>語法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有一個決定的差異是，</a:t>
            </a:r>
            <a:r>
              <a:rPr lang="en-US" altLang="zh-TW" dirty="0"/>
              <a:t>Google Site</a:t>
            </a:r>
            <a:r>
              <a:rPr lang="zh-TW" altLang="en-US" dirty="0"/>
              <a:t>可以在平板、手機上做出不同的效果與排版。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990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63F59C-7C86-3D49-611D-3E82FB9E9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RWD</a:t>
            </a:r>
            <a:r>
              <a:rPr lang="zh-TW" altLang="en-US" dirty="0"/>
              <a:t> </a:t>
            </a:r>
            <a:r>
              <a:rPr lang="en-US" altLang="zh-TW" dirty="0"/>
              <a:t>vs AWD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131609-C505-499C-6BE7-E88EB000B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RWD (</a:t>
            </a:r>
            <a:r>
              <a:rPr lang="zh-TW" altLang="en-US" dirty="0"/>
              <a:t>響應式網站設計 </a:t>
            </a:r>
            <a:r>
              <a:rPr lang="en-US" altLang="zh-TW" dirty="0"/>
              <a:t>Responsive Web Design)</a:t>
            </a:r>
          </a:p>
          <a:p>
            <a:pPr lvl="1"/>
            <a:r>
              <a:rPr lang="zh-TW" altLang="en-US" dirty="0"/>
              <a:t>依照不同狀況時，仍然讀取同一個</a:t>
            </a:r>
            <a:r>
              <a:rPr lang="en-US" altLang="zh-TW" dirty="0"/>
              <a:t>CSS</a:t>
            </a:r>
            <a:r>
              <a:rPr lang="zh-TW" altLang="en-US" dirty="0"/>
              <a:t>檔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AWD (</a:t>
            </a:r>
            <a:r>
              <a:rPr lang="zh-TW" altLang="en-US" dirty="0"/>
              <a:t>自適應網頁設計 </a:t>
            </a:r>
            <a:r>
              <a:rPr lang="en-US" altLang="zh-TW" dirty="0"/>
              <a:t>Adaptive Web Design)</a:t>
            </a:r>
          </a:p>
          <a:p>
            <a:pPr lvl="1"/>
            <a:r>
              <a:rPr lang="zh-TW" altLang="en-US" dirty="0"/>
              <a:t>依照不同狀況時，讀取對應之</a:t>
            </a:r>
            <a:r>
              <a:rPr lang="en-US" altLang="zh-TW" dirty="0"/>
              <a:t>CSS</a:t>
            </a:r>
            <a:r>
              <a:rPr lang="zh-TW" altLang="en-US" dirty="0"/>
              <a:t>檔</a:t>
            </a:r>
            <a:endParaRPr lang="en-US" altLang="zh-TW" dirty="0"/>
          </a:p>
          <a:p>
            <a:pPr lvl="1"/>
            <a:r>
              <a:rPr lang="zh-TW" altLang="en-US" dirty="0"/>
              <a:t>分辨方式是可能可以看到網址略微不同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使用者看到的狀況大多相同，若無特殊需求，使用</a:t>
            </a:r>
            <a:r>
              <a:rPr lang="en-US" altLang="zh-TW" dirty="0"/>
              <a:t>RWD</a:t>
            </a:r>
            <a:r>
              <a:rPr lang="zh-TW" altLang="en-US" dirty="0"/>
              <a:t>即可。</a:t>
            </a:r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3888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8204AF-B9BE-3DFF-A889-C7C5CAD62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CSS</a:t>
            </a:r>
            <a:r>
              <a:rPr lang="zh-TW" altLang="en-US" dirty="0"/>
              <a:t> </a:t>
            </a:r>
            <a:r>
              <a:rPr lang="en-US" altLang="zh-TW" dirty="0"/>
              <a:t>@media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DC2102-9FD4-C867-6EAE-AABF4B48E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altLang="zh-TW" dirty="0"/>
              <a:t>@media(max-width:1200px){</a:t>
            </a:r>
          </a:p>
          <a:p>
            <a:pPr marL="411480" lvl="1" indent="0">
              <a:buNone/>
            </a:pPr>
            <a:r>
              <a:rPr lang="en-US" altLang="zh-TW" dirty="0"/>
              <a:t>/* </a:t>
            </a:r>
            <a:r>
              <a:rPr lang="zh-TW" altLang="en-US" dirty="0"/>
              <a:t>原本的</a:t>
            </a:r>
            <a:r>
              <a:rPr lang="en-US" altLang="zh-TW" dirty="0" err="1"/>
              <a:t>css</a:t>
            </a:r>
            <a:r>
              <a:rPr lang="zh-TW" altLang="en-US" dirty="0"/>
              <a:t> </a:t>
            </a:r>
            <a:r>
              <a:rPr lang="en-US" altLang="zh-TW" dirty="0"/>
              <a:t>*/</a:t>
            </a:r>
          </a:p>
          <a:p>
            <a:pPr marL="109728" indent="0">
              <a:buNone/>
            </a:pPr>
            <a:r>
              <a:rPr lang="en-US" altLang="zh-TW" dirty="0"/>
              <a:t>}</a:t>
            </a:r>
          </a:p>
          <a:p>
            <a:r>
              <a:rPr lang="en-US" altLang="zh-TW" dirty="0"/>
              <a:t>max-width:</a:t>
            </a:r>
            <a:r>
              <a:rPr lang="zh-TW" altLang="en-US" dirty="0"/>
              <a:t>大於等於該數值時，使用該區域</a:t>
            </a:r>
            <a:r>
              <a:rPr lang="en-US" altLang="zh-TW" dirty="0"/>
              <a:t>CSS</a:t>
            </a:r>
          </a:p>
          <a:p>
            <a:r>
              <a:rPr lang="en-US" altLang="zh-TW" dirty="0"/>
              <a:t>min-width:</a:t>
            </a:r>
            <a:r>
              <a:rPr lang="zh-TW" altLang="en-US" dirty="0"/>
              <a:t>小於等於該數值時，使用該區域</a:t>
            </a:r>
            <a:r>
              <a:rPr lang="en-US" altLang="zh-TW" dirty="0"/>
              <a:t>CSS</a:t>
            </a:r>
          </a:p>
          <a:p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由於對應不同設備，通常有兩種以下做法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07950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136923-CFC9-00CF-B649-B95938000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手機優先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B14EC2-7A9E-54BF-22A4-C37845685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螢幕大於該值時，使用該數值</a:t>
            </a:r>
            <a:endParaRPr lang="en-US" altLang="zh-TW" dirty="0"/>
          </a:p>
          <a:p>
            <a:endParaRPr lang="en-US" altLang="zh-TW" dirty="0"/>
          </a:p>
          <a:p>
            <a:pPr marL="109728" indent="0">
              <a:buNone/>
            </a:pPr>
            <a:r>
              <a:rPr lang="en-US" altLang="zh-TW" dirty="0"/>
              <a:t>@media (min-width: 576px) { ... } </a:t>
            </a:r>
          </a:p>
          <a:p>
            <a:pPr marL="109728" indent="0">
              <a:buNone/>
            </a:pPr>
            <a:r>
              <a:rPr lang="en-US" altLang="zh-TW" dirty="0"/>
              <a:t>@media (min-width: 768px) { ... } </a:t>
            </a:r>
          </a:p>
          <a:p>
            <a:pPr marL="109728" indent="0">
              <a:buNone/>
            </a:pPr>
            <a:r>
              <a:rPr lang="en-US" altLang="zh-TW" dirty="0"/>
              <a:t>@media (min-width: 992px) { ... } </a:t>
            </a:r>
          </a:p>
          <a:p>
            <a:pPr marL="109728" indent="0">
              <a:buNone/>
            </a:pPr>
            <a:r>
              <a:rPr lang="en-US" altLang="zh-TW" dirty="0"/>
              <a:t>@media (min-width: 1200px) { ... } </a:t>
            </a:r>
          </a:p>
          <a:p>
            <a:pPr marL="109728" indent="0">
              <a:buNone/>
            </a:pPr>
            <a:r>
              <a:rPr lang="en-US" altLang="zh-TW" dirty="0"/>
              <a:t>@media (min-width: 1400px) { ... }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09563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8376EF-650F-CCD6-9D70-C2FDE5667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電腦為主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640D19-52F0-B6E6-EFA9-793E8C6AD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US" altLang="zh-TW" dirty="0"/>
              <a:t>max-width </a:t>
            </a:r>
            <a:r>
              <a:rPr lang="zh-TW" altLang="en-US" dirty="0"/>
              <a:t>大於該數值時，使用該區域</a:t>
            </a:r>
            <a:r>
              <a:rPr lang="en-US" altLang="zh-TW" dirty="0"/>
              <a:t>CSS</a:t>
            </a:r>
          </a:p>
          <a:p>
            <a:pPr marL="109728" indent="0">
              <a:buNone/>
            </a:pPr>
            <a:endParaRPr lang="en-US" altLang="zh-TW" dirty="0"/>
          </a:p>
          <a:p>
            <a:pPr marL="109728" indent="0">
              <a:buNone/>
            </a:pPr>
            <a:r>
              <a:rPr lang="en-US" altLang="zh-TW" dirty="0"/>
              <a:t>@media (max-width: 575.98px) { ... } </a:t>
            </a:r>
          </a:p>
          <a:p>
            <a:pPr marL="109728" indent="0">
              <a:buNone/>
            </a:pPr>
            <a:r>
              <a:rPr lang="en-US" altLang="zh-TW" dirty="0"/>
              <a:t>@media (max-width: 767.98px) { ... } </a:t>
            </a:r>
          </a:p>
          <a:p>
            <a:pPr marL="109728" indent="0">
              <a:buNone/>
            </a:pPr>
            <a:r>
              <a:rPr lang="en-US" altLang="zh-TW" dirty="0"/>
              <a:t>@media (max-width: 991.98px) { ... } </a:t>
            </a:r>
          </a:p>
          <a:p>
            <a:pPr marL="109728" indent="0">
              <a:buNone/>
            </a:pPr>
            <a:r>
              <a:rPr lang="en-US" altLang="zh-TW" dirty="0"/>
              <a:t>@media (max-width: 1199.98px) { ... }</a:t>
            </a:r>
          </a:p>
          <a:p>
            <a:pPr marL="109728" indent="0">
              <a:buNone/>
            </a:pPr>
            <a:r>
              <a:rPr lang="en-US" altLang="zh-TW" dirty="0"/>
              <a:t>@media (max-width: 1399.98px) { ... 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2665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7ADDA1-3591-D3D1-9EDF-F6A666B2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@media</a:t>
            </a:r>
            <a:r>
              <a:rPr lang="zh-TW" altLang="en-US" dirty="0"/>
              <a:t>還能怎麼用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E338AF-F1CF-70E7-6396-4B0E016F0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@media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orientation:landscape</a:t>
            </a:r>
            <a:r>
              <a:rPr lang="en-US" altLang="zh-TW" dirty="0"/>
              <a:t>) { … }</a:t>
            </a:r>
          </a:p>
          <a:p>
            <a:r>
              <a:rPr lang="en-US" altLang="zh-TW" dirty="0"/>
              <a:t>@media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orientation:portrait</a:t>
            </a:r>
            <a:r>
              <a:rPr lang="en-US" altLang="zh-TW" dirty="0"/>
              <a:t>) { … }</a:t>
            </a:r>
            <a:endParaRPr lang="zh-TW" altLang="en-US" dirty="0"/>
          </a:p>
          <a:p>
            <a:endParaRPr lang="en-US" altLang="zh-TW" dirty="0"/>
          </a:p>
          <a:p>
            <a:r>
              <a:rPr lang="zh-TW" altLang="en-US" dirty="0"/>
              <a:t>如果要複合多個條件，使用</a:t>
            </a:r>
            <a:r>
              <a:rPr lang="en-US" altLang="zh-TW" dirty="0"/>
              <a:t>and</a:t>
            </a:r>
            <a:r>
              <a:rPr lang="zh-TW" altLang="en-US" dirty="0"/>
              <a:t>，如</a:t>
            </a:r>
            <a:endParaRPr lang="en-US" altLang="zh-TW" dirty="0"/>
          </a:p>
          <a:p>
            <a:r>
              <a:rPr lang="en-US" altLang="zh-TW" dirty="0"/>
              <a:t>@media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orientation:landscape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and (min-wdith:500px) { … }</a:t>
            </a:r>
          </a:p>
          <a:p>
            <a:r>
              <a:rPr lang="en-US" altLang="zh-TW"/>
              <a:t>@media (min-width: 992px) and (max-width: 1199.99px) {…}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58884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3DCE5D-2D4C-7BF5-E527-049AED68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需要調整什麼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81D9E5-7CA8-DBD7-F2B1-0FD3F6F70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字型大小</a:t>
            </a:r>
            <a:endParaRPr lang="en-US" altLang="zh-TW" dirty="0"/>
          </a:p>
          <a:p>
            <a:r>
              <a:rPr lang="zh-TW" altLang="en-US" dirty="0"/>
              <a:t>圖片大小</a:t>
            </a:r>
            <a:endParaRPr lang="en-US" altLang="zh-TW" dirty="0"/>
          </a:p>
          <a:p>
            <a:pPr lvl="1"/>
            <a:r>
              <a:rPr lang="zh-TW" altLang="en-US" dirty="0"/>
              <a:t>占比方式問題</a:t>
            </a:r>
            <a:endParaRPr lang="en-US" altLang="zh-TW" dirty="0"/>
          </a:p>
          <a:p>
            <a:r>
              <a:rPr lang="zh-TW" altLang="en-US" dirty="0"/>
              <a:t>導覽列轉為下拉方式</a:t>
            </a:r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多欄式內容可能會依照平台變化</a:t>
            </a:r>
            <a:endParaRPr lang="en-US" altLang="zh-TW" dirty="0"/>
          </a:p>
          <a:p>
            <a:pPr lvl="1"/>
            <a:r>
              <a:rPr lang="zh-TW" altLang="en-US" dirty="0"/>
              <a:t>電腦：</a:t>
            </a:r>
            <a:r>
              <a:rPr lang="en-US" altLang="zh-TW" dirty="0"/>
              <a:t>4</a:t>
            </a:r>
            <a:r>
              <a:rPr lang="zh-TW" altLang="en-US" dirty="0"/>
              <a:t>欄</a:t>
            </a:r>
            <a:endParaRPr lang="en-US" altLang="zh-TW" dirty="0"/>
          </a:p>
          <a:p>
            <a:pPr lvl="1"/>
            <a:r>
              <a:rPr lang="zh-TW" altLang="en-US" dirty="0"/>
              <a:t>平板：</a:t>
            </a:r>
            <a:r>
              <a:rPr lang="en-US" altLang="zh-TW" dirty="0"/>
              <a:t>2</a:t>
            </a:r>
            <a:r>
              <a:rPr lang="zh-TW" altLang="en-US" dirty="0"/>
              <a:t>欄</a:t>
            </a:r>
            <a:endParaRPr lang="en-US" altLang="zh-TW" dirty="0"/>
          </a:p>
          <a:p>
            <a:pPr lvl="1"/>
            <a:r>
              <a:rPr lang="zh-TW" altLang="en-US" dirty="0"/>
              <a:t>手機：</a:t>
            </a:r>
            <a:r>
              <a:rPr lang="en-US" altLang="zh-TW" dirty="0"/>
              <a:t>1</a:t>
            </a:r>
            <a:r>
              <a:rPr lang="zh-TW" altLang="en-US" dirty="0"/>
              <a:t>欄</a:t>
            </a:r>
          </a:p>
        </p:txBody>
      </p:sp>
    </p:spTree>
    <p:extLst>
      <p:ext uri="{BB962C8B-B14F-4D97-AF65-F5344CB8AC3E}">
        <p14:creationId xmlns:p14="http://schemas.microsoft.com/office/powerpoint/2010/main" val="3303725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10B6D1-D84E-ECF1-4E06-204057E3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Inline-Block</a:t>
            </a:r>
            <a:r>
              <a:rPr lang="zh-TW" altLang="en-US" dirty="0"/>
              <a:t>的使用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D2CABB-40BE-89B0-5095-780BA5A13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b="0" i="0" dirty="0">
                <a:solidFill>
                  <a:srgbClr val="414142"/>
                </a:solidFill>
                <a:effectLst/>
                <a:latin typeface="Bree Serif"/>
              </a:rPr>
              <a:t>display: inline-block</a:t>
            </a:r>
          </a:p>
          <a:p>
            <a:pPr lvl="1"/>
            <a:r>
              <a:rPr lang="zh-TW" altLang="en-US" dirty="0"/>
              <a:t>如同</a:t>
            </a:r>
            <a:r>
              <a:rPr lang="en-US" altLang="zh-TW" dirty="0" err="1"/>
              <a:t>display:inline</a:t>
            </a:r>
            <a:r>
              <a:rPr lang="zh-TW" altLang="en-US" dirty="0"/>
              <a:t>，物件會試著在同一行顯示，在畫面較小時，會自動換行，也可用製作</a:t>
            </a:r>
            <a:r>
              <a:rPr lang="en-US" altLang="zh-TW" dirty="0"/>
              <a:t>RWD</a:t>
            </a:r>
            <a:r>
              <a:rPr lang="zh-TW" altLang="en-US" dirty="0"/>
              <a:t>功能。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FBBB892-E52F-EE2D-3859-75FA0864D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4437112"/>
            <a:ext cx="9036496" cy="194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77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669</TotalTime>
  <Words>466</Words>
  <Application>Microsoft Office PowerPoint</Application>
  <PresentationFormat>如螢幕大小 (4:3)</PresentationFormat>
  <Paragraphs>62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Bree Serif</vt:lpstr>
      <vt:lpstr>Arial</vt:lpstr>
      <vt:lpstr>Georgia</vt:lpstr>
      <vt:lpstr>Times New Roman</vt:lpstr>
      <vt:lpstr>Wingdings 2</vt:lpstr>
      <vt:lpstr>都會</vt:lpstr>
      <vt:lpstr>Lesson 7 RWD</vt:lpstr>
      <vt:lpstr>再看一次Google Site</vt:lpstr>
      <vt:lpstr>RWD vs AWD</vt:lpstr>
      <vt:lpstr>CSS @media</vt:lpstr>
      <vt:lpstr>手機優先</vt:lpstr>
      <vt:lpstr>電腦為主</vt:lpstr>
      <vt:lpstr>@media還能怎麼用</vt:lpstr>
      <vt:lpstr>需要調整什麼</vt:lpstr>
      <vt:lpstr>Inline-Block的使用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101</cp:revision>
  <dcterms:created xsi:type="dcterms:W3CDTF">2024-11-18T05:57:07Z</dcterms:created>
  <dcterms:modified xsi:type="dcterms:W3CDTF">2025-03-25T06:19:06Z</dcterms:modified>
</cp:coreProperties>
</file>